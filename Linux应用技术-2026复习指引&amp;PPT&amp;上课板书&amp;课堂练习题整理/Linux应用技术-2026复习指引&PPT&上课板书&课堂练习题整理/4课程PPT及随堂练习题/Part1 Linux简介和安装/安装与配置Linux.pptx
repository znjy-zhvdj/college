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2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3.xml" ContentType="application/vnd.openxmlformats-officedocument.presentationml.notes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notesSlides/notesSlide4.xml" ContentType="application/vnd.openxmlformats-officedocument.presentationml.notesSlide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notesSlides/notesSlide5.xml" ContentType="application/vnd.openxmlformats-officedocument.presentationml.notesSlide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92" r:id="rId2"/>
  </p:sldMasterIdLst>
  <p:notesMasterIdLst>
    <p:notesMasterId r:id="rId104"/>
  </p:notesMasterIdLst>
  <p:handoutMasterIdLst>
    <p:handoutMasterId r:id="rId105"/>
  </p:handoutMasterIdLst>
  <p:sldIdLst>
    <p:sldId id="366" r:id="rId3"/>
    <p:sldId id="348" r:id="rId4"/>
    <p:sldId id="351" r:id="rId5"/>
    <p:sldId id="265" r:id="rId6"/>
    <p:sldId id="261" r:id="rId7"/>
    <p:sldId id="267" r:id="rId8"/>
    <p:sldId id="269" r:id="rId9"/>
    <p:sldId id="364" r:id="rId10"/>
    <p:sldId id="365" r:id="rId11"/>
    <p:sldId id="271" r:id="rId12"/>
    <p:sldId id="272" r:id="rId13"/>
    <p:sldId id="355" r:id="rId14"/>
    <p:sldId id="358" r:id="rId15"/>
    <p:sldId id="359" r:id="rId16"/>
    <p:sldId id="360" r:id="rId17"/>
    <p:sldId id="401" r:id="rId18"/>
    <p:sldId id="281" r:id="rId19"/>
    <p:sldId id="367" r:id="rId20"/>
    <p:sldId id="479" r:id="rId21"/>
    <p:sldId id="368" r:id="rId22"/>
    <p:sldId id="466" r:id="rId23"/>
    <p:sldId id="369" r:id="rId24"/>
    <p:sldId id="370" r:id="rId25"/>
    <p:sldId id="371" r:id="rId26"/>
    <p:sldId id="372" r:id="rId27"/>
    <p:sldId id="467" r:id="rId28"/>
    <p:sldId id="373" r:id="rId29"/>
    <p:sldId id="468" r:id="rId30"/>
    <p:sldId id="374" r:id="rId31"/>
    <p:sldId id="375" r:id="rId32"/>
    <p:sldId id="376" r:id="rId33"/>
    <p:sldId id="377" r:id="rId34"/>
    <p:sldId id="378" r:id="rId35"/>
    <p:sldId id="469" r:id="rId36"/>
    <p:sldId id="379" r:id="rId37"/>
    <p:sldId id="380" r:id="rId38"/>
    <p:sldId id="381" r:id="rId39"/>
    <p:sldId id="382" r:id="rId40"/>
    <p:sldId id="383" r:id="rId41"/>
    <p:sldId id="386" r:id="rId42"/>
    <p:sldId id="384" r:id="rId43"/>
    <p:sldId id="387" r:id="rId44"/>
    <p:sldId id="388" r:id="rId45"/>
    <p:sldId id="389" r:id="rId46"/>
    <p:sldId id="470" r:id="rId47"/>
    <p:sldId id="390" r:id="rId48"/>
    <p:sldId id="391" r:id="rId49"/>
    <p:sldId id="392" r:id="rId50"/>
    <p:sldId id="393" r:id="rId51"/>
    <p:sldId id="394" r:id="rId52"/>
    <p:sldId id="471" r:id="rId53"/>
    <p:sldId id="395" r:id="rId54"/>
    <p:sldId id="472" r:id="rId55"/>
    <p:sldId id="396" r:id="rId56"/>
    <p:sldId id="398" r:id="rId57"/>
    <p:sldId id="400" r:id="rId58"/>
    <p:sldId id="402" r:id="rId59"/>
    <p:sldId id="403" r:id="rId60"/>
    <p:sldId id="404" r:id="rId61"/>
    <p:sldId id="405" r:id="rId62"/>
    <p:sldId id="408" r:id="rId63"/>
    <p:sldId id="406" r:id="rId64"/>
    <p:sldId id="409" r:id="rId65"/>
    <p:sldId id="410" r:id="rId66"/>
    <p:sldId id="411" r:id="rId67"/>
    <p:sldId id="412" r:id="rId68"/>
    <p:sldId id="413" r:id="rId69"/>
    <p:sldId id="414" r:id="rId70"/>
    <p:sldId id="415" r:id="rId71"/>
    <p:sldId id="416" r:id="rId72"/>
    <p:sldId id="480" r:id="rId73"/>
    <p:sldId id="417" r:id="rId74"/>
    <p:sldId id="473" r:id="rId75"/>
    <p:sldId id="419" r:id="rId76"/>
    <p:sldId id="420" r:id="rId77"/>
    <p:sldId id="421" r:id="rId78"/>
    <p:sldId id="422" r:id="rId79"/>
    <p:sldId id="423" r:id="rId80"/>
    <p:sldId id="424" r:id="rId81"/>
    <p:sldId id="425" r:id="rId82"/>
    <p:sldId id="426" r:id="rId83"/>
    <p:sldId id="427" r:id="rId84"/>
    <p:sldId id="428" r:id="rId85"/>
    <p:sldId id="429" r:id="rId86"/>
    <p:sldId id="430" r:id="rId87"/>
    <p:sldId id="431" r:id="rId88"/>
    <p:sldId id="433" r:id="rId89"/>
    <p:sldId id="432" r:id="rId90"/>
    <p:sldId id="434" r:id="rId91"/>
    <p:sldId id="435" r:id="rId92"/>
    <p:sldId id="436" r:id="rId93"/>
    <p:sldId id="437" r:id="rId94"/>
    <p:sldId id="481" r:id="rId95"/>
    <p:sldId id="438" r:id="rId96"/>
    <p:sldId id="439" r:id="rId97"/>
    <p:sldId id="440" r:id="rId98"/>
    <p:sldId id="441" r:id="rId99"/>
    <p:sldId id="442" r:id="rId100"/>
    <p:sldId id="443" r:id="rId101"/>
    <p:sldId id="444" r:id="rId102"/>
    <p:sldId id="460" r:id="rId103"/>
  </p:sldIdLst>
  <p:sldSz cx="12192000" cy="6858000"/>
  <p:notesSz cx="6858000" cy="9144000"/>
  <p:defaultTextStyle>
    <a:defPPr>
      <a:defRPr lang="zh-CN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00FFFF"/>
    <a:srgbClr val="0066FF"/>
    <a:srgbClr val="FADCE9"/>
    <a:srgbClr val="CC0099"/>
    <a:srgbClr val="3B79CE"/>
    <a:srgbClr val="4D4D4D"/>
    <a:srgbClr val="FF5050"/>
    <a:srgbClr val="F8F8F8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93567" autoAdjust="0"/>
  </p:normalViewPr>
  <p:slideViewPr>
    <p:cSldViewPr>
      <p:cViewPr varScale="1">
        <p:scale>
          <a:sx n="114" d="100"/>
          <a:sy n="114" d="100"/>
        </p:scale>
        <p:origin x="600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030"/>
    </p:cViewPr>
  </p:sorterViewPr>
  <p:notesViewPr>
    <p:cSldViewPr>
      <p:cViewPr varScale="1">
        <p:scale>
          <a:sx n="80" d="100"/>
          <a:sy n="80" d="100"/>
        </p:scale>
        <p:origin x="-210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viewProps" Target="viewProp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theme" Target="theme/theme1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tableStyles" Target="tableStyle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F3725-0D92-49D9-88BD-0A725DCC5ECA}" type="datetimeFigureOut">
              <a:rPr lang="zh-CN" altLang="en-US" smtClean="0"/>
              <a:pPr/>
              <a:t>2021/9/3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BA8C6-1B8B-494C-881B-33C94A7D207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963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34892-2594-4348-9B59-391C3F1BE7C4}" type="datetimeFigureOut">
              <a:rPr lang="zh-CN" altLang="en-US" smtClean="0"/>
              <a:pPr/>
              <a:t>2021/9/3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031C7-A97A-4B3D-B11F-B8701A7D071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22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99C866E-C38D-4253-B65A-9BF79DEC111A}" type="slidenum">
              <a:rPr lang="zh-CN" altLang="en-US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1C1EDCB-23FA-4559-B97A-09A5100328BB}" type="slidenum">
              <a:rPr lang="zh-CN" altLang="en-US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6AFBB11-80D4-41CB-B768-3B8E1C4BE9D3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89D3D8E-6510-408B-9C7E-172A317C87F7}" type="slidenum">
              <a:rPr lang="zh-CN" altLang="en-US"/>
              <a:pPr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http://docer.wps.cn</a:t>
            </a:r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CA4CBD4-E45F-4F01-9349-1691B9AB3937}" type="slidenum">
              <a:rPr lang="zh-CN" altLang="en-US"/>
              <a:pPr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tiff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 userDrawn="1"/>
        </p:nvSpPr>
        <p:spPr>
          <a:xfrm>
            <a:off x="3524232" y="1363794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1" name="圆角矩形 110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grpSp>
        <p:nvGrpSpPr>
          <p:cNvPr id="115" name="组合 30"/>
          <p:cNvGrpSpPr>
            <a:grpSpLocks/>
          </p:cNvGrpSpPr>
          <p:nvPr userDrawn="1"/>
        </p:nvGrpSpPr>
        <p:grpSpPr bwMode="auto">
          <a:xfrm rot="4369980">
            <a:off x="1856006" y="2879853"/>
            <a:ext cx="258763" cy="287337"/>
            <a:chOff x="4473134" y="2166824"/>
            <a:chExt cx="257922" cy="288018"/>
          </a:xfrm>
        </p:grpSpPr>
        <p:sp>
          <p:nvSpPr>
            <p:cNvPr id="116" name="等腰三角形 115"/>
            <p:cNvSpPr/>
            <p:nvPr/>
          </p:nvSpPr>
          <p:spPr>
            <a:xfrm rot="3998033">
              <a:off x="4571660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17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18" name="等腰三角形 29"/>
            <p:cNvSpPr/>
            <p:nvPr/>
          </p:nvSpPr>
          <p:spPr>
            <a:xfrm>
              <a:off x="4519891" y="2193257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27" name="组合 48"/>
          <p:cNvGrpSpPr>
            <a:grpSpLocks/>
          </p:cNvGrpSpPr>
          <p:nvPr userDrawn="1"/>
        </p:nvGrpSpPr>
        <p:grpSpPr bwMode="auto">
          <a:xfrm rot="-565443">
            <a:off x="1992532" y="3111625"/>
            <a:ext cx="160339" cy="177800"/>
            <a:chOff x="4473134" y="2166824"/>
            <a:chExt cx="257922" cy="288018"/>
          </a:xfrm>
        </p:grpSpPr>
        <p:sp>
          <p:nvSpPr>
            <p:cNvPr id="128" name="等腰三角形 127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29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30" name="等腰三角形 29"/>
            <p:cNvSpPr/>
            <p:nvPr/>
          </p:nvSpPr>
          <p:spPr>
            <a:xfrm>
              <a:off x="4517762" y="2190889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61" name="TextBox 160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rgbClr val="0066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08" name="圆角矩形 107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64" name="TextBox 163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80" name="圆角矩形 179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83" name="TextBox 182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1" name="圆角矩形 190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94" name="TextBox 193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2" name="圆角矩形 20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205" name="TextBox 204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13" name="圆角矩形 212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216" name="TextBox 215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5" name="TextBox 94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97" name="组合 30"/>
          <p:cNvGrpSpPr>
            <a:grpSpLocks/>
          </p:cNvGrpSpPr>
          <p:nvPr userDrawn="1"/>
        </p:nvGrpSpPr>
        <p:grpSpPr bwMode="auto">
          <a:xfrm rot="4369980">
            <a:off x="1857369" y="3734508"/>
            <a:ext cx="258537" cy="290459"/>
            <a:chOff x="4472645" y="2163771"/>
            <a:chExt cx="257699" cy="291148"/>
          </a:xfrm>
        </p:grpSpPr>
        <p:sp>
          <p:nvSpPr>
            <p:cNvPr id="98" name="等腰三角形 97"/>
            <p:cNvSpPr/>
            <p:nvPr/>
          </p:nvSpPr>
          <p:spPr>
            <a:xfrm rot="3998033">
              <a:off x="4571660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99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00" name="等腰三角形 29"/>
            <p:cNvSpPr/>
            <p:nvPr/>
          </p:nvSpPr>
          <p:spPr>
            <a:xfrm>
              <a:off x="4519891" y="2193257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01" name="组合 48"/>
          <p:cNvGrpSpPr>
            <a:grpSpLocks/>
          </p:cNvGrpSpPr>
          <p:nvPr userDrawn="1"/>
        </p:nvGrpSpPr>
        <p:grpSpPr bwMode="auto">
          <a:xfrm rot="21034557">
            <a:off x="1991550" y="3966047"/>
            <a:ext cx="159364" cy="180767"/>
            <a:chOff x="4471938" y="2161874"/>
            <a:chExt cx="256355" cy="292825"/>
          </a:xfrm>
        </p:grpSpPr>
        <p:sp>
          <p:nvSpPr>
            <p:cNvPr id="102" name="等腰三角形 101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03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04" name="等腰三角形 29"/>
            <p:cNvSpPr/>
            <p:nvPr/>
          </p:nvSpPr>
          <p:spPr>
            <a:xfrm>
              <a:off x="4517762" y="2190889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05" name="TextBox 104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圆角矩形 105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5" name="TextBox 134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9" name="圆角矩形 138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1" name="TextBox 170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2" name="圆角矩形 17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1" name="TextBox 180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2" name="圆角矩形 181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1" name="TextBox 190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2" name="矩形 191"/>
          <p:cNvSpPr/>
          <p:nvPr userDrawn="1"/>
        </p:nvSpPr>
        <p:spPr>
          <a:xfrm>
            <a:off x="3524232" y="1363794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 userDrawn="1"/>
        </p:nvSpPr>
        <p:spPr>
          <a:xfrm>
            <a:off x="9274689" y="6488670"/>
            <a:ext cx="428319" cy="3847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95" name="TextBox 94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chemeClr val="bg1">
                  <a:lumMod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05" name="TextBox 104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圆角矩形 105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grpSp>
        <p:nvGrpSpPr>
          <p:cNvPr id="107" name="组合 30"/>
          <p:cNvGrpSpPr>
            <a:grpSpLocks/>
          </p:cNvGrpSpPr>
          <p:nvPr userDrawn="1"/>
        </p:nvGrpSpPr>
        <p:grpSpPr bwMode="auto">
          <a:xfrm rot="4369980">
            <a:off x="1857366" y="4878909"/>
            <a:ext cx="258540" cy="290459"/>
            <a:chOff x="4472645" y="2163771"/>
            <a:chExt cx="257702" cy="291148"/>
          </a:xfrm>
        </p:grpSpPr>
        <p:sp>
          <p:nvSpPr>
            <p:cNvPr id="108" name="等腰三角形 107"/>
            <p:cNvSpPr/>
            <p:nvPr/>
          </p:nvSpPr>
          <p:spPr>
            <a:xfrm rot="3998033">
              <a:off x="4571664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09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15" name="等腰三角形 29"/>
            <p:cNvSpPr/>
            <p:nvPr/>
          </p:nvSpPr>
          <p:spPr>
            <a:xfrm>
              <a:off x="4519894" y="2193255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19" name="组合 48"/>
          <p:cNvGrpSpPr>
            <a:grpSpLocks/>
          </p:cNvGrpSpPr>
          <p:nvPr userDrawn="1"/>
        </p:nvGrpSpPr>
        <p:grpSpPr bwMode="auto">
          <a:xfrm rot="21034557">
            <a:off x="1991550" y="5110451"/>
            <a:ext cx="159364" cy="180767"/>
            <a:chOff x="4471938" y="2161874"/>
            <a:chExt cx="256355" cy="292825"/>
          </a:xfrm>
        </p:grpSpPr>
        <p:sp>
          <p:nvSpPr>
            <p:cNvPr id="123" name="等腰三角形 122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27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31" name="等腰三角形 29"/>
            <p:cNvSpPr/>
            <p:nvPr/>
          </p:nvSpPr>
          <p:spPr>
            <a:xfrm>
              <a:off x="4517762" y="2190890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35" name="TextBox 134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9" name="圆角矩形 138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71" name="TextBox 170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2" name="圆角矩形 17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81" name="TextBox 180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2" name="圆角矩形 181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91" name="TextBox 190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2" name="矩形 191"/>
          <p:cNvSpPr/>
          <p:nvPr userDrawn="1"/>
        </p:nvSpPr>
        <p:spPr>
          <a:xfrm>
            <a:off x="3524232" y="1363794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 userDrawn="1"/>
        </p:nvSpPr>
        <p:spPr>
          <a:xfrm>
            <a:off x="9274689" y="6488670"/>
            <a:ext cx="428319" cy="3847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  <a:ln>
            <a:noFill/>
          </a:ln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chemeClr val="bg1">
                  <a:lumMod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5" name="TextBox 104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  <a:ln>
            <a:noFill/>
          </a:ln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圆角矩形 105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5" name="TextBox 134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  <a:ln>
            <a:noFill/>
          </a:ln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9" name="圆角矩形 138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rgbClr val="0066FF"/>
              </a:solidFill>
            </a:endParaRPr>
          </a:p>
        </p:txBody>
      </p:sp>
      <p:grpSp>
        <p:nvGrpSpPr>
          <p:cNvPr id="143" name="组合 30"/>
          <p:cNvGrpSpPr>
            <a:grpSpLocks/>
          </p:cNvGrpSpPr>
          <p:nvPr userDrawn="1"/>
        </p:nvGrpSpPr>
        <p:grpSpPr bwMode="auto">
          <a:xfrm rot="4369980">
            <a:off x="6177680" y="2877249"/>
            <a:ext cx="258537" cy="290459"/>
            <a:chOff x="4472645" y="2163771"/>
            <a:chExt cx="257699" cy="291148"/>
          </a:xfrm>
        </p:grpSpPr>
        <p:sp>
          <p:nvSpPr>
            <p:cNvPr id="147" name="等腰三角形 146"/>
            <p:cNvSpPr/>
            <p:nvPr/>
          </p:nvSpPr>
          <p:spPr>
            <a:xfrm rot="3998033">
              <a:off x="4571660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51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55" name="等腰三角形 29"/>
            <p:cNvSpPr/>
            <p:nvPr/>
          </p:nvSpPr>
          <p:spPr>
            <a:xfrm>
              <a:off x="4519891" y="2193257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63" name="组合 48"/>
          <p:cNvGrpSpPr>
            <a:grpSpLocks/>
          </p:cNvGrpSpPr>
          <p:nvPr userDrawn="1"/>
        </p:nvGrpSpPr>
        <p:grpSpPr bwMode="auto">
          <a:xfrm rot="21034557">
            <a:off x="6311859" y="3108791"/>
            <a:ext cx="159364" cy="180767"/>
            <a:chOff x="4471938" y="2161874"/>
            <a:chExt cx="256355" cy="292825"/>
          </a:xfrm>
        </p:grpSpPr>
        <p:sp>
          <p:nvSpPr>
            <p:cNvPr id="164" name="等腰三角形 163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69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70" name="等腰三角形 29"/>
            <p:cNvSpPr/>
            <p:nvPr/>
          </p:nvSpPr>
          <p:spPr>
            <a:xfrm>
              <a:off x="4517762" y="2190889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71" name="TextBox 170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  <a:ln>
            <a:noFill/>
          </a:ln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2" name="圆角矩形 17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1" name="TextBox 180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  <a:ln>
            <a:noFill/>
          </a:ln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2" name="圆角矩形 181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1" name="TextBox 190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  <a:ln>
            <a:noFill/>
          </a:ln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2" name="矩形 191"/>
          <p:cNvSpPr/>
          <p:nvPr userDrawn="1"/>
        </p:nvSpPr>
        <p:spPr>
          <a:xfrm>
            <a:off x="3524232" y="1363794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 userDrawn="1"/>
        </p:nvSpPr>
        <p:spPr>
          <a:xfrm>
            <a:off x="9274689" y="6488670"/>
            <a:ext cx="428319" cy="3847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95" name="TextBox 94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05" name="TextBox 104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圆角矩形 105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35" name="TextBox 134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9" name="圆角矩形 138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71" name="TextBox 170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2" name="圆角矩形 17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grpSp>
        <p:nvGrpSpPr>
          <p:cNvPr id="173" name="组合 30"/>
          <p:cNvGrpSpPr>
            <a:grpSpLocks/>
          </p:cNvGrpSpPr>
          <p:nvPr userDrawn="1"/>
        </p:nvGrpSpPr>
        <p:grpSpPr bwMode="auto">
          <a:xfrm rot="4369980">
            <a:off x="6177670" y="3734473"/>
            <a:ext cx="258535" cy="290459"/>
            <a:chOff x="4472645" y="2163771"/>
            <a:chExt cx="257699" cy="291148"/>
          </a:xfrm>
        </p:grpSpPr>
        <p:sp>
          <p:nvSpPr>
            <p:cNvPr id="174" name="等腰三角形 173"/>
            <p:cNvSpPr/>
            <p:nvPr/>
          </p:nvSpPr>
          <p:spPr>
            <a:xfrm rot="3998033">
              <a:off x="4571660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75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76" name="等腰三角形 29"/>
            <p:cNvSpPr/>
            <p:nvPr/>
          </p:nvSpPr>
          <p:spPr>
            <a:xfrm>
              <a:off x="4519891" y="2193257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77" name="组合 48"/>
          <p:cNvGrpSpPr>
            <a:grpSpLocks/>
          </p:cNvGrpSpPr>
          <p:nvPr userDrawn="1"/>
        </p:nvGrpSpPr>
        <p:grpSpPr bwMode="auto">
          <a:xfrm rot="21034557">
            <a:off x="6311859" y="3966047"/>
            <a:ext cx="159364" cy="180767"/>
            <a:chOff x="4471938" y="2161874"/>
            <a:chExt cx="256355" cy="292825"/>
          </a:xfrm>
        </p:grpSpPr>
        <p:sp>
          <p:nvSpPr>
            <p:cNvPr id="178" name="等腰三角形 177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79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80" name="等腰三角形 29"/>
            <p:cNvSpPr/>
            <p:nvPr/>
          </p:nvSpPr>
          <p:spPr>
            <a:xfrm>
              <a:off x="4517762" y="2190889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81" name="TextBox 180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rgbClr val="0066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2" name="圆角矩形 181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91" name="TextBox 190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2" name="矩形 191"/>
          <p:cNvSpPr/>
          <p:nvPr userDrawn="1"/>
        </p:nvSpPr>
        <p:spPr>
          <a:xfrm>
            <a:off x="3524232" y="1363794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目录页1">
    <p:bg>
      <p:bgPr>
        <a:blipFill dpi="0" rotWithShape="1">
          <a:blip r:embed="rId2" cstate="print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 userDrawn="1"/>
        </p:nvSpPr>
        <p:spPr>
          <a:xfrm>
            <a:off x="9274689" y="6488670"/>
            <a:ext cx="428319" cy="3847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19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目</a:t>
            </a:r>
          </a:p>
        </p:txBody>
      </p:sp>
      <p:cxnSp>
        <p:nvCxnSpPr>
          <p:cNvPr id="39" name="直接连接符 38"/>
          <p:cNvCxnSpPr/>
          <p:nvPr userDrawn="1"/>
        </p:nvCxnSpPr>
        <p:spPr>
          <a:xfrm flipV="1">
            <a:off x="842152" y="-1"/>
            <a:ext cx="0" cy="54000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 userDrawn="1"/>
        </p:nvCxnSpPr>
        <p:spPr>
          <a:xfrm>
            <a:off x="999233" y="0"/>
            <a:ext cx="0" cy="39600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24"/>
          <p:cNvSpPr>
            <a:spLocks noChangeArrowheads="1"/>
          </p:cNvSpPr>
          <p:nvPr userDrawn="1"/>
        </p:nvSpPr>
        <p:spPr bwMode="auto">
          <a:xfrm>
            <a:off x="1229675" y="170114"/>
            <a:ext cx="2083964" cy="384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1900" b="1" dirty="0">
                <a:solidFill>
                  <a:srgbClr val="00B0F0"/>
                </a:solidFill>
                <a:ea typeface="微软雅黑" pitchFamily="34" charset="-122"/>
                <a:cs typeface="Arial Unicode MS" pitchFamily="34" charset="-122"/>
              </a:rPr>
              <a:t>TRANSITION  PAGE</a:t>
            </a:r>
          </a:p>
        </p:txBody>
      </p:sp>
      <p:cxnSp>
        <p:nvCxnSpPr>
          <p:cNvPr id="68" name="直接连接符 67"/>
          <p:cNvCxnSpPr/>
          <p:nvPr userDrawn="1"/>
        </p:nvCxnSpPr>
        <p:spPr>
          <a:xfrm>
            <a:off x="11804747" y="6732000"/>
            <a:ext cx="396000" cy="0"/>
          </a:xfrm>
          <a:prstGeom prst="line">
            <a:avLst/>
          </a:prstGeom>
          <a:ln w="22479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 userDrawn="1"/>
        </p:nvSpPr>
        <p:spPr>
          <a:xfrm>
            <a:off x="3524232" y="928670"/>
            <a:ext cx="5407241" cy="707882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4000" b="1" kern="1200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第</a:t>
            </a:r>
            <a:r>
              <a:rPr lang="en-US" sz="4000" b="1" kern="1200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1</a:t>
            </a:r>
            <a:r>
              <a:rPr lang="zh-CN" altLang="en-US" sz="4000" b="1" kern="1200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章  安装与配置</a:t>
            </a:r>
            <a:r>
              <a:rPr lang="en-US" sz="4000" b="1" kern="1200" dirty="0">
                <a:solidFill>
                  <a:srgbClr val="0066FF"/>
                </a:solidFill>
                <a:latin typeface="+mn-lt"/>
                <a:ea typeface="+mn-ea"/>
                <a:cs typeface="+mn-cs"/>
              </a:rPr>
              <a:t>Linux</a:t>
            </a:r>
            <a:endParaRPr lang="zh-CN" altLang="en-US" sz="4000" b="1" kern="1200" dirty="0">
              <a:solidFill>
                <a:srgbClr val="0066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6" name="圆角矩形 85"/>
          <p:cNvSpPr/>
          <p:nvPr userDrawn="1"/>
        </p:nvSpPr>
        <p:spPr>
          <a:xfrm>
            <a:off x="2381439" y="2786061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95" name="TextBox 94"/>
          <p:cNvSpPr txBox="1"/>
          <p:nvPr userDrawn="1"/>
        </p:nvSpPr>
        <p:spPr>
          <a:xfrm>
            <a:off x="2452878" y="2916792"/>
            <a:ext cx="1898268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1.1  </a:t>
            </a:r>
            <a:r>
              <a:rPr lang="zh-CN" altLang="en-US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了解</a:t>
            </a:r>
            <a:r>
              <a:rPr lang="en-US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sz="2000" b="1" kern="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6" name="圆角矩形 95"/>
          <p:cNvSpPr/>
          <p:nvPr userDrawn="1"/>
        </p:nvSpPr>
        <p:spPr>
          <a:xfrm>
            <a:off x="2381439" y="3643318"/>
            <a:ext cx="3214711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05" name="TextBox 104"/>
          <p:cNvSpPr txBox="1"/>
          <p:nvPr userDrawn="1"/>
        </p:nvSpPr>
        <p:spPr>
          <a:xfrm>
            <a:off x="2452875" y="3774051"/>
            <a:ext cx="2154749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1.2  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RHEL 7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6" name="圆角矩形 105"/>
          <p:cNvSpPr/>
          <p:nvPr userDrawn="1"/>
        </p:nvSpPr>
        <p:spPr>
          <a:xfrm>
            <a:off x="2381439" y="4572010"/>
            <a:ext cx="3214711" cy="928695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35" name="TextBox 134"/>
          <p:cNvSpPr txBox="1"/>
          <p:nvPr userDrawn="1"/>
        </p:nvSpPr>
        <p:spPr>
          <a:xfrm>
            <a:off x="2452875" y="4702743"/>
            <a:ext cx="3143272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1.3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Shell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9" name="圆角矩形 138"/>
          <p:cNvSpPr/>
          <p:nvPr userDrawn="1"/>
        </p:nvSpPr>
        <p:spPr>
          <a:xfrm>
            <a:off x="6701750" y="2786061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71" name="TextBox 170"/>
          <p:cNvSpPr txBox="1"/>
          <p:nvPr userDrawn="1"/>
        </p:nvSpPr>
        <p:spPr>
          <a:xfrm>
            <a:off x="6773188" y="2916792"/>
            <a:ext cx="3180671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72" name="圆角矩形 171"/>
          <p:cNvSpPr/>
          <p:nvPr userDrawn="1"/>
        </p:nvSpPr>
        <p:spPr>
          <a:xfrm>
            <a:off x="6701750" y="3643318"/>
            <a:ext cx="3323343" cy="57150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sp>
        <p:nvSpPr>
          <p:cNvPr id="181" name="TextBox 180"/>
          <p:cNvSpPr txBox="1"/>
          <p:nvPr userDrawn="1"/>
        </p:nvSpPr>
        <p:spPr>
          <a:xfrm>
            <a:off x="6773188" y="3774051"/>
            <a:ext cx="3174515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zh-CN" sz="2000" b="1" kern="1200" dirty="0">
                <a:solidFill>
                  <a:schemeClr val="bg1">
                    <a:lumMod val="85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网络环境测试</a:t>
            </a:r>
            <a:endParaRPr lang="zh-CN" altLang="en-US" sz="2000" b="1" kern="1200" dirty="0">
              <a:solidFill>
                <a:schemeClr val="bg1">
                  <a:lumMod val="8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82" name="圆角矩形 181"/>
          <p:cNvSpPr/>
          <p:nvPr userDrawn="1"/>
        </p:nvSpPr>
        <p:spPr>
          <a:xfrm>
            <a:off x="6701750" y="4572010"/>
            <a:ext cx="3323343" cy="928695"/>
          </a:xfrm>
          <a:prstGeom prst="roundRect">
            <a:avLst/>
          </a:prstGeom>
          <a:noFill/>
          <a:ln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000" dirty="0"/>
          </a:p>
        </p:txBody>
      </p:sp>
      <p:grpSp>
        <p:nvGrpSpPr>
          <p:cNvPr id="183" name="组合 30"/>
          <p:cNvGrpSpPr>
            <a:grpSpLocks/>
          </p:cNvGrpSpPr>
          <p:nvPr userDrawn="1"/>
        </p:nvGrpSpPr>
        <p:grpSpPr bwMode="auto">
          <a:xfrm rot="4369980">
            <a:off x="6177670" y="4862221"/>
            <a:ext cx="258535" cy="290459"/>
            <a:chOff x="4472645" y="2163771"/>
            <a:chExt cx="257699" cy="291148"/>
          </a:xfrm>
        </p:grpSpPr>
        <p:sp>
          <p:nvSpPr>
            <p:cNvPr id="184" name="等腰三角形 183"/>
            <p:cNvSpPr/>
            <p:nvPr/>
          </p:nvSpPr>
          <p:spPr>
            <a:xfrm rot="3998033">
              <a:off x="4571660" y="2088841"/>
              <a:ext cx="82746" cy="23260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85" name="等腰三角形 28"/>
            <p:cNvSpPr/>
            <p:nvPr/>
          </p:nvSpPr>
          <p:spPr>
            <a:xfrm rot="9405018">
              <a:off x="4472645" y="2227368"/>
              <a:ext cx="68040" cy="227551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86" name="等腰三角形 29"/>
            <p:cNvSpPr/>
            <p:nvPr/>
          </p:nvSpPr>
          <p:spPr>
            <a:xfrm>
              <a:off x="4519891" y="2193257"/>
              <a:ext cx="210453" cy="257785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grpSp>
        <p:nvGrpSpPr>
          <p:cNvPr id="187" name="组合 48"/>
          <p:cNvGrpSpPr>
            <a:grpSpLocks/>
          </p:cNvGrpSpPr>
          <p:nvPr userDrawn="1"/>
        </p:nvGrpSpPr>
        <p:grpSpPr bwMode="auto">
          <a:xfrm rot="21034557">
            <a:off x="6311859" y="5093795"/>
            <a:ext cx="159364" cy="180767"/>
            <a:chOff x="4471938" y="2161874"/>
            <a:chExt cx="256355" cy="292825"/>
          </a:xfrm>
        </p:grpSpPr>
        <p:sp>
          <p:nvSpPr>
            <p:cNvPr id="188" name="等腰三角形 187"/>
            <p:cNvSpPr/>
            <p:nvPr/>
          </p:nvSpPr>
          <p:spPr>
            <a:xfrm rot="3998033">
              <a:off x="4570955" y="2086827"/>
              <a:ext cx="82291" cy="232385"/>
            </a:xfrm>
            <a:prstGeom prst="triangle">
              <a:avLst>
                <a:gd name="adj" fmla="val 89599"/>
              </a:avLst>
            </a:prstGeom>
            <a:solidFill>
              <a:srgbClr val="0095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89" name="等腰三角形 28"/>
            <p:cNvSpPr/>
            <p:nvPr/>
          </p:nvSpPr>
          <p:spPr>
            <a:xfrm rot="9405018">
              <a:off x="4471938" y="2228399"/>
              <a:ext cx="66396" cy="226300"/>
            </a:xfrm>
            <a:custGeom>
              <a:avLst/>
              <a:gdLst>
                <a:gd name="connsiteX0" fmla="*/ 0 w 83418"/>
                <a:gd name="connsiteY0" fmla="*/ 231575 h 231575"/>
                <a:gd name="connsiteX1" fmla="*/ 74742 w 83418"/>
                <a:gd name="connsiteY1" fmla="*/ 0 h 231575"/>
                <a:gd name="connsiteX2" fmla="*/ 83418 w 83418"/>
                <a:gd name="connsiteY2" fmla="*/ 231575 h 231575"/>
                <a:gd name="connsiteX3" fmla="*/ 0 w 83418"/>
                <a:gd name="connsiteY3" fmla="*/ 231575 h 231575"/>
                <a:gd name="connsiteX0" fmla="*/ 0 w 105978"/>
                <a:gd name="connsiteY0" fmla="*/ 284084 h 284084"/>
                <a:gd name="connsiteX1" fmla="*/ 97302 w 105978"/>
                <a:gd name="connsiteY1" fmla="*/ 0 h 284084"/>
                <a:gd name="connsiteX2" fmla="*/ 105978 w 105978"/>
                <a:gd name="connsiteY2" fmla="*/ 231575 h 284084"/>
                <a:gd name="connsiteX3" fmla="*/ 0 w 105978"/>
                <a:gd name="connsiteY3" fmla="*/ 284084 h 284084"/>
                <a:gd name="connsiteX0" fmla="*/ 7646 w 104948"/>
                <a:gd name="connsiteY0" fmla="*/ 284084 h 369363"/>
                <a:gd name="connsiteX1" fmla="*/ 104948 w 104948"/>
                <a:gd name="connsiteY1" fmla="*/ 0 h 369363"/>
                <a:gd name="connsiteX2" fmla="*/ 0 w 104948"/>
                <a:gd name="connsiteY2" fmla="*/ 369363 h 369363"/>
                <a:gd name="connsiteX3" fmla="*/ 7646 w 104948"/>
                <a:gd name="connsiteY3" fmla="*/ 284084 h 369363"/>
                <a:gd name="connsiteX0" fmla="*/ 126 w 97428"/>
                <a:gd name="connsiteY0" fmla="*/ 284084 h 351860"/>
                <a:gd name="connsiteX1" fmla="*/ 97428 w 97428"/>
                <a:gd name="connsiteY1" fmla="*/ 0 h 351860"/>
                <a:gd name="connsiteX2" fmla="*/ 0 w 97428"/>
                <a:gd name="connsiteY2" fmla="*/ 351860 h 351860"/>
                <a:gd name="connsiteX3" fmla="*/ 126 w 97428"/>
                <a:gd name="connsiteY3" fmla="*/ 284084 h 351860"/>
                <a:gd name="connsiteX0" fmla="*/ 0 w 97302"/>
                <a:gd name="connsiteY0" fmla="*/ 284084 h 348115"/>
                <a:gd name="connsiteX1" fmla="*/ 97302 w 97302"/>
                <a:gd name="connsiteY1" fmla="*/ 0 h 348115"/>
                <a:gd name="connsiteX2" fmla="*/ 9258 w 97302"/>
                <a:gd name="connsiteY2" fmla="*/ 348115 h 348115"/>
                <a:gd name="connsiteX3" fmla="*/ 0 w 97302"/>
                <a:gd name="connsiteY3" fmla="*/ 284084 h 348115"/>
                <a:gd name="connsiteX0" fmla="*/ 757 w 98059"/>
                <a:gd name="connsiteY0" fmla="*/ 284084 h 359363"/>
                <a:gd name="connsiteX1" fmla="*/ 98059 w 98059"/>
                <a:gd name="connsiteY1" fmla="*/ 0 h 359363"/>
                <a:gd name="connsiteX2" fmla="*/ 0 w 98059"/>
                <a:gd name="connsiteY2" fmla="*/ 359363 h 359363"/>
                <a:gd name="connsiteX3" fmla="*/ 757 w 98059"/>
                <a:gd name="connsiteY3" fmla="*/ 284084 h 359363"/>
                <a:gd name="connsiteX0" fmla="*/ 757 w 67300"/>
                <a:gd name="connsiteY0" fmla="*/ 152164 h 227443"/>
                <a:gd name="connsiteX1" fmla="*/ 67300 w 67300"/>
                <a:gd name="connsiteY1" fmla="*/ 0 h 227443"/>
                <a:gd name="connsiteX2" fmla="*/ 0 w 67300"/>
                <a:gd name="connsiteY2" fmla="*/ 227443 h 227443"/>
                <a:gd name="connsiteX3" fmla="*/ 757 w 67300"/>
                <a:gd name="connsiteY3" fmla="*/ 152164 h 227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300" h="227443">
                  <a:moveTo>
                    <a:pt x="757" y="152164"/>
                  </a:moveTo>
                  <a:lnTo>
                    <a:pt x="67300" y="0"/>
                  </a:lnTo>
                  <a:lnTo>
                    <a:pt x="0" y="227443"/>
                  </a:lnTo>
                  <a:cubicBezTo>
                    <a:pt x="252" y="202350"/>
                    <a:pt x="505" y="177257"/>
                    <a:pt x="757" y="152164"/>
                  </a:cubicBezTo>
                  <a:close/>
                </a:path>
              </a:pathLst>
            </a:custGeom>
            <a:solidFill>
              <a:srgbClr val="0023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  <p:sp>
          <p:nvSpPr>
            <p:cNvPr id="190" name="等腰三角形 29"/>
            <p:cNvSpPr/>
            <p:nvPr/>
          </p:nvSpPr>
          <p:spPr>
            <a:xfrm>
              <a:off x="4517762" y="2190889"/>
              <a:ext cx="209401" cy="259731"/>
            </a:xfrm>
            <a:custGeom>
              <a:avLst/>
              <a:gdLst>
                <a:gd name="connsiteX0" fmla="*/ 0 w 318469"/>
                <a:gd name="connsiteY0" fmla="*/ 313150 h 313150"/>
                <a:gd name="connsiteX1" fmla="*/ 159235 w 318469"/>
                <a:gd name="connsiteY1" fmla="*/ 0 h 313150"/>
                <a:gd name="connsiteX2" fmla="*/ 318469 w 318469"/>
                <a:gd name="connsiteY2" fmla="*/ 313150 h 313150"/>
                <a:gd name="connsiteX3" fmla="*/ 0 w 318469"/>
                <a:gd name="connsiteY3" fmla="*/ 313150 h 313150"/>
                <a:gd name="connsiteX0" fmla="*/ 0 w 564048"/>
                <a:gd name="connsiteY0" fmla="*/ 377444 h 377444"/>
                <a:gd name="connsiteX1" fmla="*/ 564048 w 564048"/>
                <a:gd name="connsiteY1" fmla="*/ 0 h 377444"/>
                <a:gd name="connsiteX2" fmla="*/ 318469 w 564048"/>
                <a:gd name="connsiteY2" fmla="*/ 377444 h 377444"/>
                <a:gd name="connsiteX3" fmla="*/ 0 w 564048"/>
                <a:gd name="connsiteY3" fmla="*/ 377444 h 377444"/>
                <a:gd name="connsiteX0" fmla="*/ 45862 w 245579"/>
                <a:gd name="connsiteY0" fmla="*/ 98838 h 377444"/>
                <a:gd name="connsiteX1" fmla="*/ 245579 w 245579"/>
                <a:gd name="connsiteY1" fmla="*/ 0 h 377444"/>
                <a:gd name="connsiteX2" fmla="*/ 0 w 245579"/>
                <a:gd name="connsiteY2" fmla="*/ 377444 h 377444"/>
                <a:gd name="connsiteX3" fmla="*/ 45862 w 245579"/>
                <a:gd name="connsiteY3" fmla="*/ 98838 h 377444"/>
                <a:gd name="connsiteX0" fmla="*/ 0 w 199717"/>
                <a:gd name="connsiteY0" fmla="*/ 98838 h 272669"/>
                <a:gd name="connsiteX1" fmla="*/ 199717 w 199717"/>
                <a:gd name="connsiteY1" fmla="*/ 0 h 272669"/>
                <a:gd name="connsiteX2" fmla="*/ 6526 w 199717"/>
                <a:gd name="connsiteY2" fmla="*/ 272669 h 272669"/>
                <a:gd name="connsiteX3" fmla="*/ 0 w 199717"/>
                <a:gd name="connsiteY3" fmla="*/ 98838 h 272669"/>
                <a:gd name="connsiteX0" fmla="*/ 5380 w 205097"/>
                <a:gd name="connsiteY0" fmla="*/ 98838 h 256000"/>
                <a:gd name="connsiteX1" fmla="*/ 205097 w 205097"/>
                <a:gd name="connsiteY1" fmla="*/ 0 h 256000"/>
                <a:gd name="connsiteX2" fmla="*/ 0 w 205097"/>
                <a:gd name="connsiteY2" fmla="*/ 256000 h 256000"/>
                <a:gd name="connsiteX3" fmla="*/ 5380 w 205097"/>
                <a:gd name="connsiteY3" fmla="*/ 98838 h 256000"/>
                <a:gd name="connsiteX0" fmla="*/ 5380 w 209859"/>
                <a:gd name="connsiteY0" fmla="*/ 101220 h 258382"/>
                <a:gd name="connsiteX1" fmla="*/ 209859 w 209859"/>
                <a:gd name="connsiteY1" fmla="*/ 0 h 258382"/>
                <a:gd name="connsiteX2" fmla="*/ 0 w 209859"/>
                <a:gd name="connsiteY2" fmla="*/ 258382 h 258382"/>
                <a:gd name="connsiteX3" fmla="*/ 5380 w 209859"/>
                <a:gd name="connsiteY3" fmla="*/ 101220 h 258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859" h="258382">
                  <a:moveTo>
                    <a:pt x="5380" y="101220"/>
                  </a:moveTo>
                  <a:lnTo>
                    <a:pt x="209859" y="0"/>
                  </a:lnTo>
                  <a:lnTo>
                    <a:pt x="0" y="258382"/>
                  </a:lnTo>
                  <a:lnTo>
                    <a:pt x="5380" y="101220"/>
                  </a:lnTo>
                  <a:close/>
                </a:path>
              </a:pathLst>
            </a:custGeom>
            <a:solidFill>
              <a:srgbClr val="074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dirty="0"/>
            </a:p>
          </p:txBody>
        </p:sp>
      </p:grpSp>
      <p:sp>
        <p:nvSpPr>
          <p:cNvPr id="191" name="TextBox 190"/>
          <p:cNvSpPr txBox="1"/>
          <p:nvPr userDrawn="1"/>
        </p:nvSpPr>
        <p:spPr>
          <a:xfrm>
            <a:off x="6773188" y="4702743"/>
            <a:ext cx="3032183" cy="70788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RHEL 7</a:t>
            </a:r>
            <a:r>
              <a:rPr lang="zh-CN" altLang="zh-CN" sz="2000" b="1" kern="12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000" b="1" kern="1200" dirty="0">
              <a:solidFill>
                <a:srgbClr val="0066FF"/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635202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9" y="159026"/>
            <a:ext cx="4967259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1.1  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了解</a:t>
            </a: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</a:t>
            </a:r>
            <a:endParaRPr lang="zh-CN" altLang="en-US" sz="2400" b="1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82" y="1556794"/>
            <a:ext cx="292388" cy="4015348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 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82" y="1556794"/>
            <a:ext cx="292388" cy="4015348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 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9" y="159026"/>
            <a:ext cx="4967259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1.2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安装</a:t>
            </a:r>
            <a:r>
              <a:rPr lang="en-US" altLang="zh-CN" sz="2400" b="1" kern="1200" dirty="0">
                <a:solidFill>
                  <a:schemeClr val="tx1"/>
                </a:solidFill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RHEL</a:t>
            </a:r>
            <a:r>
              <a:rPr lang="en-US" altLang="zh-CN" sz="2400" b="1" kern="1200" baseline="0" dirty="0">
                <a:solidFill>
                  <a:schemeClr val="tx1"/>
                </a:solidFill>
                <a:latin typeface="Times New Roman" pitchFamily="18" charset="0"/>
                <a:ea typeface="微软雅黑" panose="020B0503020204020204" pitchFamily="34" charset="-122"/>
                <a:cs typeface="Times New Roman" pitchFamily="18" charset="0"/>
              </a:rPr>
              <a:t>  7</a:t>
            </a:r>
            <a:endPara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56" y="1556793"/>
            <a:ext cx="292388" cy="408678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cover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8" y="159026"/>
            <a:ext cx="9416472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1.3  </a:t>
            </a:r>
            <a:r>
              <a:rPr lang="en-US" sz="2400" b="1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的启动、登录、退出与</a:t>
            </a:r>
            <a:r>
              <a:rPr lang="en-US" sz="2400" b="1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Shell</a:t>
            </a:r>
            <a:endParaRPr lang="zh-CN" altLang="en-US" sz="2400" b="1" kern="1200" dirty="0">
              <a:solidFill>
                <a:schemeClr val="tx1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70" y="1556793"/>
            <a:ext cx="292388" cy="408678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cover dir="l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8" y="159026"/>
            <a:ext cx="9416472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1.4  </a:t>
            </a:r>
            <a:r>
              <a:rPr lang="en-US" sz="2400" b="1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网络环境配置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70" y="1556793"/>
            <a:ext cx="292388" cy="408678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cover dir="l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8" y="159026"/>
            <a:ext cx="9416472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1.5  </a:t>
            </a:r>
            <a:r>
              <a:rPr lang="en-US" sz="2400" b="1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网络环境测试</a:t>
            </a:r>
            <a:endPara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70" y="1556793"/>
            <a:ext cx="292388" cy="408678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plu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8"/>
          <p:cNvSpPr txBox="1"/>
          <p:nvPr userDrawn="1"/>
        </p:nvSpPr>
        <p:spPr>
          <a:xfrm>
            <a:off x="965808" y="159026"/>
            <a:ext cx="9416472" cy="46166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marL="0" marR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1.6  </a:t>
            </a:r>
            <a:r>
              <a:rPr lang="en-US" sz="2400" b="1" kern="1200" dirty="0">
                <a:solidFill>
                  <a:schemeClr val="tx1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 7</a:t>
            </a:r>
            <a:r>
              <a:rPr lang="zh-CN" altLang="en-US" sz="2400" b="1" kern="1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安装的故障排除</a:t>
            </a:r>
            <a:endParaRPr lang="zh-CN" altLang="en-US" sz="2400" b="1" kern="1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413252" y="251769"/>
            <a:ext cx="246221" cy="1090985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64170" y="1556793"/>
            <a:ext cx="292388" cy="4086787"/>
          </a:xfrm>
          <a:prstGeom prst="rect">
            <a:avLst/>
          </a:prstGeom>
          <a:noFill/>
        </p:spPr>
        <p:txBody>
          <a:bodyPr vert="eaVert" wrap="square" lIns="0" tIns="0" rIns="0" bIns="0" rtlCol="0" anchor="ctr">
            <a:spAutoFit/>
          </a:bodyPr>
          <a:lstStyle/>
          <a:p>
            <a:pPr algn="l"/>
            <a:r>
              <a:rPr lang="zh-CN" altLang="en-US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安装与配置</a:t>
            </a:r>
            <a:r>
              <a:rPr lang="en-US" altLang="zh-CN" sz="1900" b="0" kern="1200" dirty="0">
                <a:solidFill>
                  <a:schemeClr val="bg1"/>
                </a:solidFill>
                <a:latin typeface="Impact" panose="020B0806030902050204" pitchFamily="34" charset="0"/>
                <a:ea typeface="微软雅黑" pitchFamily="34" charset="-122"/>
                <a:cs typeface="+mn-cs"/>
              </a:rPr>
              <a:t>Linux</a:t>
            </a:r>
            <a:endParaRPr lang="zh-CN" altLang="en-US" sz="1900" b="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newsfla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 userDrawn="1">
            <p:custDataLst>
              <p:tags r:id="rId1"/>
            </p:custDataLst>
          </p:nvPr>
        </p:nvSpPr>
        <p:spPr>
          <a:xfrm>
            <a:off x="0" y="2"/>
            <a:ext cx="12192000" cy="321468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4"/>
          <p:cNvSpPr txBox="1"/>
          <p:nvPr userDrawn="1">
            <p:custDataLst>
              <p:tags r:id="rId2"/>
            </p:custDataLst>
          </p:nvPr>
        </p:nvSpPr>
        <p:spPr>
          <a:xfrm>
            <a:off x="6096000" y="4214819"/>
            <a:ext cx="3841792" cy="447968"/>
          </a:xfrm>
          <a:prstGeom prst="rect">
            <a:avLst/>
          </a:prstGeom>
          <a:noFill/>
        </p:spPr>
        <p:txBody>
          <a:bodyPr wrap="none" lIns="91436" tIns="45718" rIns="91436" bIns="45718" rtlCol="0" anchor="ctr" anchorCtr="0">
            <a:noAutofit/>
          </a:bodyPr>
          <a:lstStyle/>
          <a:p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北京金企鹅文化发展中心</a:t>
            </a:r>
          </a:p>
        </p:txBody>
      </p:sp>
      <p:sp>
        <p:nvSpPr>
          <p:cNvPr id="34" name="文本框 6"/>
          <p:cNvSpPr txBox="1"/>
          <p:nvPr userDrawn="1">
            <p:custDataLst>
              <p:tags r:id="rId3"/>
            </p:custDataLst>
          </p:nvPr>
        </p:nvSpPr>
        <p:spPr>
          <a:xfrm>
            <a:off x="6111312" y="4683187"/>
            <a:ext cx="3826480" cy="447968"/>
          </a:xfrm>
          <a:prstGeom prst="rect">
            <a:avLst/>
          </a:prstGeom>
          <a:noFill/>
        </p:spPr>
        <p:txBody>
          <a:bodyPr wrap="none" lIns="91436" tIns="45718" rIns="91436" bIns="45718" rtlCol="0" anchor="ctr" anchorCtr="0">
            <a:noAutofit/>
          </a:bodyPr>
          <a:lstStyle/>
          <a:p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ell MT" panose="02020503060305020303" pitchFamily="18" charset="0"/>
                <a:ea typeface="微软雅黑" panose="020B0503020204020204" pitchFamily="34" charset="-122"/>
                <a:cs typeface="Arial" panose="020B0604020202020204" pitchFamily="34" charset="0"/>
              </a:rPr>
              <a:t>http://www.bjjqe.com</a:t>
            </a:r>
            <a:endParaRPr lang="zh-CN" alt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Bell MT" panose="02020503060305020303" pitchFamily="18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5" name="KSO_Shape"/>
          <p:cNvSpPr/>
          <p:nvPr userDrawn="1">
            <p:custDataLst>
              <p:tags r:id="rId4"/>
            </p:custDataLst>
          </p:nvPr>
        </p:nvSpPr>
        <p:spPr>
          <a:xfrm>
            <a:off x="5657930" y="4371299"/>
            <a:ext cx="279185" cy="158647"/>
          </a:xfrm>
          <a:custGeom>
            <a:avLst/>
            <a:gdLst/>
            <a:ahLst/>
            <a:cxnLst/>
            <a:rect l="l" t="t" r="r" b="b"/>
            <a:pathLst>
              <a:path w="4974795" h="3320682">
                <a:moveTo>
                  <a:pt x="1897867" y="1805825"/>
                </a:moveTo>
                <a:lnTo>
                  <a:pt x="2485737" y="2315734"/>
                </a:lnTo>
                <a:lnTo>
                  <a:pt x="3073607" y="1805825"/>
                </a:lnTo>
                <a:lnTo>
                  <a:pt x="4820061" y="3320682"/>
                </a:lnTo>
                <a:lnTo>
                  <a:pt x="151413" y="3320682"/>
                </a:lnTo>
                <a:close/>
                <a:moveTo>
                  <a:pt x="0" y="159634"/>
                </a:moveTo>
                <a:lnTo>
                  <a:pt x="1788328" y="1710812"/>
                </a:lnTo>
                <a:lnTo>
                  <a:pt x="0" y="3261996"/>
                </a:lnTo>
                <a:close/>
                <a:moveTo>
                  <a:pt x="4974795" y="156753"/>
                </a:moveTo>
                <a:lnTo>
                  <a:pt x="4974795" y="3264872"/>
                </a:lnTo>
                <a:lnTo>
                  <a:pt x="3183146" y="1710812"/>
                </a:lnTo>
                <a:close/>
                <a:moveTo>
                  <a:pt x="35040" y="0"/>
                </a:moveTo>
                <a:lnTo>
                  <a:pt x="4936434" y="0"/>
                </a:lnTo>
                <a:lnTo>
                  <a:pt x="2485737" y="2125709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5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6" name="KSO_Shape"/>
          <p:cNvSpPr/>
          <p:nvPr userDrawn="1">
            <p:custDataLst>
              <p:tags r:id="rId5"/>
            </p:custDataLst>
          </p:nvPr>
        </p:nvSpPr>
        <p:spPr>
          <a:xfrm>
            <a:off x="5583195" y="4770005"/>
            <a:ext cx="428648" cy="274335"/>
          </a:xfrm>
          <a:custGeom>
            <a:avLst/>
            <a:gdLst/>
            <a:ahLst/>
            <a:cxnLst/>
            <a:rect l="l" t="t" r="r" b="b"/>
            <a:pathLst>
              <a:path w="648072" h="400516">
                <a:moveTo>
                  <a:pt x="324036" y="0"/>
                </a:moveTo>
                <a:lnTo>
                  <a:pt x="648072" y="216024"/>
                </a:lnTo>
                <a:lnTo>
                  <a:pt x="520183" y="216024"/>
                </a:lnTo>
                <a:cubicBezTo>
                  <a:pt x="521934" y="217353"/>
                  <a:pt x="522036" y="218913"/>
                  <a:pt x="522036" y="220497"/>
                </a:cubicBezTo>
                <a:lnTo>
                  <a:pt x="522036" y="364511"/>
                </a:lnTo>
                <a:cubicBezTo>
                  <a:pt x="522036" y="384396"/>
                  <a:pt x="505916" y="400516"/>
                  <a:pt x="486031" y="400516"/>
                </a:cubicBezTo>
                <a:lnTo>
                  <a:pt x="378042" y="400516"/>
                </a:lnTo>
                <a:lnTo>
                  <a:pt x="378042" y="256516"/>
                </a:lnTo>
                <a:lnTo>
                  <a:pt x="270030" y="256516"/>
                </a:lnTo>
                <a:lnTo>
                  <a:pt x="270030" y="400516"/>
                </a:lnTo>
                <a:lnTo>
                  <a:pt x="162041" y="400516"/>
                </a:lnTo>
                <a:cubicBezTo>
                  <a:pt x="142156" y="400516"/>
                  <a:pt x="126036" y="384396"/>
                  <a:pt x="126036" y="364511"/>
                </a:cubicBezTo>
                <a:lnTo>
                  <a:pt x="126036" y="220497"/>
                </a:lnTo>
                <a:lnTo>
                  <a:pt x="127889" y="216024"/>
                </a:lnTo>
                <a:lnTo>
                  <a:pt x="0" y="216024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500" dirty="0"/>
          </a:p>
        </p:txBody>
      </p:sp>
      <p:sp>
        <p:nvSpPr>
          <p:cNvPr id="37" name="文本框 3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3454403" y="2214557"/>
            <a:ext cx="8737599" cy="1017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8" rIns="91436" bIns="45718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Britannic Bold" panose="020B0903060703020204" pitchFamily="34" charset="0"/>
              </a:rPr>
              <a:t>谢谢观看！</a:t>
            </a:r>
          </a:p>
        </p:txBody>
      </p:sp>
      <p:pic>
        <p:nvPicPr>
          <p:cNvPr id="38" name="图片 37" descr="金企鹅标绿（矢量）.tif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2309787" y="2184315"/>
            <a:ext cx="2071703" cy="174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07772"/>
      </p:ext>
    </p:extLst>
  </p:cSld>
  <p:clrMapOvr>
    <a:masterClrMapping/>
  </p:clrMapOvr>
  <p:transition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lIns="91436" tIns="45718" rIns="91436" bIns="45718"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 lIns="91436" tIns="45718" rIns="91436" bIns="45718"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9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/>
            </a:lvl1pPr>
          </a:lstStyle>
          <a:p>
            <a:pPr>
              <a:defRPr/>
            </a:pPr>
            <a:fld id="{6B2C0A9B-1074-4E67-AE77-D76A2EB7E205}" type="datetimeFigureOut">
              <a:rPr lang="zh-CN" altLang="en-US"/>
              <a:pPr>
                <a:defRPr/>
              </a:pPr>
              <a:t>2021/9/3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lIns="91436" tIns="45718" rIns="91436" bIns="45718"/>
          <a:lstStyle>
            <a:lvl1pPr>
              <a:defRPr/>
            </a:lvl1pPr>
          </a:lstStyle>
          <a:p>
            <a:fld id="{E0920618-A9B9-49E2-91F6-E6E889003F5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14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1063181" y="0"/>
            <a:ext cx="1128819" cy="1057472"/>
            <a:chOff x="11063181" y="0"/>
            <a:chExt cx="1128819" cy="1057472"/>
          </a:xfrm>
        </p:grpSpPr>
        <p:sp>
          <p:nvSpPr>
            <p:cNvPr id="3" name="矩形 2"/>
            <p:cNvSpPr/>
            <p:nvPr/>
          </p:nvSpPr>
          <p:spPr>
            <a:xfrm>
              <a:off x="11381387" y="246204"/>
              <a:ext cx="492407" cy="492407"/>
            </a:xfrm>
            <a:prstGeom prst="rect">
              <a:avLst/>
            </a:prstGeom>
            <a:noFill/>
            <a:ln w="38100">
              <a:solidFill>
                <a:srgbClr val="DA2B8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1699593" y="0"/>
              <a:ext cx="492407" cy="492407"/>
            </a:xfrm>
            <a:prstGeom prst="rect">
              <a:avLst/>
            </a:prstGeom>
            <a:noFill/>
            <a:ln w="3810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1063181" y="565065"/>
              <a:ext cx="492407" cy="492407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2265132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lIns="121912" tIns="60956" rIns="121912" bIns="60956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lIns="121912" tIns="60956" rIns="121912" bIns="60956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lIns="121912" tIns="60956" rIns="121912" bIns="60956"/>
          <a:lstStyle/>
          <a:p>
            <a:fld id="{824AF190-E6C3-4F71-9AD4-820770AEF1A8}" type="datetimeFigureOut">
              <a:rPr lang="zh-CN" altLang="en-US" smtClean="0"/>
              <a:pPr/>
              <a:t>2021/9/3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lIns="121912" tIns="60956" rIns="121912" bIns="60956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lIns="121912" tIns="60956" rIns="121912" bIns="60956"/>
          <a:lstStyle/>
          <a:p>
            <a:fld id="{B5B5BF9F-75C6-42BD-8363-2F606FE0B60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7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EB8DF-9D63-472C-998F-31C9B6D39C9C}" type="datetimeFigureOut">
              <a:rPr lang="zh-CN" altLang="en-US" smtClean="0"/>
              <a:pPr>
                <a:defRPr/>
              </a:pPr>
              <a:t>2021/9/3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17182-493A-4AF0-A436-57A10A1547C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88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燕尾形 32"/>
          <p:cNvSpPr/>
          <p:nvPr userDrawn="1"/>
        </p:nvSpPr>
        <p:spPr>
          <a:xfrm>
            <a:off x="754879" y="785795"/>
            <a:ext cx="5844916" cy="201600"/>
          </a:xfrm>
          <a:prstGeom prst="chevron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302223" y="409192"/>
            <a:ext cx="395988" cy="1090985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37" name="等腰三角形 36"/>
          <p:cNvSpPr/>
          <p:nvPr userDrawn="1"/>
        </p:nvSpPr>
        <p:spPr>
          <a:xfrm rot="5400000">
            <a:off x="646588" y="829739"/>
            <a:ext cx="202208" cy="98959"/>
          </a:xfrm>
          <a:prstGeom prst="triangle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302223" y="1342753"/>
            <a:ext cx="395988" cy="4300827"/>
          </a:xfrm>
          <a:prstGeom prst="rect">
            <a:avLst/>
          </a:prstGeom>
          <a:solidFill>
            <a:srgbClr val="3B79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42" name="矩形 41"/>
          <p:cNvSpPr/>
          <p:nvPr userDrawn="1"/>
        </p:nvSpPr>
        <p:spPr>
          <a:xfrm>
            <a:off x="6132533" y="785795"/>
            <a:ext cx="6059467" cy="201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1310975" y="6425949"/>
            <a:ext cx="642943" cy="432051"/>
          </a:xfrm>
          <a:prstGeom prst="rect">
            <a:avLst/>
          </a:prstGeom>
          <a:solidFill>
            <a:srgbClr val="3B79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44" name="TextBox 15"/>
          <p:cNvSpPr txBox="1"/>
          <p:nvPr userDrawn="1"/>
        </p:nvSpPr>
        <p:spPr>
          <a:xfrm>
            <a:off x="11310975" y="6488669"/>
            <a:ext cx="637824" cy="33855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49" r:id="rId7"/>
    <p:sldLayoutId id="2147483678" r:id="rId8"/>
    <p:sldLayoutId id="2147483663" r:id="rId9"/>
    <p:sldLayoutId id="2147483664" r:id="rId10"/>
    <p:sldLayoutId id="2147483674" r:id="rId11"/>
    <p:sldLayoutId id="2147483675" r:id="rId12"/>
    <p:sldLayoutId id="2147483676" r:id="rId13"/>
    <p:sldLayoutId id="2147483666" r:id="rId14"/>
    <p:sldLayoutId id="2147483681" r:id="rId15"/>
    <p:sldLayoutId id="2147483695" r:id="rId16"/>
    <p:sldLayoutId id="2147483696" r:id="rId17"/>
  </p:sldLayoutIdLst>
  <p:transition>
    <p:push dir="u"/>
  </p:transition>
  <p:txStyles>
    <p:titleStyle>
      <a:lvl1pPr algn="ctr" defTabSz="91435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BEEAA7E-E62B-4623-98D9-F53565153D22}" type="datetimeFigureOut">
              <a:rPr lang="zh-CN" altLang="en-US"/>
              <a:pPr>
                <a:defRPr/>
              </a:pPr>
              <a:t>2021/9/3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4DB0D629-D541-44F1-8E72-D8A1837FFC9A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rot="5400000">
            <a:off x="646588" y="829739"/>
            <a:ext cx="202208" cy="98959"/>
          </a:xfrm>
          <a:prstGeom prst="triangle">
            <a:avLst/>
          </a:pr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1437011" y="6425949"/>
            <a:ext cx="395988" cy="432051"/>
          </a:xfrm>
          <a:prstGeom prst="rect">
            <a:avLst/>
          </a:prstGeom>
          <a:solidFill>
            <a:srgbClr val="3B79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lvl="0" algn="ctr"/>
            <a:endParaRPr lang="zh-CN" altLang="en-US" sz="1900" dirty="0">
              <a:solidFill>
                <a:schemeClr val="tx1"/>
              </a:solidFill>
            </a:endParaRPr>
          </a:p>
        </p:txBody>
      </p:sp>
      <p:sp>
        <p:nvSpPr>
          <p:cNvPr id="13" name="TextBox 15"/>
          <p:cNvSpPr txBox="1"/>
          <p:nvPr userDrawn="1"/>
        </p:nvSpPr>
        <p:spPr>
          <a:xfrm>
            <a:off x="11387531" y="6488669"/>
            <a:ext cx="494948" cy="338552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>
    <p:push dir="u"/>
  </p:transition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17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354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532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70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589" indent="-228589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image" Target="file:///C:\Users\admin\AppData\Local\Temp\SoEasy\538F33E8F5E953A6F1822665454F2D83.png" TargetMode="Externa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image" Target="../media/image4.png"/><Relationship Id="rId2" Type="http://schemas.openxmlformats.org/officeDocument/2006/relationships/tags" Target="../tags/tag35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9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tags" Target="../tags/tag9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10" Type="http://schemas.openxmlformats.org/officeDocument/2006/relationships/tags" Target="../tags/tag94.xml"/><Relationship Id="rId19" Type="http://schemas.openxmlformats.org/officeDocument/2006/relationships/notesSlide" Target="../notesSlides/notesSlide3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tags" Target="../tags/tag114.xml"/><Relationship Id="rId18" Type="http://schemas.openxmlformats.org/officeDocument/2006/relationships/image" Target="../media/image5.png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tags" Target="../tags/tag113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03.xml"/><Relationship Id="rId16" Type="http://schemas.openxmlformats.org/officeDocument/2006/relationships/tags" Target="../tags/tag117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tags" Target="../tags/tag112.xml"/><Relationship Id="rId5" Type="http://schemas.openxmlformats.org/officeDocument/2006/relationships/tags" Target="../tags/tag106.xml"/><Relationship Id="rId15" Type="http://schemas.openxmlformats.org/officeDocument/2006/relationships/tags" Target="../tags/tag116.xml"/><Relationship Id="rId10" Type="http://schemas.openxmlformats.org/officeDocument/2006/relationships/tags" Target="../tags/tag111.xml"/><Relationship Id="rId19" Type="http://schemas.openxmlformats.org/officeDocument/2006/relationships/image" Target="../media/image6.png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tags" Target="../tags/tag1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49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55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7.xml"/><Relationship Id="rId1" Type="http://schemas.openxmlformats.org/officeDocument/2006/relationships/tags" Target="../tags/tag166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71.xml"/><Relationship Id="rId1" Type="http://schemas.openxmlformats.org/officeDocument/2006/relationships/tags" Target="../tags/tag170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18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5" Type="http://schemas.openxmlformats.org/officeDocument/2006/relationships/image" Target="../media/image24.png"/><Relationship Id="rId4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5" Type="http://schemas.openxmlformats.org/officeDocument/2006/relationships/image" Target="../media/image27.png"/><Relationship Id="rId4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212.xml"/><Relationship Id="rId3" Type="http://schemas.openxmlformats.org/officeDocument/2006/relationships/tags" Target="../tags/tag207.xml"/><Relationship Id="rId7" Type="http://schemas.openxmlformats.org/officeDocument/2006/relationships/tags" Target="../tags/tag211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tags" Target="../tags/tag210.xml"/><Relationship Id="rId5" Type="http://schemas.openxmlformats.org/officeDocument/2006/relationships/tags" Target="../tags/tag209.xml"/><Relationship Id="rId4" Type="http://schemas.openxmlformats.org/officeDocument/2006/relationships/tags" Target="../tags/tag208.xml"/><Relationship Id="rId9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6.xml"/><Relationship Id="rId1" Type="http://schemas.openxmlformats.org/officeDocument/2006/relationships/tags" Target="../tags/tag235.xml"/><Relationship Id="rId4" Type="http://schemas.openxmlformats.org/officeDocument/2006/relationships/image" Target="../media/image4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38.xml"/><Relationship Id="rId1" Type="http://schemas.openxmlformats.org/officeDocument/2006/relationships/tags" Target="../tags/tag237.xml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5" Type="http://schemas.openxmlformats.org/officeDocument/2006/relationships/image" Target="../media/image44.png"/><Relationship Id="rId4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244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3" Type="http://schemas.openxmlformats.org/officeDocument/2006/relationships/tags" Target="../tags/tag250.xml"/><Relationship Id="rId7" Type="http://schemas.openxmlformats.org/officeDocument/2006/relationships/tags" Target="../tags/tag254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251.xml"/><Relationship Id="rId9" Type="http://schemas.openxmlformats.org/officeDocument/2006/relationships/tags" Target="../tags/tag25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263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image" Target="../media/image47.png"/><Relationship Id="rId3" Type="http://schemas.openxmlformats.org/officeDocument/2006/relationships/tags" Target="../tags/tag269.xml"/><Relationship Id="rId7" Type="http://schemas.openxmlformats.org/officeDocument/2006/relationships/tags" Target="../tags/tag273.xml"/><Relationship Id="rId12" Type="http://schemas.openxmlformats.org/officeDocument/2006/relationships/image" Target="../media/image46.png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image" Target="../media/image45.png"/><Relationship Id="rId5" Type="http://schemas.openxmlformats.org/officeDocument/2006/relationships/tags" Target="../tags/tag271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270.xml"/><Relationship Id="rId9" Type="http://schemas.openxmlformats.org/officeDocument/2006/relationships/tags" Target="../tags/tag275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83.xml"/><Relationship Id="rId3" Type="http://schemas.openxmlformats.org/officeDocument/2006/relationships/tags" Target="../tags/tag278.xml"/><Relationship Id="rId7" Type="http://schemas.openxmlformats.org/officeDocument/2006/relationships/tags" Target="../tags/tag282.xml"/><Relationship Id="rId12" Type="http://schemas.openxmlformats.org/officeDocument/2006/relationships/image" Target="../media/image50.png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image" Target="../media/image49.png"/><Relationship Id="rId5" Type="http://schemas.openxmlformats.org/officeDocument/2006/relationships/tags" Target="../tags/tag280.xml"/><Relationship Id="rId10" Type="http://schemas.openxmlformats.org/officeDocument/2006/relationships/image" Target="../media/image48.png"/><Relationship Id="rId4" Type="http://schemas.openxmlformats.org/officeDocument/2006/relationships/tags" Target="../tags/tag279.xml"/><Relationship Id="rId9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5" Type="http://schemas.openxmlformats.org/officeDocument/2006/relationships/image" Target="../media/image51.png"/><Relationship Id="rId4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289.xml"/><Relationship Id="rId7" Type="http://schemas.openxmlformats.org/officeDocument/2006/relationships/image" Target="../media/image53.png"/><Relationship Id="rId2" Type="http://schemas.openxmlformats.org/officeDocument/2006/relationships/tags" Target="../tags/tag288.xml"/><Relationship Id="rId1" Type="http://schemas.openxmlformats.org/officeDocument/2006/relationships/tags" Target="../tags/tag287.xml"/><Relationship Id="rId6" Type="http://schemas.openxmlformats.org/officeDocument/2006/relationships/image" Target="../media/image52.png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9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95.xml"/><Relationship Id="rId4" Type="http://schemas.openxmlformats.org/officeDocument/2006/relationships/tags" Target="../tags/tag294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tags" Target="../tags/tag308.xml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2" Type="http://schemas.openxmlformats.org/officeDocument/2006/relationships/tags" Target="../tags/tag297.xml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0" Type="http://schemas.openxmlformats.org/officeDocument/2006/relationships/tags" Target="../tags/tag305.xml"/><Relationship Id="rId4" Type="http://schemas.openxmlformats.org/officeDocument/2006/relationships/tags" Target="../tags/tag299.xml"/><Relationship Id="rId9" Type="http://schemas.openxmlformats.org/officeDocument/2006/relationships/tags" Target="../tags/tag304.xml"/><Relationship Id="rId14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313.xml"/><Relationship Id="rId4" Type="http://schemas.openxmlformats.org/officeDocument/2006/relationships/tags" Target="../tags/tag3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1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tags" Target="../tags/tag319.xml"/><Relationship Id="rId7" Type="http://schemas.openxmlformats.org/officeDocument/2006/relationships/image" Target="../media/image56.png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21.xml"/><Relationship Id="rId4" Type="http://schemas.openxmlformats.org/officeDocument/2006/relationships/tags" Target="../tags/tag32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tags" Target="../tags/tag324.xml"/><Relationship Id="rId7" Type="http://schemas.openxmlformats.org/officeDocument/2006/relationships/image" Target="../media/image58.png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image" Target="../media/image57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2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tags" Target="../tags/tag330.xml"/><Relationship Id="rId7" Type="http://schemas.openxmlformats.org/officeDocument/2006/relationships/image" Target="../media/image60.png"/><Relationship Id="rId2" Type="http://schemas.openxmlformats.org/officeDocument/2006/relationships/tags" Target="../tags/tag329.xml"/><Relationship Id="rId1" Type="http://schemas.openxmlformats.org/officeDocument/2006/relationships/tags" Target="../tags/tag328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32.xml"/><Relationship Id="rId4" Type="http://schemas.openxmlformats.org/officeDocument/2006/relationships/tags" Target="../tags/tag33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37.xml"/><Relationship Id="rId4" Type="http://schemas.openxmlformats.org/officeDocument/2006/relationships/tags" Target="../tags/tag33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tags" Target="../tags/tag340.xml"/><Relationship Id="rId7" Type="http://schemas.openxmlformats.org/officeDocument/2006/relationships/image" Target="../media/image61.png"/><Relationship Id="rId2" Type="http://schemas.openxmlformats.org/officeDocument/2006/relationships/tags" Target="../tags/tag339.xml"/><Relationship Id="rId1" Type="http://schemas.openxmlformats.org/officeDocument/2006/relationships/tags" Target="../tags/tag338.xml"/><Relationship Id="rId6" Type="http://schemas.openxmlformats.org/officeDocument/2006/relationships/slideLayout" Target="../slideLayouts/slideLayout11.xml"/><Relationship Id="rId5" Type="http://schemas.openxmlformats.org/officeDocument/2006/relationships/tags" Target="../tags/tag342.xml"/><Relationship Id="rId4" Type="http://schemas.openxmlformats.org/officeDocument/2006/relationships/tags" Target="../tags/tag34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44.xml"/><Relationship Id="rId1" Type="http://schemas.openxmlformats.org/officeDocument/2006/relationships/tags" Target="../tags/tag343.xml"/><Relationship Id="rId4" Type="http://schemas.openxmlformats.org/officeDocument/2006/relationships/image" Target="../media/image6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4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48.xml"/><Relationship Id="rId1" Type="http://schemas.openxmlformats.org/officeDocument/2006/relationships/tags" Target="../tags/tag34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tags" Target="../tags/tag351.xml"/><Relationship Id="rId2" Type="http://schemas.openxmlformats.org/officeDocument/2006/relationships/tags" Target="../tags/tag350.xml"/><Relationship Id="rId1" Type="http://schemas.openxmlformats.org/officeDocument/2006/relationships/tags" Target="../tags/tag349.xml"/><Relationship Id="rId5" Type="http://schemas.openxmlformats.org/officeDocument/2006/relationships/image" Target="../media/image64.png"/><Relationship Id="rId4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Relationship Id="rId6" Type="http://schemas.openxmlformats.org/officeDocument/2006/relationships/image" Target="../media/image65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5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tags" Target="../tags/tag356.xml"/><Relationship Id="rId6" Type="http://schemas.openxmlformats.org/officeDocument/2006/relationships/image" Target="../media/image66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5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Relationship Id="rId5" Type="http://schemas.openxmlformats.org/officeDocument/2006/relationships/image" Target="../media/image67.png"/><Relationship Id="rId4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" Type="http://schemas.openxmlformats.org/officeDocument/2006/relationships/tags" Target="../tags/tag363.xml"/><Relationship Id="rId5" Type="http://schemas.openxmlformats.org/officeDocument/2006/relationships/image" Target="../media/image68.png"/><Relationship Id="rId4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" Type="http://schemas.openxmlformats.org/officeDocument/2006/relationships/tags" Target="../tags/tag366.xml"/><Relationship Id="rId6" Type="http://schemas.openxmlformats.org/officeDocument/2006/relationships/image" Target="../media/image69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69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tags" Target="../tags/tag372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image" Target="../media/image70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37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7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76.xml"/><Relationship Id="rId1" Type="http://schemas.openxmlformats.org/officeDocument/2006/relationships/tags" Target="../tags/tag375.xml"/><Relationship Id="rId4" Type="http://schemas.openxmlformats.org/officeDocument/2006/relationships/image" Target="../media/image7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78.xml"/><Relationship Id="rId1" Type="http://schemas.openxmlformats.org/officeDocument/2006/relationships/tags" Target="../tags/tag377.xml"/><Relationship Id="rId4" Type="http://schemas.openxmlformats.org/officeDocument/2006/relationships/image" Target="../media/image72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7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80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8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226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1" t="14711" r="6918" b="54915"/>
          <a:stretch>
            <a:fillRect/>
          </a:stretch>
        </p:blipFill>
        <p:spPr bwMode="auto">
          <a:xfrm>
            <a:off x="3" y="0"/>
            <a:ext cx="12372975" cy="694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3"/>
          <p:cNvGrpSpPr>
            <a:grpSpLocks/>
          </p:cNvGrpSpPr>
          <p:nvPr/>
        </p:nvGrpSpPr>
        <p:grpSpPr bwMode="auto">
          <a:xfrm>
            <a:off x="3667109" y="4214818"/>
            <a:ext cx="8715436" cy="1785104"/>
            <a:chOff x="2999258" y="4546607"/>
            <a:chExt cx="8716848" cy="1787639"/>
          </a:xfrm>
        </p:grpSpPr>
        <p:sp>
          <p:nvSpPr>
            <p:cNvPr id="960" name="文本框 959"/>
            <p:cNvSpPr txBox="1"/>
            <p:nvPr/>
          </p:nvSpPr>
          <p:spPr>
            <a:xfrm>
              <a:off x="3713754" y="4546607"/>
              <a:ext cx="8002352" cy="17876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zh-CN" sz="5500" b="1" dirty="0">
                  <a:solidFill>
                    <a:srgbClr val="00FFFF"/>
                  </a:solidFill>
                  <a:effectLst>
                    <a:reflection blurRad="6350" stA="60000" endA="900" endPos="60000" dist="60007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Linux</a:t>
              </a:r>
              <a:r>
                <a:rPr lang="zh-CN" altLang="en-US" sz="5500" b="1" dirty="0">
                  <a:solidFill>
                    <a:srgbClr val="00FFFF"/>
                  </a:solidFill>
                  <a:effectLst>
                    <a:reflection blurRad="6350" stA="60000" endA="900" endPos="60000" dist="60007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服务器搭建与管理</a:t>
              </a:r>
              <a:endParaRPr lang="en-US" altLang="zh-CN" sz="5500" b="1" dirty="0">
                <a:solidFill>
                  <a:srgbClr val="00FFFF"/>
                </a:solidFill>
                <a:effectLst>
                  <a:reflection blurRad="6350" stA="60000" endA="900" endPos="60000" dist="60007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defRPr/>
              </a:pPr>
              <a:r>
                <a:rPr lang="en-US" altLang="zh-CN" sz="5500" b="1" dirty="0">
                  <a:solidFill>
                    <a:srgbClr val="00FFFF"/>
                  </a:solidFill>
                  <a:effectLst>
                    <a:reflection blurRad="6350" stA="60000" endA="900" endPos="60000" dist="60007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 </a:t>
              </a:r>
              <a:r>
                <a:rPr lang="zh-CN" altLang="en-US" sz="5500" b="1" dirty="0">
                  <a:solidFill>
                    <a:srgbClr val="00FFFF"/>
                  </a:solidFill>
                  <a:effectLst>
                    <a:reflection blurRad="6350" stA="60000" endA="900" endPos="60000" dist="60007" dir="5400000" sy="-100000" algn="bl" rotWithShape="0"/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案例教程</a:t>
              </a:r>
            </a:p>
          </p:txBody>
        </p:sp>
        <p:grpSp>
          <p:nvGrpSpPr>
            <p:cNvPr id="3" name="组合 1"/>
            <p:cNvGrpSpPr>
              <a:grpSpLocks/>
            </p:cNvGrpSpPr>
            <p:nvPr/>
          </p:nvGrpSpPr>
          <p:grpSpPr bwMode="auto">
            <a:xfrm>
              <a:off x="2999258" y="4618145"/>
              <a:ext cx="508082" cy="523030"/>
              <a:chOff x="2999258" y="4618145"/>
              <a:chExt cx="508082" cy="523030"/>
            </a:xfrm>
          </p:grpSpPr>
          <p:sp>
            <p:nvSpPr>
              <p:cNvPr id="962" name="矩形 961"/>
              <p:cNvSpPr/>
              <p:nvPr/>
            </p:nvSpPr>
            <p:spPr>
              <a:xfrm>
                <a:off x="3113576" y="4748505"/>
                <a:ext cx="393764" cy="392670"/>
              </a:xfrm>
              <a:prstGeom prst="rect">
                <a:avLst/>
              </a:prstGeom>
              <a:solidFill>
                <a:srgbClr val="074693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/>
              </a:p>
            </p:txBody>
          </p:sp>
          <p:sp>
            <p:nvSpPr>
              <p:cNvPr id="2271" name="矩形 2270"/>
              <p:cNvSpPr/>
              <p:nvPr/>
            </p:nvSpPr>
            <p:spPr>
              <a:xfrm>
                <a:off x="2999258" y="4618145"/>
                <a:ext cx="393764" cy="392670"/>
              </a:xfrm>
              <a:prstGeom prst="rect">
                <a:avLst/>
              </a:prstGeom>
              <a:solidFill>
                <a:srgbClr val="01C4E3"/>
              </a:solidFill>
              <a:ln>
                <a:noFill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07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309654" y="1714489"/>
            <a:ext cx="9858443" cy="4357716"/>
            <a:chOff x="1666845" y="1785927"/>
            <a:chExt cx="9858443" cy="4357716"/>
          </a:xfrm>
        </p:grpSpPr>
        <p:sp>
          <p:nvSpPr>
            <p:cNvPr id="9" name="MH_Text_1"/>
            <p:cNvSpPr/>
            <p:nvPr>
              <p:custDataLst>
                <p:tags r:id="rId2"/>
              </p:custDataLst>
            </p:nvPr>
          </p:nvSpPr>
          <p:spPr>
            <a:xfrm>
              <a:off x="3091870" y="1928802"/>
              <a:ext cx="8433417" cy="2071702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" fmla="*/ 433137 w 5688632"/>
                <a:gd name="connsiteY0" fmla="*/ 12032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433137 w 5688632"/>
                <a:gd name="connsiteY4" fmla="*/ 12032 h 205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1619960" tIns="46799" rIns="71998" bIns="46799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        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Red Hat Enterprise Linux</a:t>
              </a:r>
              <a:r>
                <a:rPr lang="zh-CN" alt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（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RHEL</a:t>
              </a:r>
              <a:r>
                <a:rPr lang="zh-CN" alt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）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是企业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解决方案中最高端的产品，它专为企业的相关应用和数据中心而设计。本章以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RHEL 7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为例，介绍</a:t>
              </a:r>
              <a:r>
                <a:rPr lang="en-US" dirty="0">
                  <a:latin typeface="微软雅黑" pitchFamily="34" charset="-122"/>
                  <a:ea typeface="微软雅黑" pitchFamily="34" charset="-122"/>
                </a:rPr>
                <a:t>RHEL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的准备、安装的详细步骤和配置方法、常用网络配置、网络环境测试以及安装过程中故障的排除方法。</a:t>
              </a:r>
            </a:p>
          </p:txBody>
        </p:sp>
        <p:sp>
          <p:nvSpPr>
            <p:cNvPr id="10" name="MH_Text_2"/>
            <p:cNvSpPr/>
            <p:nvPr>
              <p:custDataLst>
                <p:tags r:id="rId3"/>
              </p:custDataLst>
            </p:nvPr>
          </p:nvSpPr>
          <p:spPr>
            <a:xfrm>
              <a:off x="3163310" y="4214818"/>
              <a:ext cx="8361978" cy="1928825"/>
            </a:xfrm>
            <a:custGeom>
              <a:avLst/>
              <a:gdLst>
                <a:gd name="connsiteX0" fmla="*/ 0 w 5688632"/>
                <a:gd name="connsiteY0" fmla="*/ 0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0 w 5688632"/>
                <a:gd name="connsiteY4" fmla="*/ 0 h 2053062"/>
                <a:gd name="connsiteX0" fmla="*/ 433137 w 5688632"/>
                <a:gd name="connsiteY0" fmla="*/ 12032 h 2053062"/>
                <a:gd name="connsiteX1" fmla="*/ 5688632 w 5688632"/>
                <a:gd name="connsiteY1" fmla="*/ 0 h 2053062"/>
                <a:gd name="connsiteX2" fmla="*/ 5688632 w 5688632"/>
                <a:gd name="connsiteY2" fmla="*/ 2053062 h 2053062"/>
                <a:gd name="connsiteX3" fmla="*/ 0 w 5688632"/>
                <a:gd name="connsiteY3" fmla="*/ 2053062 h 2053062"/>
                <a:gd name="connsiteX4" fmla="*/ 433137 w 5688632"/>
                <a:gd name="connsiteY4" fmla="*/ 12032 h 205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8632" h="2053062">
                  <a:moveTo>
                    <a:pt x="433137" y="12032"/>
                  </a:moveTo>
                  <a:lnTo>
                    <a:pt x="5688632" y="0"/>
                  </a:lnTo>
                  <a:lnTo>
                    <a:pt x="5688632" y="2053062"/>
                  </a:lnTo>
                  <a:lnTo>
                    <a:pt x="0" y="2053062"/>
                  </a:lnTo>
                  <a:lnTo>
                    <a:pt x="433137" y="12032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1619960" tIns="46799" rIns="71998" bIns="46799" anchor="ctr">
              <a:normAutofit/>
            </a:bodyPr>
            <a:lstStyle/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了解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的相关背景知识</a:t>
              </a:r>
            </a:p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RHEL 7</a:t>
              </a:r>
              <a:r>
                <a:rPr lang="zh-CN" altLang="en-US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的安装过程</a:t>
              </a:r>
            </a:p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RHEL 7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的常规网络配置和测试</a:t>
              </a:r>
            </a:p>
            <a:p>
              <a:pPr>
                <a:lnSpc>
                  <a:spcPct val="150000"/>
                </a:lnSpc>
                <a:buFont typeface="Arial" pitchFamily="34" charset="0"/>
                <a:buChar char="•"/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了解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RHEL 7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安装过程中故障的排除</a:t>
              </a:r>
            </a:p>
          </p:txBody>
        </p:sp>
        <p:sp>
          <p:nvSpPr>
            <p:cNvPr id="12" name="MH_Other_1"/>
            <p:cNvSpPr/>
            <p:nvPr>
              <p:custDataLst>
                <p:tags r:id="rId4"/>
              </p:custDataLst>
            </p:nvPr>
          </p:nvSpPr>
          <p:spPr>
            <a:xfrm rot="17117050" flipH="1">
              <a:off x="3115439" y="2496876"/>
              <a:ext cx="1071563" cy="1843617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" fmla="*/ 0 w 1625488"/>
                <a:gd name="connsiteY0" fmla="*/ 1842558 h 1842558"/>
                <a:gd name="connsiteX1" fmla="*/ 0 w 1625488"/>
                <a:gd name="connsiteY1" fmla="*/ 0 h 1842558"/>
                <a:gd name="connsiteX2" fmla="*/ 1625488 w 1625488"/>
                <a:gd name="connsiteY2" fmla="*/ 843012 h 1842558"/>
                <a:gd name="connsiteX3" fmla="*/ 0 w 1625488"/>
                <a:gd name="connsiteY3" fmla="*/ 1842558 h 1842558"/>
                <a:gd name="connsiteX0" fmla="*/ 0 w 1690209"/>
                <a:gd name="connsiteY0" fmla="*/ 1842558 h 1842558"/>
                <a:gd name="connsiteX1" fmla="*/ 0 w 1690209"/>
                <a:gd name="connsiteY1" fmla="*/ 0 h 1842558"/>
                <a:gd name="connsiteX2" fmla="*/ 1690209 w 1690209"/>
                <a:gd name="connsiteY2" fmla="*/ 149753 h 1842558"/>
                <a:gd name="connsiteX3" fmla="*/ 0 w 1690209"/>
                <a:gd name="connsiteY3" fmla="*/ 1842558 h 184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sz="1300" kern="0" dirty="0">
                <a:solidFill>
                  <a:sysClr val="window" lastClr="FFFFFF"/>
                </a:solidFill>
                <a:latin typeface="+mn-ea"/>
              </a:endParaRPr>
            </a:p>
          </p:txBody>
        </p:sp>
        <p:sp>
          <p:nvSpPr>
            <p:cNvPr id="14" name="MH_SubTitle_1"/>
            <p:cNvSpPr/>
            <p:nvPr>
              <p:custDataLst>
                <p:tags r:id="rId5"/>
              </p:custDataLst>
            </p:nvPr>
          </p:nvSpPr>
          <p:spPr>
            <a:xfrm>
              <a:off x="1666845" y="1785927"/>
              <a:ext cx="3086100" cy="1370013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107997" bIns="0" anchor="ctr">
              <a:normAutofit/>
            </a:bodyPr>
            <a:lstStyle/>
            <a:p>
              <a:r>
                <a:rPr lang="zh-CN" altLang="en-US" sz="2000" b="1" dirty="0"/>
                <a:t>             </a:t>
              </a:r>
              <a:r>
                <a:rPr lang="zh-CN" altLang="en-US" sz="2400" b="1" dirty="0">
                  <a:solidFill>
                    <a:schemeClr val="bg1"/>
                  </a:solidFill>
                </a:rPr>
                <a:t>本章导读</a:t>
              </a:r>
            </a:p>
          </p:txBody>
        </p:sp>
        <p:sp>
          <p:nvSpPr>
            <p:cNvPr id="20" name="MH_Other_2"/>
            <p:cNvSpPr/>
            <p:nvPr>
              <p:custDataLst>
                <p:tags r:id="rId6"/>
              </p:custDataLst>
            </p:nvPr>
          </p:nvSpPr>
          <p:spPr>
            <a:xfrm rot="17117050" flipH="1">
              <a:off x="3115439" y="4613013"/>
              <a:ext cx="1071563" cy="1843617"/>
            </a:xfrm>
            <a:custGeom>
              <a:avLst/>
              <a:gdLst>
                <a:gd name="connsiteX0" fmla="*/ 0 w 2088232"/>
                <a:gd name="connsiteY0" fmla="*/ 1842558 h 1842558"/>
                <a:gd name="connsiteX1" fmla="*/ 0 w 2088232"/>
                <a:gd name="connsiteY1" fmla="*/ 0 h 1842558"/>
                <a:gd name="connsiteX2" fmla="*/ 2088232 w 2088232"/>
                <a:gd name="connsiteY2" fmla="*/ 1842558 h 1842558"/>
                <a:gd name="connsiteX3" fmla="*/ 0 w 2088232"/>
                <a:gd name="connsiteY3" fmla="*/ 1842558 h 1842558"/>
                <a:gd name="connsiteX0" fmla="*/ 0 w 1625488"/>
                <a:gd name="connsiteY0" fmla="*/ 1842558 h 1842558"/>
                <a:gd name="connsiteX1" fmla="*/ 0 w 1625488"/>
                <a:gd name="connsiteY1" fmla="*/ 0 h 1842558"/>
                <a:gd name="connsiteX2" fmla="*/ 1625488 w 1625488"/>
                <a:gd name="connsiteY2" fmla="*/ 843012 h 1842558"/>
                <a:gd name="connsiteX3" fmla="*/ 0 w 1625488"/>
                <a:gd name="connsiteY3" fmla="*/ 1842558 h 1842558"/>
                <a:gd name="connsiteX0" fmla="*/ 0 w 1690209"/>
                <a:gd name="connsiteY0" fmla="*/ 1842558 h 1842558"/>
                <a:gd name="connsiteX1" fmla="*/ 0 w 1690209"/>
                <a:gd name="connsiteY1" fmla="*/ 0 h 1842558"/>
                <a:gd name="connsiteX2" fmla="*/ 1690209 w 1690209"/>
                <a:gd name="connsiteY2" fmla="*/ 149753 h 1842558"/>
                <a:gd name="connsiteX3" fmla="*/ 0 w 1690209"/>
                <a:gd name="connsiteY3" fmla="*/ 1842558 h 1842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0209" h="1842558">
                  <a:moveTo>
                    <a:pt x="0" y="1842558"/>
                  </a:moveTo>
                  <a:lnTo>
                    <a:pt x="0" y="0"/>
                  </a:lnTo>
                  <a:lnTo>
                    <a:pt x="1690209" y="149753"/>
                  </a:lnTo>
                  <a:lnTo>
                    <a:pt x="0" y="1842558"/>
                  </a:lnTo>
                  <a:close/>
                </a:path>
              </a:pathLst>
            </a:cu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sz="1300" kern="0" dirty="0">
                <a:solidFill>
                  <a:sysClr val="window" lastClr="FFFFFF"/>
                </a:solidFill>
                <a:latin typeface="+mn-ea"/>
              </a:endParaRPr>
            </a:p>
          </p:txBody>
        </p:sp>
        <p:sp>
          <p:nvSpPr>
            <p:cNvPr id="21" name="MH_SubTitle_2"/>
            <p:cNvSpPr/>
            <p:nvPr>
              <p:custDataLst>
                <p:tags r:id="rId7"/>
              </p:custDataLst>
            </p:nvPr>
          </p:nvSpPr>
          <p:spPr>
            <a:xfrm>
              <a:off x="1666845" y="3916377"/>
              <a:ext cx="3086100" cy="1370012"/>
            </a:xfrm>
            <a:custGeom>
              <a:avLst/>
              <a:gdLst>
                <a:gd name="connsiteX0" fmla="*/ 271763 w 2315387"/>
                <a:gd name="connsiteY0" fmla="*/ 0 h 1620180"/>
                <a:gd name="connsiteX1" fmla="*/ 1824103 w 2315387"/>
                <a:gd name="connsiteY1" fmla="*/ 232317 h 1620180"/>
                <a:gd name="connsiteX2" fmla="*/ 2315387 w 2315387"/>
                <a:gd name="connsiteY2" fmla="*/ 1620180 h 1620180"/>
                <a:gd name="connsiteX3" fmla="*/ 0 w 2315387"/>
                <a:gd name="connsiteY3" fmla="*/ 1528412 h 1620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5387" h="1620180">
                  <a:moveTo>
                    <a:pt x="271763" y="0"/>
                  </a:moveTo>
                  <a:lnTo>
                    <a:pt x="1824103" y="232317"/>
                  </a:lnTo>
                  <a:lnTo>
                    <a:pt x="2315387" y="1620180"/>
                  </a:lnTo>
                  <a:lnTo>
                    <a:pt x="0" y="152841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107997" bIns="0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b="1" kern="0" dirty="0">
                  <a:solidFill>
                    <a:srgbClr val="FFFFFF"/>
                  </a:solidFill>
                </a:rPr>
                <a:t>学习目标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09590" y="1142986"/>
            <a:ext cx="7244287" cy="384719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源自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，因此对于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的了解应该从了解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开始。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151" y="1571613"/>
            <a:ext cx="11215767" cy="677107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altLang="zh-CN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1.1.1</a:t>
            </a:r>
            <a:r>
              <a:rPr lang="en-US" altLang="zh-CN" b="1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UNIX</a:t>
            </a:r>
            <a:r>
              <a:rPr lang="zh-CN" alt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操作系统</a:t>
            </a:r>
          </a:p>
          <a:p>
            <a:endParaRPr lang="zh-CN" altLang="en-US" dirty="0"/>
          </a:p>
        </p:txBody>
      </p:sp>
      <p:cxnSp>
        <p:nvCxnSpPr>
          <p:cNvPr id="26" name="MH_Other_1"/>
          <p:cNvCxnSpPr/>
          <p:nvPr>
            <p:custDataLst>
              <p:tags r:id="rId1"/>
            </p:custDataLst>
          </p:nvPr>
        </p:nvCxnSpPr>
        <p:spPr>
          <a:xfrm>
            <a:off x="1595407" y="6070619"/>
            <a:ext cx="9858444" cy="1588"/>
          </a:xfrm>
          <a:prstGeom prst="line">
            <a:avLst/>
          </a:prstGeom>
          <a:ln>
            <a:solidFill>
              <a:schemeClr val="tx1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MH_Other_2"/>
          <p:cNvCxnSpPr/>
          <p:nvPr>
            <p:custDataLst>
              <p:tags r:id="rId2"/>
            </p:custDataLst>
          </p:nvPr>
        </p:nvCxnSpPr>
        <p:spPr>
          <a:xfrm flipV="1">
            <a:off x="3238480" y="5499115"/>
            <a:ext cx="0" cy="562711"/>
          </a:xfrm>
          <a:prstGeom prst="straightConnector1">
            <a:avLst/>
          </a:prstGeom>
          <a:ln>
            <a:solidFill>
              <a:srgbClr val="FFBF5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1523970" y="2071679"/>
            <a:ext cx="3214711" cy="3891011"/>
            <a:chOff x="1523968" y="2071678"/>
            <a:chExt cx="3214711" cy="3891011"/>
          </a:xfrm>
        </p:grpSpPr>
        <p:sp>
          <p:nvSpPr>
            <p:cNvPr id="27" name="MH_SubTitle_1"/>
            <p:cNvSpPr/>
            <p:nvPr>
              <p:custDataLst>
                <p:tags r:id="rId9"/>
              </p:custDataLst>
            </p:nvPr>
          </p:nvSpPr>
          <p:spPr>
            <a:xfrm>
              <a:off x="1523968" y="2071678"/>
              <a:ext cx="3214711" cy="342743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>
              <a:noAutofit/>
            </a:bodyPr>
            <a:lstStyle/>
            <a:p>
              <a:r>
                <a:rPr lang="en-US" b="1" dirty="0">
                  <a:latin typeface="+mn-ea"/>
                </a:rPr>
                <a:t>        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源于</a:t>
              </a:r>
              <a:r>
                <a:rPr lang="en-US" b="1" dirty="0">
                  <a:solidFill>
                    <a:srgbClr val="FF0000"/>
                  </a:solidFill>
                  <a:latin typeface="+mn-ea"/>
                  <a:cs typeface="Times New Roman" pitchFamily="18" charset="0"/>
                </a:rPr>
                <a:t>AT&amp;T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贝尔实验室、通用电气公司（</a:t>
              </a:r>
              <a:r>
                <a:rPr lang="en-US" b="1" dirty="0">
                  <a:solidFill>
                    <a:srgbClr val="FF0000"/>
                  </a:solidFill>
                  <a:latin typeface="+mn-ea"/>
                </a:rPr>
                <a:t>GE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）与麻省理工（</a:t>
              </a:r>
              <a:r>
                <a:rPr lang="en-US" b="1" dirty="0">
                  <a:solidFill>
                    <a:srgbClr val="FF0000"/>
                  </a:solidFill>
                  <a:latin typeface="+mn-ea"/>
                </a:rPr>
                <a:t>MIT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）合作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开发的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MULTICS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（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Multiplexed Information and Computing Service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）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操作系统计划。虽然，</a:t>
              </a:r>
              <a:r>
                <a:rPr lang="en-US" b="1" dirty="0">
                  <a:solidFill>
                    <a:schemeClr val="tx1"/>
                  </a:solidFill>
                  <a:latin typeface="+mn-ea"/>
                </a:rPr>
                <a:t>MULTICS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计划最终由于进度过慢而终止。但是，却因此于</a:t>
              </a:r>
              <a:r>
                <a:rPr lang="en-US" altLang="zh-CN" b="1" dirty="0">
                  <a:solidFill>
                    <a:srgbClr val="FF0000"/>
                  </a:solidFill>
                  <a:latin typeface="+mn-ea"/>
                </a:rPr>
                <a:t>1969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年夏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诞生了</a:t>
              </a:r>
              <a:r>
                <a:rPr lang="en-US" b="1" dirty="0">
                  <a:solidFill>
                    <a:schemeClr val="tx1"/>
                  </a:solidFill>
                  <a:latin typeface="+mn-ea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操作系统的第一个版本。</a:t>
              </a:r>
            </a:p>
          </p:txBody>
        </p:sp>
        <p:sp>
          <p:nvSpPr>
            <p:cNvPr id="29" name="MH_Other_3"/>
            <p:cNvSpPr/>
            <p:nvPr>
              <p:custDataLst>
                <p:tags r:id="rId10"/>
              </p:custDataLst>
            </p:nvPr>
          </p:nvSpPr>
          <p:spPr>
            <a:xfrm flipH="1">
              <a:off x="3095605" y="5713428"/>
              <a:ext cx="332348" cy="249261"/>
            </a:xfrm>
            <a:prstGeom prst="ellipse">
              <a:avLst/>
            </a:prstGeom>
            <a:solidFill>
              <a:srgbClr val="FFBF5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endParaRPr lang="zh-CN" altLang="en-US" dirty="0">
                <a:solidFill>
                  <a:srgbClr val="FEFFFF"/>
                </a:solidFill>
                <a:latin typeface="Calibri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238744" y="2212967"/>
            <a:ext cx="2857520" cy="3848859"/>
            <a:chOff x="5238744" y="2212967"/>
            <a:chExt cx="2857520" cy="3848858"/>
          </a:xfrm>
        </p:grpSpPr>
        <p:sp>
          <p:nvSpPr>
            <p:cNvPr id="30" name="MH_SubTitle_2"/>
            <p:cNvSpPr/>
            <p:nvPr>
              <p:custDataLst>
                <p:tags r:id="rId6"/>
              </p:custDataLst>
            </p:nvPr>
          </p:nvSpPr>
          <p:spPr>
            <a:xfrm>
              <a:off x="5238744" y="2212967"/>
              <a:ext cx="2857520" cy="328614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>
              <a:noAutofit/>
            </a:bodyPr>
            <a:lstStyle/>
            <a:p>
              <a:r>
                <a:rPr lang="en-US" b="1" dirty="0">
                  <a:latin typeface="+mn-ea"/>
                </a:rPr>
                <a:t>      </a:t>
              </a:r>
              <a:r>
                <a:rPr lang="en-US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系统的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第一个版本使用汇编语言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编写。后来为了将其移植到其他计算机上，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Ken Thompson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于</a:t>
              </a:r>
              <a:r>
                <a:rPr lang="en-US" altLang="zh-CN" b="1" dirty="0">
                  <a:solidFill>
                    <a:srgbClr val="FF0000"/>
                  </a:solidFill>
                  <a:latin typeface="+mn-ea"/>
                  <a:cs typeface="Times New Roman" pitchFamily="18" charset="0"/>
                </a:rPr>
                <a:t>1972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  <a:cs typeface="Times New Roman" pitchFamily="18" charset="0"/>
                </a:rPr>
                <a:t>年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使用</a:t>
              </a:r>
              <a:r>
                <a:rPr lang="en-US" b="1" dirty="0">
                  <a:solidFill>
                    <a:srgbClr val="FF0000"/>
                  </a:solidFill>
                  <a:latin typeface="+mn-ea"/>
                  <a:cs typeface="Times New Roman" pitchFamily="18" charset="0"/>
                </a:rPr>
                <a:t>C</a:t>
              </a:r>
              <a:r>
                <a:rPr lang="zh-CN" altLang="en-US" b="1" dirty="0">
                  <a:solidFill>
                    <a:srgbClr val="FF0000"/>
                  </a:solidFill>
                  <a:latin typeface="+mn-ea"/>
                </a:rPr>
                <a:t>语言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重写了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的第三版内核。到第五版时，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开始在各大高校作为操作系统教学及研究之用得到迅速普及。</a:t>
              </a:r>
            </a:p>
          </p:txBody>
        </p:sp>
        <p:cxnSp>
          <p:nvCxnSpPr>
            <p:cNvPr id="31" name="MH_Other_4"/>
            <p:cNvCxnSpPr/>
            <p:nvPr>
              <p:custDataLst>
                <p:tags r:id="rId7"/>
              </p:custDataLst>
            </p:nvPr>
          </p:nvCxnSpPr>
          <p:spPr>
            <a:xfrm flipV="1">
              <a:off x="6738943" y="5499114"/>
              <a:ext cx="0" cy="562711"/>
            </a:xfrm>
            <a:prstGeom prst="straightConnector1">
              <a:avLst/>
            </a:prstGeom>
            <a:ln>
              <a:solidFill>
                <a:srgbClr val="02B3C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MH_Other_5"/>
            <p:cNvSpPr/>
            <p:nvPr>
              <p:custDataLst>
                <p:tags r:id="rId8"/>
              </p:custDataLst>
            </p:nvPr>
          </p:nvSpPr>
          <p:spPr>
            <a:xfrm flipH="1">
              <a:off x="6596067" y="5713428"/>
              <a:ext cx="332348" cy="249261"/>
            </a:xfrm>
            <a:prstGeom prst="ellipse">
              <a:avLst/>
            </a:prstGeom>
            <a:solidFill>
              <a:srgbClr val="02B3C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endParaRPr lang="zh-CN" altLang="en-US" dirty="0">
                <a:solidFill>
                  <a:srgbClr val="FEFFFF"/>
                </a:solidFill>
                <a:latin typeface="Calibri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596329" y="2212967"/>
            <a:ext cx="2786083" cy="3848859"/>
            <a:chOff x="8596329" y="2212967"/>
            <a:chExt cx="2786083" cy="3848858"/>
          </a:xfrm>
        </p:grpSpPr>
        <p:sp>
          <p:nvSpPr>
            <p:cNvPr id="33" name="MH_SubTitle_3"/>
            <p:cNvSpPr/>
            <p:nvPr>
              <p:custDataLst>
                <p:tags r:id="rId3"/>
              </p:custDataLst>
            </p:nvPr>
          </p:nvSpPr>
          <p:spPr>
            <a:xfrm>
              <a:off x="8596329" y="2212967"/>
              <a:ext cx="2786083" cy="328614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>
              <a:norm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      由于早期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开放源代码，使用者可以根据需要裁剪或改写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，从而使得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UNIX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出现了各种各样的变种。其中，主要的两个变种分别是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BSD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和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System</a:t>
              </a:r>
              <a:r>
                <a:rPr lang="en-US" b="1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b="1" dirty="0">
                  <a:solidFill>
                    <a:schemeClr val="tx1"/>
                  </a:solidFill>
                  <a:latin typeface="+mn-ea"/>
                  <a:cs typeface="Times New Roman" pitchFamily="18" charset="0"/>
                </a:rPr>
                <a:t>V</a:t>
              </a:r>
              <a:r>
                <a:rPr lang="zh-CN" altLang="en-US" b="1" dirty="0">
                  <a:solidFill>
                    <a:schemeClr val="tx1"/>
                  </a:solidFill>
                  <a:latin typeface="+mn-ea"/>
                </a:rPr>
                <a:t>。其他很多变种基本上都是由这两个变种演变而来的。</a:t>
              </a:r>
            </a:p>
          </p:txBody>
        </p:sp>
        <p:cxnSp>
          <p:nvCxnSpPr>
            <p:cNvPr id="34" name="MH_Other_6"/>
            <p:cNvCxnSpPr/>
            <p:nvPr>
              <p:custDataLst>
                <p:tags r:id="rId4"/>
              </p:custDataLst>
            </p:nvPr>
          </p:nvCxnSpPr>
          <p:spPr>
            <a:xfrm flipV="1">
              <a:off x="9953652" y="5499114"/>
              <a:ext cx="0" cy="562711"/>
            </a:xfrm>
            <a:prstGeom prst="straightConnector1">
              <a:avLst/>
            </a:prstGeom>
            <a:ln>
              <a:solidFill>
                <a:srgbClr val="EF7373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MH_Other_7"/>
            <p:cNvSpPr/>
            <p:nvPr>
              <p:custDataLst>
                <p:tags r:id="rId5"/>
              </p:custDataLst>
            </p:nvPr>
          </p:nvSpPr>
          <p:spPr>
            <a:xfrm flipH="1">
              <a:off x="9810777" y="5713428"/>
              <a:ext cx="332348" cy="249261"/>
            </a:xfrm>
            <a:prstGeom prst="ellipse">
              <a:avLst/>
            </a:prstGeom>
            <a:solidFill>
              <a:srgbClr val="EF737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endParaRPr lang="zh-CN" altLang="en-US" dirty="0">
                <a:solidFill>
                  <a:srgbClr val="FEFFFF"/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09588" y="1142986"/>
            <a:ext cx="3627912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1.1.2  </a:t>
            </a:r>
            <a:r>
              <a:rPr lang="zh-CN" alt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类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操作系统和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endParaRPr lang="zh-CN" altLang="en-US" b="1" dirty="0">
              <a:solidFill>
                <a:schemeClr val="tx2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9" name="MH_Text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238218" y="1841499"/>
            <a:ext cx="9787007" cy="1373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 anchor="b"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类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UNIX-like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指各种传统的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系统（如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FreeBSD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OpenBSD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Solaris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）以及各种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与传统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类似的系统（如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Minix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QNX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等）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。它们虽然有的是自由软件，有的是商业软件，但都相当程度地继承了原始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的特性，有许多相似处，并且都在一定程度上遵守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POSIX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规范。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1095340" y="3571878"/>
            <a:ext cx="10314164" cy="2143140"/>
            <a:chOff x="1095340" y="3571878"/>
            <a:chExt cx="10314164" cy="2143140"/>
          </a:xfrm>
        </p:grpSpPr>
        <p:sp>
          <p:nvSpPr>
            <p:cNvPr id="15" name="矩形 14"/>
            <p:cNvSpPr/>
            <p:nvPr/>
          </p:nvSpPr>
          <p:spPr>
            <a:xfrm>
              <a:off x="1095340" y="3643315"/>
              <a:ext cx="10001320" cy="2071703"/>
            </a:xfrm>
            <a:prstGeom prst="rect">
              <a:avLst/>
            </a:prstGeom>
            <a:noFill/>
            <a:ln>
              <a:solidFill>
                <a:srgbClr val="CC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MH_Other_9"/>
            <p:cNvSpPr/>
            <p:nvPr>
              <p:custDataLst>
                <p:tags r:id="rId2"/>
              </p:custDataLst>
            </p:nvPr>
          </p:nvSpPr>
          <p:spPr bwMode="auto">
            <a:xfrm rot="21283523">
              <a:off x="8884320" y="4267205"/>
              <a:ext cx="2525184" cy="1081087"/>
            </a:xfrm>
            <a:prstGeom prst="roundRect">
              <a:avLst>
                <a:gd name="adj" fmla="val 10409"/>
              </a:avLst>
            </a:prstGeom>
            <a:solidFill>
              <a:srgbClr val="D4D4D4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1" name="MH_Other_10"/>
            <p:cNvCxnSpPr>
              <a:endCxn id="33" idx="2"/>
            </p:cNvCxnSpPr>
            <p:nvPr>
              <p:custDataLst>
                <p:tags r:id="rId3"/>
              </p:custDataLst>
            </p:nvPr>
          </p:nvCxnSpPr>
          <p:spPr bwMode="auto">
            <a:xfrm flipV="1">
              <a:off x="9261088" y="3681416"/>
              <a:ext cx="1032933" cy="665163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MH_Other_11"/>
            <p:cNvCxnSpPr>
              <a:stCxn id="33" idx="6"/>
            </p:cNvCxnSpPr>
            <p:nvPr>
              <p:custDataLst>
                <p:tags r:id="rId4"/>
              </p:custDataLst>
            </p:nvPr>
          </p:nvCxnSpPr>
          <p:spPr bwMode="auto">
            <a:xfrm>
              <a:off x="10581887" y="3681415"/>
              <a:ext cx="393700" cy="546100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MH_Other_12"/>
            <p:cNvSpPr/>
            <p:nvPr>
              <p:custDataLst>
                <p:tags r:id="rId5"/>
              </p:custDataLst>
            </p:nvPr>
          </p:nvSpPr>
          <p:spPr bwMode="auto">
            <a:xfrm>
              <a:off x="10294020" y="3571878"/>
              <a:ext cx="287867" cy="2159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75000"/>
                  </a:schemeClr>
                </a:gs>
                <a:gs pos="20000">
                  <a:schemeClr val="bg1">
                    <a:lumMod val="95000"/>
                  </a:schemeClr>
                </a:gs>
              </a:gsLst>
              <a:lin ang="5400000" scaled="0"/>
              <a:tileRect/>
            </a:gradFill>
            <a:ln w="3175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40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MH_Other_13"/>
            <p:cNvSpPr/>
            <p:nvPr>
              <p:custDataLst>
                <p:tags r:id="rId6"/>
              </p:custDataLst>
            </p:nvPr>
          </p:nvSpPr>
          <p:spPr bwMode="auto">
            <a:xfrm>
              <a:off x="10354399" y="3618118"/>
              <a:ext cx="165604" cy="124207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A8A8A"/>
                </a:gs>
                <a:gs pos="0">
                  <a:srgbClr val="8A8A8A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MH_SubTitle_2"/>
            <p:cNvSpPr/>
            <p:nvPr>
              <p:custDataLst>
                <p:tags r:id="rId7"/>
              </p:custDataLst>
            </p:nvPr>
          </p:nvSpPr>
          <p:spPr bwMode="auto">
            <a:xfrm rot="21283523">
              <a:off x="8975443" y="4382690"/>
              <a:ext cx="2311400" cy="890588"/>
            </a:xfrm>
            <a:prstGeom prst="roundRect">
              <a:avLst>
                <a:gd name="adj" fmla="val 7418"/>
              </a:avLst>
            </a:prstGeom>
            <a:solidFill>
              <a:srgbClr val="E6457B"/>
            </a:solidFill>
            <a:ln w="19050">
              <a:solidFill>
                <a:srgbClr val="FFFFF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提示</a:t>
              </a:r>
              <a:endPara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MH_Other_14"/>
            <p:cNvSpPr/>
            <p:nvPr>
              <p:custDataLst>
                <p:tags r:id="rId8"/>
              </p:custDataLst>
            </p:nvPr>
          </p:nvSpPr>
          <p:spPr bwMode="auto">
            <a:xfrm rot="21283523">
              <a:off x="9212481" y="4346419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MH_Other_15"/>
            <p:cNvSpPr/>
            <p:nvPr>
              <p:custDataLst>
                <p:tags r:id="rId9"/>
              </p:custDataLst>
            </p:nvPr>
          </p:nvSpPr>
          <p:spPr bwMode="auto">
            <a:xfrm rot="21283523">
              <a:off x="10928089" y="4227626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MH_Text_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09655" y="3714753"/>
              <a:ext cx="7286676" cy="19510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 anchor="b"/>
            <a:lstStyle/>
            <a:p>
              <a:pPr>
                <a:lnSpc>
                  <a:spcPct val="130000"/>
                </a:lnSpc>
              </a:pPr>
              <a:r>
                <a:rPr 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      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POSIX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表示可移植操作系统接口（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Portable Operating System Interface</a:t>
              </a:r>
              <a:r>
                <a:rPr lang="zh-CN" alt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），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POSIX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标准定义了操作系统应该为应用程序提供的接口标准，是</a:t>
              </a:r>
              <a:r>
                <a:rPr 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IEEE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为需要在各种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UNIX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操作系统上运行的软件定义的一系列</a:t>
              </a:r>
              <a:r>
                <a:rPr 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API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标准的总称，其正式称呼为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IEEE 1003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，而国际标准名称为</a:t>
              </a:r>
              <a:r>
                <a:rPr lang="en-US" dirty="0">
                  <a:solidFill>
                    <a:srgbClr val="0066FF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ISO/IEC 9945</a:t>
              </a:r>
              <a:r>
                <a:rPr lang="zh-CN" altLang="en-US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03712" y="602284"/>
            <a:ext cx="8429684" cy="4089581"/>
            <a:chOff x="1952597" y="1214423"/>
            <a:chExt cx="8429684" cy="4827994"/>
          </a:xfrm>
        </p:grpSpPr>
        <p:sp>
          <p:nvSpPr>
            <p:cNvPr id="13" name="MH_Other_1"/>
            <p:cNvSpPr/>
            <p:nvPr>
              <p:custDataLst>
                <p:tags r:id="rId10"/>
              </p:custDataLst>
            </p:nvPr>
          </p:nvSpPr>
          <p:spPr>
            <a:xfrm>
              <a:off x="1952597" y="1785928"/>
              <a:ext cx="8358247" cy="4256489"/>
            </a:xfrm>
            <a:custGeom>
              <a:avLst/>
              <a:gdLst>
                <a:gd name="connsiteX0" fmla="*/ 0 w 2739638"/>
                <a:gd name="connsiteY0" fmla="*/ 0 h 1934349"/>
                <a:gd name="connsiteX1" fmla="*/ 2739638 w 2739638"/>
                <a:gd name="connsiteY1" fmla="*/ 0 h 1934349"/>
                <a:gd name="connsiteX2" fmla="*/ 2739638 w 2739638"/>
                <a:gd name="connsiteY2" fmla="*/ 1934349 h 1934349"/>
                <a:gd name="connsiteX3" fmla="*/ 0 w 2739638"/>
                <a:gd name="connsiteY3" fmla="*/ 1934349 h 1934349"/>
                <a:gd name="connsiteX4" fmla="*/ 0 w 2739638"/>
                <a:gd name="connsiteY4" fmla="*/ 0 h 1934349"/>
                <a:gd name="connsiteX0" fmla="*/ 0 w 2739638"/>
                <a:gd name="connsiteY0" fmla="*/ 0 h 1934349"/>
                <a:gd name="connsiteX1" fmla="*/ 2739638 w 2739638"/>
                <a:gd name="connsiteY1" fmla="*/ 0 h 1934349"/>
                <a:gd name="connsiteX2" fmla="*/ 2739638 w 2739638"/>
                <a:gd name="connsiteY2" fmla="*/ 1934349 h 1934349"/>
                <a:gd name="connsiteX3" fmla="*/ 0 w 2739638"/>
                <a:gd name="connsiteY3" fmla="*/ 1934349 h 1934349"/>
                <a:gd name="connsiteX4" fmla="*/ 0 w 2739638"/>
                <a:gd name="connsiteY4" fmla="*/ 0 h 1934349"/>
                <a:gd name="connsiteX0" fmla="*/ 0 w 2739638"/>
                <a:gd name="connsiteY0" fmla="*/ 0 h 1934349"/>
                <a:gd name="connsiteX1" fmla="*/ 2739638 w 2739638"/>
                <a:gd name="connsiteY1" fmla="*/ 0 h 1934349"/>
                <a:gd name="connsiteX2" fmla="*/ 2739638 w 2739638"/>
                <a:gd name="connsiteY2" fmla="*/ 1934349 h 1934349"/>
                <a:gd name="connsiteX3" fmla="*/ 0 w 2739638"/>
                <a:gd name="connsiteY3" fmla="*/ 1934349 h 1934349"/>
                <a:gd name="connsiteX4" fmla="*/ 0 w 2739638"/>
                <a:gd name="connsiteY4" fmla="*/ 0 h 1934349"/>
                <a:gd name="connsiteX0" fmla="*/ 0 w 2743293"/>
                <a:gd name="connsiteY0" fmla="*/ 0 h 1934349"/>
                <a:gd name="connsiteX1" fmla="*/ 2739638 w 2743293"/>
                <a:gd name="connsiteY1" fmla="*/ 0 h 1934349"/>
                <a:gd name="connsiteX2" fmla="*/ 2743293 w 2743293"/>
                <a:gd name="connsiteY2" fmla="*/ 1814668 h 1934349"/>
                <a:gd name="connsiteX3" fmla="*/ 0 w 2743293"/>
                <a:gd name="connsiteY3" fmla="*/ 1934349 h 1934349"/>
                <a:gd name="connsiteX4" fmla="*/ 0 w 2743293"/>
                <a:gd name="connsiteY4" fmla="*/ 0 h 1934349"/>
                <a:gd name="connsiteX0" fmla="*/ 0 w 2743293"/>
                <a:gd name="connsiteY0" fmla="*/ 0 h 1934349"/>
                <a:gd name="connsiteX1" fmla="*/ 2739638 w 2743293"/>
                <a:gd name="connsiteY1" fmla="*/ 0 h 1934349"/>
                <a:gd name="connsiteX2" fmla="*/ 2743293 w 2743293"/>
                <a:gd name="connsiteY2" fmla="*/ 1814668 h 1934349"/>
                <a:gd name="connsiteX3" fmla="*/ 0 w 2743293"/>
                <a:gd name="connsiteY3" fmla="*/ 1934349 h 1934349"/>
                <a:gd name="connsiteX4" fmla="*/ 0 w 2743293"/>
                <a:gd name="connsiteY4" fmla="*/ 0 h 1934349"/>
                <a:gd name="connsiteX0" fmla="*/ 0 w 2743293"/>
                <a:gd name="connsiteY0" fmla="*/ 0 h 1934349"/>
                <a:gd name="connsiteX1" fmla="*/ 2739638 w 2743293"/>
                <a:gd name="connsiteY1" fmla="*/ 0 h 1934349"/>
                <a:gd name="connsiteX2" fmla="*/ 2743293 w 2743293"/>
                <a:gd name="connsiteY2" fmla="*/ 1814668 h 1934349"/>
                <a:gd name="connsiteX3" fmla="*/ 0 w 2743293"/>
                <a:gd name="connsiteY3" fmla="*/ 1934349 h 1934349"/>
                <a:gd name="connsiteX4" fmla="*/ 0 w 2743293"/>
                <a:gd name="connsiteY4" fmla="*/ 0 h 1934349"/>
                <a:gd name="connsiteX0" fmla="*/ 0 w 2743293"/>
                <a:gd name="connsiteY0" fmla="*/ 15603 h 1949952"/>
                <a:gd name="connsiteX1" fmla="*/ 2699385 w 2743293"/>
                <a:gd name="connsiteY1" fmla="*/ 0 h 1949952"/>
                <a:gd name="connsiteX2" fmla="*/ 2743293 w 2743293"/>
                <a:gd name="connsiteY2" fmla="*/ 1830271 h 1949952"/>
                <a:gd name="connsiteX3" fmla="*/ 0 w 2743293"/>
                <a:gd name="connsiteY3" fmla="*/ 1949952 h 1949952"/>
                <a:gd name="connsiteX4" fmla="*/ 0 w 2743293"/>
                <a:gd name="connsiteY4" fmla="*/ 15603 h 1949952"/>
                <a:gd name="connsiteX0" fmla="*/ 0 w 2743293"/>
                <a:gd name="connsiteY0" fmla="*/ 15603 h 1949952"/>
                <a:gd name="connsiteX1" fmla="*/ 2699385 w 2743293"/>
                <a:gd name="connsiteY1" fmla="*/ 0 h 1949952"/>
                <a:gd name="connsiteX2" fmla="*/ 2743293 w 2743293"/>
                <a:gd name="connsiteY2" fmla="*/ 1830271 h 1949952"/>
                <a:gd name="connsiteX3" fmla="*/ 0 w 2743293"/>
                <a:gd name="connsiteY3" fmla="*/ 1949952 h 1949952"/>
                <a:gd name="connsiteX4" fmla="*/ 0 w 2743293"/>
                <a:gd name="connsiteY4" fmla="*/ 15603 h 1949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93" h="1949952">
                  <a:moveTo>
                    <a:pt x="0" y="15603"/>
                  </a:moveTo>
                  <a:lnTo>
                    <a:pt x="2699385" y="0"/>
                  </a:lnTo>
                  <a:cubicBezTo>
                    <a:pt x="2682468" y="610325"/>
                    <a:pt x="2742075" y="1225382"/>
                    <a:pt x="2743293" y="1830271"/>
                  </a:cubicBezTo>
                  <a:cubicBezTo>
                    <a:pt x="1891936" y="2001467"/>
                    <a:pt x="914431" y="1910058"/>
                    <a:pt x="0" y="1949952"/>
                  </a:cubicBezTo>
                  <a:cubicBezTo>
                    <a:pt x="83411" y="1319695"/>
                    <a:pt x="43158" y="659309"/>
                    <a:pt x="0" y="15603"/>
                  </a:cubicBezTo>
                  <a:close/>
                </a:path>
              </a:pathLst>
            </a:custGeom>
            <a:solidFill>
              <a:sysClr val="window" lastClr="FFFFFF">
                <a:lumMod val="85000"/>
                <a:alpha val="4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4" name="MH_Other_2"/>
            <p:cNvSpPr/>
            <p:nvPr>
              <p:custDataLst>
                <p:tags r:id="rId11"/>
              </p:custDataLst>
            </p:nvPr>
          </p:nvSpPr>
          <p:spPr>
            <a:xfrm>
              <a:off x="4381490" y="2428869"/>
              <a:ext cx="3054351" cy="2174875"/>
            </a:xfrm>
            <a:custGeom>
              <a:avLst/>
              <a:gdLst>
                <a:gd name="connsiteX0" fmla="*/ 0 w 2798440"/>
                <a:gd name="connsiteY0" fmla="*/ 0 h 2808312"/>
                <a:gd name="connsiteX1" fmla="*/ 2798440 w 2798440"/>
                <a:gd name="connsiteY1" fmla="*/ 0 h 2808312"/>
                <a:gd name="connsiteX2" fmla="*/ 2798440 w 2798440"/>
                <a:gd name="connsiteY2" fmla="*/ 2808312 h 2808312"/>
                <a:gd name="connsiteX3" fmla="*/ 0 w 2798440"/>
                <a:gd name="connsiteY3" fmla="*/ 2808312 h 2808312"/>
                <a:gd name="connsiteX4" fmla="*/ 0 w 2798440"/>
                <a:gd name="connsiteY4" fmla="*/ 0 h 2808312"/>
                <a:gd name="connsiteX0" fmla="*/ 0 w 2900040"/>
                <a:gd name="connsiteY0" fmla="*/ 0 h 2808312"/>
                <a:gd name="connsiteX1" fmla="*/ 2900040 w 2900040"/>
                <a:gd name="connsiteY1" fmla="*/ 76200 h 2808312"/>
                <a:gd name="connsiteX2" fmla="*/ 2798440 w 2900040"/>
                <a:gd name="connsiteY2" fmla="*/ 2808312 h 2808312"/>
                <a:gd name="connsiteX3" fmla="*/ 0 w 2900040"/>
                <a:gd name="connsiteY3" fmla="*/ 2808312 h 2808312"/>
                <a:gd name="connsiteX4" fmla="*/ 0 w 2900040"/>
                <a:gd name="connsiteY4" fmla="*/ 0 h 2808312"/>
                <a:gd name="connsiteX0" fmla="*/ 171450 w 2900040"/>
                <a:gd name="connsiteY0" fmla="*/ 0 h 2827362"/>
                <a:gd name="connsiteX1" fmla="*/ 2900040 w 2900040"/>
                <a:gd name="connsiteY1" fmla="*/ 95250 h 2827362"/>
                <a:gd name="connsiteX2" fmla="*/ 2798440 w 2900040"/>
                <a:gd name="connsiteY2" fmla="*/ 2827362 h 2827362"/>
                <a:gd name="connsiteX3" fmla="*/ 0 w 2900040"/>
                <a:gd name="connsiteY3" fmla="*/ 2827362 h 2827362"/>
                <a:gd name="connsiteX4" fmla="*/ 171450 w 2900040"/>
                <a:gd name="connsiteY4" fmla="*/ 0 h 2827362"/>
                <a:gd name="connsiteX0" fmla="*/ 0 w 2728590"/>
                <a:gd name="connsiteY0" fmla="*/ 0 h 2827362"/>
                <a:gd name="connsiteX1" fmla="*/ 2728590 w 2728590"/>
                <a:gd name="connsiteY1" fmla="*/ 95250 h 2827362"/>
                <a:gd name="connsiteX2" fmla="*/ 2626990 w 2728590"/>
                <a:gd name="connsiteY2" fmla="*/ 2827362 h 2827362"/>
                <a:gd name="connsiteX3" fmla="*/ 0 w 2728590"/>
                <a:gd name="connsiteY3" fmla="*/ 2586062 h 2827362"/>
                <a:gd name="connsiteX4" fmla="*/ 0 w 2728590"/>
                <a:gd name="connsiteY4" fmla="*/ 0 h 2827362"/>
                <a:gd name="connsiteX0" fmla="*/ 70555 w 2799145"/>
                <a:gd name="connsiteY0" fmla="*/ 0 h 2827362"/>
                <a:gd name="connsiteX1" fmla="*/ 2799145 w 2799145"/>
                <a:gd name="connsiteY1" fmla="*/ 95250 h 2827362"/>
                <a:gd name="connsiteX2" fmla="*/ 2697545 w 2799145"/>
                <a:gd name="connsiteY2" fmla="*/ 2827362 h 2827362"/>
                <a:gd name="connsiteX3" fmla="*/ 70555 w 2799145"/>
                <a:gd name="connsiteY3" fmla="*/ 2586062 h 2827362"/>
                <a:gd name="connsiteX4" fmla="*/ 70555 w 2799145"/>
                <a:gd name="connsiteY4" fmla="*/ 0 h 2827362"/>
                <a:gd name="connsiteX0" fmla="*/ 70555 w 2799145"/>
                <a:gd name="connsiteY0" fmla="*/ 0 h 2827362"/>
                <a:gd name="connsiteX1" fmla="*/ 2799145 w 2799145"/>
                <a:gd name="connsiteY1" fmla="*/ 95250 h 2827362"/>
                <a:gd name="connsiteX2" fmla="*/ 2697545 w 2799145"/>
                <a:gd name="connsiteY2" fmla="*/ 2827362 h 2827362"/>
                <a:gd name="connsiteX3" fmla="*/ 70555 w 2799145"/>
                <a:gd name="connsiteY3" fmla="*/ 2586062 h 2827362"/>
                <a:gd name="connsiteX4" fmla="*/ 70555 w 2799145"/>
                <a:gd name="connsiteY4" fmla="*/ 0 h 2827362"/>
                <a:gd name="connsiteX0" fmla="*/ 70555 w 2799145"/>
                <a:gd name="connsiteY0" fmla="*/ 0 h 2827362"/>
                <a:gd name="connsiteX1" fmla="*/ 2799145 w 2799145"/>
                <a:gd name="connsiteY1" fmla="*/ 95250 h 2827362"/>
                <a:gd name="connsiteX2" fmla="*/ 2697545 w 2799145"/>
                <a:gd name="connsiteY2" fmla="*/ 2827362 h 2827362"/>
                <a:gd name="connsiteX3" fmla="*/ 70555 w 2799145"/>
                <a:gd name="connsiteY3" fmla="*/ 2586062 h 2827362"/>
                <a:gd name="connsiteX4" fmla="*/ 70555 w 2799145"/>
                <a:gd name="connsiteY4" fmla="*/ 0 h 2827362"/>
                <a:gd name="connsiteX0" fmla="*/ 175198 w 2776580"/>
                <a:gd name="connsiteY0" fmla="*/ 0 h 2827362"/>
                <a:gd name="connsiteX1" fmla="*/ 2776580 w 2776580"/>
                <a:gd name="connsiteY1" fmla="*/ 95250 h 2827362"/>
                <a:gd name="connsiteX2" fmla="*/ 2674980 w 2776580"/>
                <a:gd name="connsiteY2" fmla="*/ 2827362 h 2827362"/>
                <a:gd name="connsiteX3" fmla="*/ 47990 w 2776580"/>
                <a:gd name="connsiteY3" fmla="*/ 2586062 h 2827362"/>
                <a:gd name="connsiteX4" fmla="*/ 175198 w 2776580"/>
                <a:gd name="connsiteY4" fmla="*/ 0 h 2827362"/>
                <a:gd name="connsiteX0" fmla="*/ 175198 w 2776580"/>
                <a:gd name="connsiteY0" fmla="*/ 0 h 2782269"/>
                <a:gd name="connsiteX1" fmla="*/ 2776580 w 2776580"/>
                <a:gd name="connsiteY1" fmla="*/ 95250 h 2782269"/>
                <a:gd name="connsiteX2" fmla="*/ 2690881 w 2776580"/>
                <a:gd name="connsiteY2" fmla="*/ 2771708 h 2782269"/>
                <a:gd name="connsiteX3" fmla="*/ 47990 w 2776580"/>
                <a:gd name="connsiteY3" fmla="*/ 2586062 h 2782269"/>
                <a:gd name="connsiteX4" fmla="*/ 175198 w 2776580"/>
                <a:gd name="connsiteY4" fmla="*/ 0 h 2782269"/>
                <a:gd name="connsiteX0" fmla="*/ 175198 w 2776580"/>
                <a:gd name="connsiteY0" fmla="*/ 0 h 2773467"/>
                <a:gd name="connsiteX1" fmla="*/ 2776580 w 2776580"/>
                <a:gd name="connsiteY1" fmla="*/ 95250 h 2773467"/>
                <a:gd name="connsiteX2" fmla="*/ 2762436 w 2776580"/>
                <a:gd name="connsiteY2" fmla="*/ 2755807 h 2773467"/>
                <a:gd name="connsiteX3" fmla="*/ 47990 w 2776580"/>
                <a:gd name="connsiteY3" fmla="*/ 2586062 h 2773467"/>
                <a:gd name="connsiteX4" fmla="*/ 175198 w 2776580"/>
                <a:gd name="connsiteY4" fmla="*/ 0 h 2773467"/>
                <a:gd name="connsiteX0" fmla="*/ 175198 w 2794791"/>
                <a:gd name="connsiteY0" fmla="*/ 0 h 2777766"/>
                <a:gd name="connsiteX1" fmla="*/ 2776580 w 2794791"/>
                <a:gd name="connsiteY1" fmla="*/ 95250 h 2777766"/>
                <a:gd name="connsiteX2" fmla="*/ 2794238 w 2794791"/>
                <a:gd name="connsiteY2" fmla="*/ 2763757 h 2777766"/>
                <a:gd name="connsiteX3" fmla="*/ 47990 w 2794791"/>
                <a:gd name="connsiteY3" fmla="*/ 2586062 h 2777766"/>
                <a:gd name="connsiteX4" fmla="*/ 175198 w 2794791"/>
                <a:gd name="connsiteY4" fmla="*/ 0 h 2777766"/>
                <a:gd name="connsiteX0" fmla="*/ 175198 w 2834230"/>
                <a:gd name="connsiteY0" fmla="*/ 0 h 2777766"/>
                <a:gd name="connsiteX1" fmla="*/ 2776580 w 2834230"/>
                <a:gd name="connsiteY1" fmla="*/ 95250 h 2777766"/>
                <a:gd name="connsiteX2" fmla="*/ 2833991 w 2834230"/>
                <a:gd name="connsiteY2" fmla="*/ 2763757 h 2777766"/>
                <a:gd name="connsiteX3" fmla="*/ 47990 w 2834230"/>
                <a:gd name="connsiteY3" fmla="*/ 2586062 h 2777766"/>
                <a:gd name="connsiteX4" fmla="*/ 175198 w 2834230"/>
                <a:gd name="connsiteY4" fmla="*/ 0 h 2777766"/>
                <a:gd name="connsiteX0" fmla="*/ 175198 w 2881835"/>
                <a:gd name="connsiteY0" fmla="*/ 0 h 2782269"/>
                <a:gd name="connsiteX1" fmla="*/ 2776580 w 2881835"/>
                <a:gd name="connsiteY1" fmla="*/ 95250 h 2782269"/>
                <a:gd name="connsiteX2" fmla="*/ 2881694 w 2881835"/>
                <a:gd name="connsiteY2" fmla="*/ 2771707 h 2782269"/>
                <a:gd name="connsiteX3" fmla="*/ 47990 w 2881835"/>
                <a:gd name="connsiteY3" fmla="*/ 2586062 h 2782269"/>
                <a:gd name="connsiteX4" fmla="*/ 175198 w 2881835"/>
                <a:gd name="connsiteY4" fmla="*/ 0 h 2782269"/>
                <a:gd name="connsiteX0" fmla="*/ 175198 w 2858020"/>
                <a:gd name="connsiteY0" fmla="*/ 0 h 2769357"/>
                <a:gd name="connsiteX1" fmla="*/ 2776580 w 2858020"/>
                <a:gd name="connsiteY1" fmla="*/ 95250 h 2769357"/>
                <a:gd name="connsiteX2" fmla="*/ 2857843 w 2858020"/>
                <a:gd name="connsiteY2" fmla="*/ 2747855 h 2769357"/>
                <a:gd name="connsiteX3" fmla="*/ 47990 w 2858020"/>
                <a:gd name="connsiteY3" fmla="*/ 2586062 h 2769357"/>
                <a:gd name="connsiteX4" fmla="*/ 175198 w 2858020"/>
                <a:gd name="connsiteY4" fmla="*/ 0 h 2769357"/>
                <a:gd name="connsiteX0" fmla="*/ 215022 w 2853154"/>
                <a:gd name="connsiteY0" fmla="*/ 0 h 2769357"/>
                <a:gd name="connsiteX1" fmla="*/ 2771714 w 2853154"/>
                <a:gd name="connsiteY1" fmla="*/ 95250 h 2769357"/>
                <a:gd name="connsiteX2" fmla="*/ 2852977 w 2853154"/>
                <a:gd name="connsiteY2" fmla="*/ 2747855 h 2769357"/>
                <a:gd name="connsiteX3" fmla="*/ 43124 w 2853154"/>
                <a:gd name="connsiteY3" fmla="*/ 2586062 h 2769357"/>
                <a:gd name="connsiteX4" fmla="*/ 215022 w 2853154"/>
                <a:gd name="connsiteY4" fmla="*/ 0 h 2769357"/>
                <a:gd name="connsiteX0" fmla="*/ 210546 w 2853644"/>
                <a:gd name="connsiteY0" fmla="*/ 0 h 2810809"/>
                <a:gd name="connsiteX1" fmla="*/ 2772204 w 2853644"/>
                <a:gd name="connsiteY1" fmla="*/ 136702 h 2810809"/>
                <a:gd name="connsiteX2" fmla="*/ 2853467 w 2853644"/>
                <a:gd name="connsiteY2" fmla="*/ 2789307 h 2810809"/>
                <a:gd name="connsiteX3" fmla="*/ 43614 w 2853644"/>
                <a:gd name="connsiteY3" fmla="*/ 2627514 h 2810809"/>
                <a:gd name="connsiteX4" fmla="*/ 210546 w 2853644"/>
                <a:gd name="connsiteY4" fmla="*/ 0 h 2810809"/>
                <a:gd name="connsiteX0" fmla="*/ 186033 w 2829131"/>
                <a:gd name="connsiteY0" fmla="*/ 0 h 2801315"/>
                <a:gd name="connsiteX1" fmla="*/ 2747691 w 2829131"/>
                <a:gd name="connsiteY1" fmla="*/ 136702 h 2801315"/>
                <a:gd name="connsiteX2" fmla="*/ 2828954 w 2829131"/>
                <a:gd name="connsiteY2" fmla="*/ 2789307 h 2801315"/>
                <a:gd name="connsiteX3" fmla="*/ 46548 w 2829131"/>
                <a:gd name="connsiteY3" fmla="*/ 2607057 h 2801315"/>
                <a:gd name="connsiteX4" fmla="*/ 186033 w 2829131"/>
                <a:gd name="connsiteY4" fmla="*/ 0 h 280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131" h="2801315">
                  <a:moveTo>
                    <a:pt x="186033" y="0"/>
                  </a:moveTo>
                  <a:lnTo>
                    <a:pt x="2747691" y="136702"/>
                  </a:lnTo>
                  <a:cubicBezTo>
                    <a:pt x="2742976" y="1023554"/>
                    <a:pt x="2833669" y="1902455"/>
                    <a:pt x="2828954" y="2789307"/>
                  </a:cubicBezTo>
                  <a:cubicBezTo>
                    <a:pt x="1927891" y="2766024"/>
                    <a:pt x="1233361" y="2903390"/>
                    <a:pt x="46548" y="2607057"/>
                  </a:cubicBezTo>
                  <a:cubicBezTo>
                    <a:pt x="-112202" y="1776786"/>
                    <a:pt x="186033" y="862021"/>
                    <a:pt x="186033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39700" dist="139700" dir="8100000" algn="tr" rotWithShape="0">
                <a:prstClr val="black">
                  <a:alpha val="33000"/>
                </a:prstClr>
              </a:outerShdw>
            </a:effectLst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fr-FR" kern="0" dirty="0">
                <a:solidFill>
                  <a:srgbClr val="FFFFFF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12"/>
              </p:custDataLst>
            </p:nvPr>
          </p:nvSpPr>
          <p:spPr>
            <a:xfrm>
              <a:off x="2024034" y="2000241"/>
              <a:ext cx="8358247" cy="3929091"/>
            </a:xfrm>
            <a:custGeom>
              <a:avLst/>
              <a:gdLst>
                <a:gd name="connsiteX0" fmla="*/ 59566 w 2363185"/>
                <a:gd name="connsiteY0" fmla="*/ 0 h 2387008"/>
                <a:gd name="connsiteX1" fmla="*/ 259772 w 2363185"/>
                <a:gd name="connsiteY1" fmla="*/ 6989 h 2387008"/>
                <a:gd name="connsiteX2" fmla="*/ 238942 w 2363185"/>
                <a:gd name="connsiteY2" fmla="*/ 104989 h 2387008"/>
                <a:gd name="connsiteX3" fmla="*/ 238840 w 2363185"/>
                <a:gd name="connsiteY3" fmla="*/ 104947 h 2387008"/>
                <a:gd name="connsiteX4" fmla="*/ 184865 w 2363185"/>
                <a:gd name="connsiteY4" fmla="*/ 158922 h 2387008"/>
                <a:gd name="connsiteX5" fmla="*/ 238840 w 2363185"/>
                <a:gd name="connsiteY5" fmla="*/ 212897 h 2387008"/>
                <a:gd name="connsiteX6" fmla="*/ 292815 w 2363185"/>
                <a:gd name="connsiteY6" fmla="*/ 158922 h 2387008"/>
                <a:gd name="connsiteX7" fmla="*/ 277006 w 2363185"/>
                <a:gd name="connsiteY7" fmla="*/ 120756 h 2387008"/>
                <a:gd name="connsiteX8" fmla="*/ 272768 w 2363185"/>
                <a:gd name="connsiteY8" fmla="*/ 119001 h 2387008"/>
                <a:gd name="connsiteX9" fmla="*/ 296305 w 2363185"/>
                <a:gd name="connsiteY9" fmla="*/ 8264 h 2387008"/>
                <a:gd name="connsiteX10" fmla="*/ 473917 w 2363185"/>
                <a:gd name="connsiteY10" fmla="*/ 14464 h 2387008"/>
                <a:gd name="connsiteX11" fmla="*/ 453193 w 2363185"/>
                <a:gd name="connsiteY11" fmla="*/ 111964 h 2387008"/>
                <a:gd name="connsiteX12" fmla="*/ 453091 w 2363185"/>
                <a:gd name="connsiteY12" fmla="*/ 111922 h 2387008"/>
                <a:gd name="connsiteX13" fmla="*/ 399116 w 2363185"/>
                <a:gd name="connsiteY13" fmla="*/ 165897 h 2387008"/>
                <a:gd name="connsiteX14" fmla="*/ 453091 w 2363185"/>
                <a:gd name="connsiteY14" fmla="*/ 219872 h 2387008"/>
                <a:gd name="connsiteX15" fmla="*/ 507066 w 2363185"/>
                <a:gd name="connsiteY15" fmla="*/ 165897 h 2387008"/>
                <a:gd name="connsiteX16" fmla="*/ 491257 w 2363185"/>
                <a:gd name="connsiteY16" fmla="*/ 127731 h 2387008"/>
                <a:gd name="connsiteX17" fmla="*/ 487019 w 2363185"/>
                <a:gd name="connsiteY17" fmla="*/ 125976 h 2387008"/>
                <a:gd name="connsiteX18" fmla="*/ 510450 w 2363185"/>
                <a:gd name="connsiteY18" fmla="*/ 15740 h 2387008"/>
                <a:gd name="connsiteX19" fmla="*/ 688061 w 2363185"/>
                <a:gd name="connsiteY19" fmla="*/ 21940 h 2387008"/>
                <a:gd name="connsiteX20" fmla="*/ 667444 w 2363185"/>
                <a:gd name="connsiteY20" fmla="*/ 118939 h 2387008"/>
                <a:gd name="connsiteX21" fmla="*/ 667342 w 2363185"/>
                <a:gd name="connsiteY21" fmla="*/ 118897 h 2387008"/>
                <a:gd name="connsiteX22" fmla="*/ 613367 w 2363185"/>
                <a:gd name="connsiteY22" fmla="*/ 172872 h 2387008"/>
                <a:gd name="connsiteX23" fmla="*/ 667342 w 2363185"/>
                <a:gd name="connsiteY23" fmla="*/ 226847 h 2387008"/>
                <a:gd name="connsiteX24" fmla="*/ 721317 w 2363185"/>
                <a:gd name="connsiteY24" fmla="*/ 172872 h 2387008"/>
                <a:gd name="connsiteX25" fmla="*/ 705508 w 2363185"/>
                <a:gd name="connsiteY25" fmla="*/ 134706 h 2387008"/>
                <a:gd name="connsiteX26" fmla="*/ 701270 w 2363185"/>
                <a:gd name="connsiteY26" fmla="*/ 132951 h 2387008"/>
                <a:gd name="connsiteX27" fmla="*/ 724595 w 2363185"/>
                <a:gd name="connsiteY27" fmla="*/ 23215 h 2387008"/>
                <a:gd name="connsiteX28" fmla="*/ 902206 w 2363185"/>
                <a:gd name="connsiteY28" fmla="*/ 29415 h 2387008"/>
                <a:gd name="connsiteX29" fmla="*/ 881695 w 2363185"/>
                <a:gd name="connsiteY29" fmla="*/ 125914 h 2387008"/>
                <a:gd name="connsiteX30" fmla="*/ 881593 w 2363185"/>
                <a:gd name="connsiteY30" fmla="*/ 125872 h 2387008"/>
                <a:gd name="connsiteX31" fmla="*/ 827618 w 2363185"/>
                <a:gd name="connsiteY31" fmla="*/ 179847 h 2387008"/>
                <a:gd name="connsiteX32" fmla="*/ 881593 w 2363185"/>
                <a:gd name="connsiteY32" fmla="*/ 233822 h 2387008"/>
                <a:gd name="connsiteX33" fmla="*/ 935568 w 2363185"/>
                <a:gd name="connsiteY33" fmla="*/ 179847 h 2387008"/>
                <a:gd name="connsiteX34" fmla="*/ 919759 w 2363185"/>
                <a:gd name="connsiteY34" fmla="*/ 141681 h 2387008"/>
                <a:gd name="connsiteX35" fmla="*/ 915521 w 2363185"/>
                <a:gd name="connsiteY35" fmla="*/ 139926 h 2387008"/>
                <a:gd name="connsiteX36" fmla="*/ 938739 w 2363185"/>
                <a:gd name="connsiteY36" fmla="*/ 30691 h 2387008"/>
                <a:gd name="connsiteX37" fmla="*/ 1116351 w 2363185"/>
                <a:gd name="connsiteY37" fmla="*/ 36891 h 2387008"/>
                <a:gd name="connsiteX38" fmla="*/ 1095946 w 2363185"/>
                <a:gd name="connsiteY38" fmla="*/ 132889 h 2387008"/>
                <a:gd name="connsiteX39" fmla="*/ 1095844 w 2363185"/>
                <a:gd name="connsiteY39" fmla="*/ 132847 h 2387008"/>
                <a:gd name="connsiteX40" fmla="*/ 1041869 w 2363185"/>
                <a:gd name="connsiteY40" fmla="*/ 186822 h 2387008"/>
                <a:gd name="connsiteX41" fmla="*/ 1095844 w 2363185"/>
                <a:gd name="connsiteY41" fmla="*/ 240797 h 2387008"/>
                <a:gd name="connsiteX42" fmla="*/ 1149819 w 2363185"/>
                <a:gd name="connsiteY42" fmla="*/ 186822 h 2387008"/>
                <a:gd name="connsiteX43" fmla="*/ 1134010 w 2363185"/>
                <a:gd name="connsiteY43" fmla="*/ 148656 h 2387008"/>
                <a:gd name="connsiteX44" fmla="*/ 1129772 w 2363185"/>
                <a:gd name="connsiteY44" fmla="*/ 146901 h 2387008"/>
                <a:gd name="connsiteX45" fmla="*/ 1152884 w 2363185"/>
                <a:gd name="connsiteY45" fmla="*/ 38166 h 2387008"/>
                <a:gd name="connsiteX46" fmla="*/ 1330495 w 2363185"/>
                <a:gd name="connsiteY46" fmla="*/ 44366 h 2387008"/>
                <a:gd name="connsiteX47" fmla="*/ 1310197 w 2363185"/>
                <a:gd name="connsiteY47" fmla="*/ 139864 h 2387008"/>
                <a:gd name="connsiteX48" fmla="*/ 1310095 w 2363185"/>
                <a:gd name="connsiteY48" fmla="*/ 139822 h 2387008"/>
                <a:gd name="connsiteX49" fmla="*/ 1256120 w 2363185"/>
                <a:gd name="connsiteY49" fmla="*/ 193797 h 2387008"/>
                <a:gd name="connsiteX50" fmla="*/ 1310095 w 2363185"/>
                <a:gd name="connsiteY50" fmla="*/ 247772 h 2387008"/>
                <a:gd name="connsiteX51" fmla="*/ 1364070 w 2363185"/>
                <a:gd name="connsiteY51" fmla="*/ 193797 h 2387008"/>
                <a:gd name="connsiteX52" fmla="*/ 1348261 w 2363185"/>
                <a:gd name="connsiteY52" fmla="*/ 155631 h 2387008"/>
                <a:gd name="connsiteX53" fmla="*/ 1344023 w 2363185"/>
                <a:gd name="connsiteY53" fmla="*/ 153876 h 2387008"/>
                <a:gd name="connsiteX54" fmla="*/ 1367029 w 2363185"/>
                <a:gd name="connsiteY54" fmla="*/ 45641 h 2387008"/>
                <a:gd name="connsiteX55" fmla="*/ 1544640 w 2363185"/>
                <a:gd name="connsiteY55" fmla="*/ 51841 h 2387008"/>
                <a:gd name="connsiteX56" fmla="*/ 1524448 w 2363185"/>
                <a:gd name="connsiteY56" fmla="*/ 146839 h 2387008"/>
                <a:gd name="connsiteX57" fmla="*/ 1524346 w 2363185"/>
                <a:gd name="connsiteY57" fmla="*/ 146797 h 2387008"/>
                <a:gd name="connsiteX58" fmla="*/ 1470371 w 2363185"/>
                <a:gd name="connsiteY58" fmla="*/ 200772 h 2387008"/>
                <a:gd name="connsiteX59" fmla="*/ 1524346 w 2363185"/>
                <a:gd name="connsiteY59" fmla="*/ 254747 h 2387008"/>
                <a:gd name="connsiteX60" fmla="*/ 1578321 w 2363185"/>
                <a:gd name="connsiteY60" fmla="*/ 200772 h 2387008"/>
                <a:gd name="connsiteX61" fmla="*/ 1562512 w 2363185"/>
                <a:gd name="connsiteY61" fmla="*/ 162606 h 2387008"/>
                <a:gd name="connsiteX62" fmla="*/ 1558274 w 2363185"/>
                <a:gd name="connsiteY62" fmla="*/ 160851 h 2387008"/>
                <a:gd name="connsiteX63" fmla="*/ 1581173 w 2363185"/>
                <a:gd name="connsiteY63" fmla="*/ 53117 h 2387008"/>
                <a:gd name="connsiteX64" fmla="*/ 1758785 w 2363185"/>
                <a:gd name="connsiteY64" fmla="*/ 59317 h 2387008"/>
                <a:gd name="connsiteX65" fmla="*/ 1738699 w 2363185"/>
                <a:gd name="connsiteY65" fmla="*/ 153814 h 2387008"/>
                <a:gd name="connsiteX66" fmla="*/ 1738597 w 2363185"/>
                <a:gd name="connsiteY66" fmla="*/ 153772 h 2387008"/>
                <a:gd name="connsiteX67" fmla="*/ 1684622 w 2363185"/>
                <a:gd name="connsiteY67" fmla="*/ 207747 h 2387008"/>
                <a:gd name="connsiteX68" fmla="*/ 1738597 w 2363185"/>
                <a:gd name="connsiteY68" fmla="*/ 261722 h 2387008"/>
                <a:gd name="connsiteX69" fmla="*/ 1792572 w 2363185"/>
                <a:gd name="connsiteY69" fmla="*/ 207747 h 2387008"/>
                <a:gd name="connsiteX70" fmla="*/ 1776763 w 2363185"/>
                <a:gd name="connsiteY70" fmla="*/ 169581 h 2387008"/>
                <a:gd name="connsiteX71" fmla="*/ 1772525 w 2363185"/>
                <a:gd name="connsiteY71" fmla="*/ 167826 h 2387008"/>
                <a:gd name="connsiteX72" fmla="*/ 1795318 w 2363185"/>
                <a:gd name="connsiteY72" fmla="*/ 60592 h 2387008"/>
                <a:gd name="connsiteX73" fmla="*/ 1972929 w 2363185"/>
                <a:gd name="connsiteY73" fmla="*/ 66792 h 2387008"/>
                <a:gd name="connsiteX74" fmla="*/ 1952950 w 2363185"/>
                <a:gd name="connsiteY74" fmla="*/ 160789 h 2387008"/>
                <a:gd name="connsiteX75" fmla="*/ 1952848 w 2363185"/>
                <a:gd name="connsiteY75" fmla="*/ 160747 h 2387008"/>
                <a:gd name="connsiteX76" fmla="*/ 1898873 w 2363185"/>
                <a:gd name="connsiteY76" fmla="*/ 214722 h 2387008"/>
                <a:gd name="connsiteX77" fmla="*/ 1952848 w 2363185"/>
                <a:gd name="connsiteY77" fmla="*/ 268697 h 2387008"/>
                <a:gd name="connsiteX78" fmla="*/ 2006823 w 2363185"/>
                <a:gd name="connsiteY78" fmla="*/ 214722 h 2387008"/>
                <a:gd name="connsiteX79" fmla="*/ 1991014 w 2363185"/>
                <a:gd name="connsiteY79" fmla="*/ 176556 h 2387008"/>
                <a:gd name="connsiteX80" fmla="*/ 1986776 w 2363185"/>
                <a:gd name="connsiteY80" fmla="*/ 174801 h 2387008"/>
                <a:gd name="connsiteX81" fmla="*/ 2009463 w 2363185"/>
                <a:gd name="connsiteY81" fmla="*/ 68067 h 2387008"/>
                <a:gd name="connsiteX82" fmla="*/ 2187075 w 2363185"/>
                <a:gd name="connsiteY82" fmla="*/ 74268 h 2387008"/>
                <a:gd name="connsiteX83" fmla="*/ 2167203 w 2363185"/>
                <a:gd name="connsiteY83" fmla="*/ 167761 h 2387008"/>
                <a:gd name="connsiteX84" fmla="*/ 2167101 w 2363185"/>
                <a:gd name="connsiteY84" fmla="*/ 167719 h 2387008"/>
                <a:gd name="connsiteX85" fmla="*/ 2113126 w 2363185"/>
                <a:gd name="connsiteY85" fmla="*/ 221694 h 2387008"/>
                <a:gd name="connsiteX86" fmla="*/ 2167101 w 2363185"/>
                <a:gd name="connsiteY86" fmla="*/ 275669 h 2387008"/>
                <a:gd name="connsiteX87" fmla="*/ 2221076 w 2363185"/>
                <a:gd name="connsiteY87" fmla="*/ 221694 h 2387008"/>
                <a:gd name="connsiteX88" fmla="*/ 2205267 w 2363185"/>
                <a:gd name="connsiteY88" fmla="*/ 183528 h 2387008"/>
                <a:gd name="connsiteX89" fmla="*/ 2201029 w 2363185"/>
                <a:gd name="connsiteY89" fmla="*/ 181773 h 2387008"/>
                <a:gd name="connsiteX90" fmla="*/ 2223609 w 2363185"/>
                <a:gd name="connsiteY90" fmla="*/ 75543 h 2387008"/>
                <a:gd name="connsiteX91" fmla="*/ 2363185 w 2363185"/>
                <a:gd name="connsiteY91" fmla="*/ 80415 h 2387008"/>
                <a:gd name="connsiteX92" fmla="*/ 2277409 w 2363185"/>
                <a:gd name="connsiteY92" fmla="*/ 2387008 h 2387008"/>
                <a:gd name="connsiteX93" fmla="*/ 59566 w 2363185"/>
                <a:gd name="connsiteY93" fmla="*/ 2183290 h 2387008"/>
                <a:gd name="connsiteX94" fmla="*/ 59566 w 2363185"/>
                <a:gd name="connsiteY94" fmla="*/ 0 h 23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363185" h="2387008">
                  <a:moveTo>
                    <a:pt x="59566" y="0"/>
                  </a:moveTo>
                  <a:lnTo>
                    <a:pt x="259772" y="6989"/>
                  </a:lnTo>
                  <a:lnTo>
                    <a:pt x="238942" y="104989"/>
                  </a:lnTo>
                  <a:lnTo>
                    <a:pt x="238840" y="104947"/>
                  </a:lnTo>
                  <a:cubicBezTo>
                    <a:pt x="209030" y="104948"/>
                    <a:pt x="184864" y="129112"/>
                    <a:pt x="184865" y="158922"/>
                  </a:cubicBezTo>
                  <a:cubicBezTo>
                    <a:pt x="184865" y="188732"/>
                    <a:pt x="209030" y="212897"/>
                    <a:pt x="238840" y="212897"/>
                  </a:cubicBezTo>
                  <a:cubicBezTo>
                    <a:pt x="268649" y="212897"/>
                    <a:pt x="292815" y="188732"/>
                    <a:pt x="292815" y="158922"/>
                  </a:cubicBezTo>
                  <a:cubicBezTo>
                    <a:pt x="292815" y="144017"/>
                    <a:pt x="286773" y="130523"/>
                    <a:pt x="277006" y="120756"/>
                  </a:cubicBezTo>
                  <a:lnTo>
                    <a:pt x="272768" y="119001"/>
                  </a:lnTo>
                  <a:lnTo>
                    <a:pt x="296305" y="8264"/>
                  </a:lnTo>
                  <a:lnTo>
                    <a:pt x="473917" y="14464"/>
                  </a:lnTo>
                  <a:lnTo>
                    <a:pt x="453193" y="111964"/>
                  </a:lnTo>
                  <a:lnTo>
                    <a:pt x="453091" y="111922"/>
                  </a:lnTo>
                  <a:cubicBezTo>
                    <a:pt x="423281" y="111923"/>
                    <a:pt x="399115" y="136087"/>
                    <a:pt x="399116" y="165897"/>
                  </a:cubicBezTo>
                  <a:cubicBezTo>
                    <a:pt x="399116" y="195707"/>
                    <a:pt x="423281" y="219872"/>
                    <a:pt x="453091" y="219872"/>
                  </a:cubicBezTo>
                  <a:cubicBezTo>
                    <a:pt x="482901" y="219872"/>
                    <a:pt x="507066" y="195707"/>
                    <a:pt x="507066" y="165897"/>
                  </a:cubicBezTo>
                  <a:cubicBezTo>
                    <a:pt x="507066" y="150992"/>
                    <a:pt x="501024" y="137498"/>
                    <a:pt x="491257" y="127731"/>
                  </a:cubicBezTo>
                  <a:lnTo>
                    <a:pt x="487019" y="125976"/>
                  </a:lnTo>
                  <a:lnTo>
                    <a:pt x="510450" y="15740"/>
                  </a:lnTo>
                  <a:lnTo>
                    <a:pt x="688061" y="21940"/>
                  </a:lnTo>
                  <a:lnTo>
                    <a:pt x="667444" y="118939"/>
                  </a:lnTo>
                  <a:lnTo>
                    <a:pt x="667342" y="118897"/>
                  </a:lnTo>
                  <a:cubicBezTo>
                    <a:pt x="637532" y="118898"/>
                    <a:pt x="613366" y="143062"/>
                    <a:pt x="613367" y="172872"/>
                  </a:cubicBezTo>
                  <a:cubicBezTo>
                    <a:pt x="613367" y="202682"/>
                    <a:pt x="637532" y="226847"/>
                    <a:pt x="667342" y="226847"/>
                  </a:cubicBezTo>
                  <a:cubicBezTo>
                    <a:pt x="697152" y="226847"/>
                    <a:pt x="721317" y="202682"/>
                    <a:pt x="721317" y="172872"/>
                  </a:cubicBezTo>
                  <a:cubicBezTo>
                    <a:pt x="721317" y="157967"/>
                    <a:pt x="715275" y="144473"/>
                    <a:pt x="705508" y="134706"/>
                  </a:cubicBezTo>
                  <a:lnTo>
                    <a:pt x="701270" y="132951"/>
                  </a:lnTo>
                  <a:lnTo>
                    <a:pt x="724595" y="23215"/>
                  </a:lnTo>
                  <a:lnTo>
                    <a:pt x="902206" y="29415"/>
                  </a:lnTo>
                  <a:lnTo>
                    <a:pt x="881695" y="125914"/>
                  </a:lnTo>
                  <a:lnTo>
                    <a:pt x="881593" y="125872"/>
                  </a:lnTo>
                  <a:cubicBezTo>
                    <a:pt x="851783" y="125873"/>
                    <a:pt x="827617" y="150037"/>
                    <a:pt x="827618" y="179847"/>
                  </a:cubicBezTo>
                  <a:cubicBezTo>
                    <a:pt x="827618" y="209657"/>
                    <a:pt x="851783" y="233822"/>
                    <a:pt x="881593" y="233822"/>
                  </a:cubicBezTo>
                  <a:cubicBezTo>
                    <a:pt x="911403" y="233822"/>
                    <a:pt x="935568" y="209657"/>
                    <a:pt x="935568" y="179847"/>
                  </a:cubicBezTo>
                  <a:cubicBezTo>
                    <a:pt x="935568" y="164942"/>
                    <a:pt x="929526" y="151448"/>
                    <a:pt x="919759" y="141681"/>
                  </a:cubicBezTo>
                  <a:lnTo>
                    <a:pt x="915521" y="139926"/>
                  </a:lnTo>
                  <a:lnTo>
                    <a:pt x="938739" y="30691"/>
                  </a:lnTo>
                  <a:lnTo>
                    <a:pt x="1116351" y="36891"/>
                  </a:lnTo>
                  <a:lnTo>
                    <a:pt x="1095946" y="132889"/>
                  </a:lnTo>
                  <a:lnTo>
                    <a:pt x="1095844" y="132847"/>
                  </a:lnTo>
                  <a:cubicBezTo>
                    <a:pt x="1066034" y="132848"/>
                    <a:pt x="1041868" y="157012"/>
                    <a:pt x="1041869" y="186822"/>
                  </a:cubicBezTo>
                  <a:cubicBezTo>
                    <a:pt x="1041869" y="216632"/>
                    <a:pt x="1066034" y="240797"/>
                    <a:pt x="1095844" y="240797"/>
                  </a:cubicBezTo>
                  <a:cubicBezTo>
                    <a:pt x="1125654" y="240797"/>
                    <a:pt x="1149819" y="216632"/>
                    <a:pt x="1149819" y="186822"/>
                  </a:cubicBezTo>
                  <a:cubicBezTo>
                    <a:pt x="1149819" y="171917"/>
                    <a:pt x="1143777" y="158423"/>
                    <a:pt x="1134010" y="148656"/>
                  </a:cubicBezTo>
                  <a:lnTo>
                    <a:pt x="1129772" y="146901"/>
                  </a:lnTo>
                  <a:lnTo>
                    <a:pt x="1152884" y="38166"/>
                  </a:lnTo>
                  <a:lnTo>
                    <a:pt x="1330495" y="44366"/>
                  </a:lnTo>
                  <a:lnTo>
                    <a:pt x="1310197" y="139864"/>
                  </a:lnTo>
                  <a:lnTo>
                    <a:pt x="1310095" y="139822"/>
                  </a:lnTo>
                  <a:cubicBezTo>
                    <a:pt x="1280285" y="139823"/>
                    <a:pt x="1256119" y="163987"/>
                    <a:pt x="1256120" y="193797"/>
                  </a:cubicBezTo>
                  <a:cubicBezTo>
                    <a:pt x="1256120" y="223607"/>
                    <a:pt x="1280285" y="247772"/>
                    <a:pt x="1310095" y="247772"/>
                  </a:cubicBezTo>
                  <a:cubicBezTo>
                    <a:pt x="1339905" y="247772"/>
                    <a:pt x="1364070" y="223607"/>
                    <a:pt x="1364070" y="193797"/>
                  </a:cubicBezTo>
                  <a:cubicBezTo>
                    <a:pt x="1364070" y="178892"/>
                    <a:pt x="1358028" y="165398"/>
                    <a:pt x="1348261" y="155631"/>
                  </a:cubicBezTo>
                  <a:lnTo>
                    <a:pt x="1344023" y="153876"/>
                  </a:lnTo>
                  <a:lnTo>
                    <a:pt x="1367029" y="45641"/>
                  </a:lnTo>
                  <a:lnTo>
                    <a:pt x="1544640" y="51841"/>
                  </a:lnTo>
                  <a:lnTo>
                    <a:pt x="1524448" y="146839"/>
                  </a:lnTo>
                  <a:lnTo>
                    <a:pt x="1524346" y="146797"/>
                  </a:lnTo>
                  <a:cubicBezTo>
                    <a:pt x="1494536" y="146798"/>
                    <a:pt x="1470370" y="170962"/>
                    <a:pt x="1470371" y="200772"/>
                  </a:cubicBezTo>
                  <a:cubicBezTo>
                    <a:pt x="1470371" y="230582"/>
                    <a:pt x="1494536" y="254747"/>
                    <a:pt x="1524346" y="254747"/>
                  </a:cubicBezTo>
                  <a:cubicBezTo>
                    <a:pt x="1554156" y="254747"/>
                    <a:pt x="1578321" y="230582"/>
                    <a:pt x="1578321" y="200772"/>
                  </a:cubicBezTo>
                  <a:cubicBezTo>
                    <a:pt x="1578321" y="185867"/>
                    <a:pt x="1572279" y="172373"/>
                    <a:pt x="1562512" y="162606"/>
                  </a:cubicBezTo>
                  <a:lnTo>
                    <a:pt x="1558274" y="160851"/>
                  </a:lnTo>
                  <a:lnTo>
                    <a:pt x="1581173" y="53117"/>
                  </a:lnTo>
                  <a:lnTo>
                    <a:pt x="1758785" y="59317"/>
                  </a:lnTo>
                  <a:lnTo>
                    <a:pt x="1738699" y="153814"/>
                  </a:lnTo>
                  <a:lnTo>
                    <a:pt x="1738597" y="153772"/>
                  </a:lnTo>
                  <a:cubicBezTo>
                    <a:pt x="1708787" y="153773"/>
                    <a:pt x="1684621" y="177937"/>
                    <a:pt x="1684622" y="207747"/>
                  </a:cubicBezTo>
                  <a:cubicBezTo>
                    <a:pt x="1684622" y="237557"/>
                    <a:pt x="1708787" y="261722"/>
                    <a:pt x="1738597" y="261722"/>
                  </a:cubicBezTo>
                  <a:cubicBezTo>
                    <a:pt x="1768407" y="261722"/>
                    <a:pt x="1792572" y="237557"/>
                    <a:pt x="1792572" y="207747"/>
                  </a:cubicBezTo>
                  <a:cubicBezTo>
                    <a:pt x="1792572" y="192842"/>
                    <a:pt x="1786530" y="179348"/>
                    <a:pt x="1776763" y="169581"/>
                  </a:cubicBezTo>
                  <a:lnTo>
                    <a:pt x="1772525" y="167826"/>
                  </a:lnTo>
                  <a:lnTo>
                    <a:pt x="1795318" y="60592"/>
                  </a:lnTo>
                  <a:lnTo>
                    <a:pt x="1972929" y="66792"/>
                  </a:lnTo>
                  <a:lnTo>
                    <a:pt x="1952950" y="160789"/>
                  </a:lnTo>
                  <a:lnTo>
                    <a:pt x="1952848" y="160747"/>
                  </a:lnTo>
                  <a:cubicBezTo>
                    <a:pt x="1923038" y="160748"/>
                    <a:pt x="1898872" y="184912"/>
                    <a:pt x="1898873" y="214722"/>
                  </a:cubicBezTo>
                  <a:cubicBezTo>
                    <a:pt x="1898873" y="244532"/>
                    <a:pt x="1923038" y="268697"/>
                    <a:pt x="1952848" y="268697"/>
                  </a:cubicBezTo>
                  <a:cubicBezTo>
                    <a:pt x="1982658" y="268697"/>
                    <a:pt x="2006823" y="244532"/>
                    <a:pt x="2006823" y="214722"/>
                  </a:cubicBezTo>
                  <a:cubicBezTo>
                    <a:pt x="2006823" y="199817"/>
                    <a:pt x="2000781" y="186323"/>
                    <a:pt x="1991014" y="176556"/>
                  </a:cubicBezTo>
                  <a:lnTo>
                    <a:pt x="1986776" y="174801"/>
                  </a:lnTo>
                  <a:lnTo>
                    <a:pt x="2009463" y="68067"/>
                  </a:lnTo>
                  <a:lnTo>
                    <a:pt x="2187075" y="74268"/>
                  </a:lnTo>
                  <a:lnTo>
                    <a:pt x="2167203" y="167761"/>
                  </a:lnTo>
                  <a:lnTo>
                    <a:pt x="2167101" y="167719"/>
                  </a:lnTo>
                  <a:cubicBezTo>
                    <a:pt x="2137291" y="167720"/>
                    <a:pt x="2113125" y="191884"/>
                    <a:pt x="2113126" y="221694"/>
                  </a:cubicBezTo>
                  <a:cubicBezTo>
                    <a:pt x="2113126" y="251504"/>
                    <a:pt x="2137291" y="275669"/>
                    <a:pt x="2167101" y="275669"/>
                  </a:cubicBezTo>
                  <a:cubicBezTo>
                    <a:pt x="2196911" y="275669"/>
                    <a:pt x="2221076" y="251504"/>
                    <a:pt x="2221076" y="221694"/>
                  </a:cubicBezTo>
                  <a:cubicBezTo>
                    <a:pt x="2221076" y="206789"/>
                    <a:pt x="2215034" y="193295"/>
                    <a:pt x="2205267" y="183528"/>
                  </a:cubicBezTo>
                  <a:lnTo>
                    <a:pt x="2201029" y="181773"/>
                  </a:lnTo>
                  <a:lnTo>
                    <a:pt x="2223609" y="75543"/>
                  </a:lnTo>
                  <a:lnTo>
                    <a:pt x="2363185" y="80415"/>
                  </a:lnTo>
                  <a:lnTo>
                    <a:pt x="2277409" y="2387008"/>
                  </a:lnTo>
                  <a:cubicBezTo>
                    <a:pt x="1516685" y="2367351"/>
                    <a:pt x="1061536" y="2433470"/>
                    <a:pt x="59566" y="2183290"/>
                  </a:cubicBezTo>
                  <a:cubicBezTo>
                    <a:pt x="-74459" y="1482331"/>
                    <a:pt x="59566" y="727764"/>
                    <a:pt x="59566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215995" tIns="45719" rIns="215995" bIns="45719" anchor="ctr">
              <a:no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        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作为一种遵守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GNU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规范的类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UNIX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操作系统，由赫尔辛基大学的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Linus Torvalds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开发了第一个内核版本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 0.0.1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。因此，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又称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GNU/Linux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，是一款开源的自由软件操作系统。随着越来越多的开发人员加入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的开发，贡献自己的代码，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变得越来越完善起来。后来许多商业公司也加入了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的开发阵营，推出了许多不同的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发行版，如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Slackware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Red Hat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 err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Suse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 err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Debian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 err="1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Ubuntu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Centos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Open Linux</a:t>
              </a:r>
              <a:r>
                <a:rPr lang="zh-CN" alt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和</a:t>
              </a:r>
              <a:r>
                <a:rPr lang="en-US" sz="1800" dirty="0">
                  <a:solidFill>
                    <a:schemeClr val="bg1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Turbo Linux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等。</a:t>
              </a:r>
              <a:endParaRPr lang="en-US" altLang="zh-CN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Other_3"/>
            <p:cNvSpPr/>
            <p:nvPr>
              <p:custDataLst>
                <p:tags r:id="rId13"/>
              </p:custDataLst>
            </p:nvPr>
          </p:nvSpPr>
          <p:spPr>
            <a:xfrm>
              <a:off x="4494731" y="2055804"/>
              <a:ext cx="3092451" cy="466725"/>
            </a:xfrm>
            <a:custGeom>
              <a:avLst/>
              <a:gdLst>
                <a:gd name="connsiteX0" fmla="*/ 0 w 2756023"/>
                <a:gd name="connsiteY0" fmla="*/ 0 h 451098"/>
                <a:gd name="connsiteX1" fmla="*/ 2756023 w 2756023"/>
                <a:gd name="connsiteY1" fmla="*/ 0 h 451098"/>
                <a:gd name="connsiteX2" fmla="*/ 2756023 w 2756023"/>
                <a:gd name="connsiteY2" fmla="*/ 451098 h 451098"/>
                <a:gd name="connsiteX3" fmla="*/ 0 w 2756023"/>
                <a:gd name="connsiteY3" fmla="*/ 451098 h 451098"/>
                <a:gd name="connsiteX4" fmla="*/ 0 w 2756023"/>
                <a:gd name="connsiteY4" fmla="*/ 0 h 451098"/>
                <a:gd name="connsiteX0" fmla="*/ 0 w 2762373"/>
                <a:gd name="connsiteY0" fmla="*/ 0 h 451098"/>
                <a:gd name="connsiteX1" fmla="*/ 2762373 w 2762373"/>
                <a:gd name="connsiteY1" fmla="*/ 95250 h 451098"/>
                <a:gd name="connsiteX2" fmla="*/ 2756023 w 2762373"/>
                <a:gd name="connsiteY2" fmla="*/ 451098 h 451098"/>
                <a:gd name="connsiteX3" fmla="*/ 0 w 2762373"/>
                <a:gd name="connsiteY3" fmla="*/ 451098 h 451098"/>
                <a:gd name="connsiteX4" fmla="*/ 0 w 2762373"/>
                <a:gd name="connsiteY4" fmla="*/ 0 h 451098"/>
                <a:gd name="connsiteX0" fmla="*/ 0 w 2762373"/>
                <a:gd name="connsiteY0" fmla="*/ 0 h 451098"/>
                <a:gd name="connsiteX1" fmla="*/ 2762373 w 2762373"/>
                <a:gd name="connsiteY1" fmla="*/ 95250 h 451098"/>
                <a:gd name="connsiteX2" fmla="*/ 2756023 w 2762373"/>
                <a:gd name="connsiteY2" fmla="*/ 451098 h 451098"/>
                <a:gd name="connsiteX3" fmla="*/ 25400 w 2762373"/>
                <a:gd name="connsiteY3" fmla="*/ 343148 h 451098"/>
                <a:gd name="connsiteX4" fmla="*/ 0 w 2762373"/>
                <a:gd name="connsiteY4" fmla="*/ 0 h 451098"/>
                <a:gd name="connsiteX0" fmla="*/ 0 w 2762373"/>
                <a:gd name="connsiteY0" fmla="*/ 0 h 457448"/>
                <a:gd name="connsiteX1" fmla="*/ 2762373 w 2762373"/>
                <a:gd name="connsiteY1" fmla="*/ 95250 h 457448"/>
                <a:gd name="connsiteX2" fmla="*/ 2736973 w 2762373"/>
                <a:gd name="connsiteY2" fmla="*/ 457448 h 457448"/>
                <a:gd name="connsiteX3" fmla="*/ 25400 w 2762373"/>
                <a:gd name="connsiteY3" fmla="*/ 343148 h 457448"/>
                <a:gd name="connsiteX4" fmla="*/ 0 w 2762373"/>
                <a:gd name="connsiteY4" fmla="*/ 0 h 457448"/>
                <a:gd name="connsiteX0" fmla="*/ 5556 w 2736973"/>
                <a:gd name="connsiteY0" fmla="*/ 0 h 462211"/>
                <a:gd name="connsiteX1" fmla="*/ 2736973 w 2736973"/>
                <a:gd name="connsiteY1" fmla="*/ 100013 h 462211"/>
                <a:gd name="connsiteX2" fmla="*/ 2711573 w 2736973"/>
                <a:gd name="connsiteY2" fmla="*/ 462211 h 462211"/>
                <a:gd name="connsiteX3" fmla="*/ 0 w 2736973"/>
                <a:gd name="connsiteY3" fmla="*/ 347911 h 462211"/>
                <a:gd name="connsiteX4" fmla="*/ 5556 w 2736973"/>
                <a:gd name="connsiteY4" fmla="*/ 0 h 462211"/>
                <a:gd name="connsiteX0" fmla="*/ 12699 w 2744116"/>
                <a:gd name="connsiteY0" fmla="*/ 0 h 462211"/>
                <a:gd name="connsiteX1" fmla="*/ 2744116 w 2744116"/>
                <a:gd name="connsiteY1" fmla="*/ 100013 h 462211"/>
                <a:gd name="connsiteX2" fmla="*/ 2718716 w 2744116"/>
                <a:gd name="connsiteY2" fmla="*/ 462211 h 462211"/>
                <a:gd name="connsiteX3" fmla="*/ 0 w 2744116"/>
                <a:gd name="connsiteY3" fmla="*/ 345530 h 462211"/>
                <a:gd name="connsiteX4" fmla="*/ 12699 w 2744116"/>
                <a:gd name="connsiteY4" fmla="*/ 0 h 462211"/>
                <a:gd name="connsiteX0" fmla="*/ 12699 w 2739354"/>
                <a:gd name="connsiteY0" fmla="*/ 0 h 462211"/>
                <a:gd name="connsiteX1" fmla="*/ 2739354 w 2739354"/>
                <a:gd name="connsiteY1" fmla="*/ 88101 h 462211"/>
                <a:gd name="connsiteX2" fmla="*/ 2718716 w 2739354"/>
                <a:gd name="connsiteY2" fmla="*/ 462211 h 462211"/>
                <a:gd name="connsiteX3" fmla="*/ 0 w 2739354"/>
                <a:gd name="connsiteY3" fmla="*/ 345530 h 462211"/>
                <a:gd name="connsiteX4" fmla="*/ 12699 w 2739354"/>
                <a:gd name="connsiteY4" fmla="*/ 0 h 462211"/>
                <a:gd name="connsiteX0" fmla="*/ 12699 w 2739354"/>
                <a:gd name="connsiteY0" fmla="*/ 0 h 462211"/>
                <a:gd name="connsiteX1" fmla="*/ 2739354 w 2739354"/>
                <a:gd name="connsiteY1" fmla="*/ 88101 h 462211"/>
                <a:gd name="connsiteX2" fmla="*/ 2718716 w 2739354"/>
                <a:gd name="connsiteY2" fmla="*/ 462211 h 462211"/>
                <a:gd name="connsiteX3" fmla="*/ 0 w 2739354"/>
                <a:gd name="connsiteY3" fmla="*/ 356119 h 462211"/>
                <a:gd name="connsiteX4" fmla="*/ 12699 w 2739354"/>
                <a:gd name="connsiteY4" fmla="*/ 0 h 462211"/>
                <a:gd name="connsiteX0" fmla="*/ 20319 w 2746974"/>
                <a:gd name="connsiteY0" fmla="*/ 0 h 462211"/>
                <a:gd name="connsiteX1" fmla="*/ 2746974 w 2746974"/>
                <a:gd name="connsiteY1" fmla="*/ 88101 h 462211"/>
                <a:gd name="connsiteX2" fmla="*/ 2726336 w 2746974"/>
                <a:gd name="connsiteY2" fmla="*/ 462211 h 462211"/>
                <a:gd name="connsiteX3" fmla="*/ 0 w 2746974"/>
                <a:gd name="connsiteY3" fmla="*/ 375179 h 462211"/>
                <a:gd name="connsiteX4" fmla="*/ 20319 w 2746974"/>
                <a:gd name="connsiteY4" fmla="*/ 0 h 462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6974" h="462211">
                  <a:moveTo>
                    <a:pt x="20319" y="0"/>
                  </a:moveTo>
                  <a:lnTo>
                    <a:pt x="2746974" y="88101"/>
                  </a:lnTo>
                  <a:lnTo>
                    <a:pt x="2726336" y="462211"/>
                  </a:lnTo>
                  <a:lnTo>
                    <a:pt x="0" y="375179"/>
                  </a:lnTo>
                  <a:lnTo>
                    <a:pt x="20319" y="0"/>
                  </a:ln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fr-FR" kern="0" dirty="0">
                <a:solidFill>
                  <a:srgbClr val="FFFFFF"/>
                </a:solidFill>
                <a:latin typeface="Calibri" panose="020F0502020204030204"/>
                <a:ea typeface="+mn-ea"/>
              </a:endParaRPr>
            </a:p>
          </p:txBody>
        </p:sp>
        <p:sp>
          <p:nvSpPr>
            <p:cNvPr id="17" name="MH_Other_7"/>
            <p:cNvSpPr/>
            <p:nvPr>
              <p:custDataLst>
                <p:tags r:id="rId14"/>
              </p:custDataLst>
            </p:nvPr>
          </p:nvSpPr>
          <p:spPr bwMode="auto">
            <a:xfrm>
              <a:off x="5351987" y="2198681"/>
              <a:ext cx="1041400" cy="157743"/>
            </a:xfrm>
            <a:prstGeom prst="roundRect">
              <a:avLst>
                <a:gd name="adj" fmla="val 50000"/>
              </a:avLst>
            </a:prstGeom>
            <a:solidFill>
              <a:sysClr val="windowText" lastClr="000000">
                <a:alpha val="70000"/>
              </a:sysClr>
            </a:solidFill>
            <a:ln w="12700" cap="flat" cmpd="sng" algn="ctr">
              <a:noFill/>
              <a:prstDash val="solid"/>
              <a:miter lim="800000"/>
            </a:ln>
            <a:effectLst>
              <a:softEdge rad="63500"/>
            </a:effectLst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18" name="MH_Other_8" descr="C:\Users\admin\AppData\Local\Temp\SoEasy\538F33E8F5E953A6F1822665454F2D83.png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7" r:link="rId18" cstate="print"/>
            <a:srcRect/>
            <a:stretch>
              <a:fillRect/>
            </a:stretch>
          </p:blipFill>
          <p:spPr bwMode="auto">
            <a:xfrm>
              <a:off x="8477390" y="1214423"/>
              <a:ext cx="1184811" cy="11796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38C0B0-1D59-CC45-ABF5-2EEFEAF75D71}"/>
              </a:ext>
            </a:extLst>
          </p:cNvPr>
          <p:cNvGrpSpPr/>
          <p:nvPr/>
        </p:nvGrpSpPr>
        <p:grpSpPr>
          <a:xfrm>
            <a:off x="1095340" y="4598228"/>
            <a:ext cx="10314164" cy="2143140"/>
            <a:chOff x="1095340" y="3571878"/>
            <a:chExt cx="10314164" cy="214314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035886E-FEE5-8348-963B-D92EDB93E7B4}"/>
                </a:ext>
              </a:extLst>
            </p:cNvPr>
            <p:cNvSpPr/>
            <p:nvPr/>
          </p:nvSpPr>
          <p:spPr>
            <a:xfrm>
              <a:off x="1095340" y="3643315"/>
              <a:ext cx="10001320" cy="2071703"/>
            </a:xfrm>
            <a:prstGeom prst="rect">
              <a:avLst/>
            </a:prstGeom>
            <a:noFill/>
            <a:ln>
              <a:solidFill>
                <a:srgbClr val="CC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MH_Other_9">
              <a:extLst>
                <a:ext uri="{FF2B5EF4-FFF2-40B4-BE49-F238E27FC236}">
                  <a16:creationId xmlns:a16="http://schemas.microsoft.com/office/drawing/2014/main" id="{37D6EAD8-E312-A943-B957-AD8E0D0CD9B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 rot="21283523">
              <a:off x="8884320" y="4267205"/>
              <a:ext cx="2525184" cy="1081087"/>
            </a:xfrm>
            <a:prstGeom prst="roundRect">
              <a:avLst>
                <a:gd name="adj" fmla="val 10409"/>
              </a:avLst>
            </a:prstGeom>
            <a:solidFill>
              <a:srgbClr val="D4D4D4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MH_Other_10">
              <a:extLst>
                <a:ext uri="{FF2B5EF4-FFF2-40B4-BE49-F238E27FC236}">
                  <a16:creationId xmlns:a16="http://schemas.microsoft.com/office/drawing/2014/main" id="{C5674408-320A-CC41-AAFE-7DCB25DE5222}"/>
                </a:ext>
              </a:extLst>
            </p:cNvPr>
            <p:cNvCxnSpPr>
              <a:endCxn id="20" idx="2"/>
            </p:cNvCxnSpPr>
            <p:nvPr>
              <p:custDataLst>
                <p:tags r:id="rId2"/>
              </p:custDataLst>
            </p:nvPr>
          </p:nvCxnSpPr>
          <p:spPr bwMode="auto">
            <a:xfrm flipV="1">
              <a:off x="9261088" y="3681416"/>
              <a:ext cx="1032933" cy="665163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MH_Other_11">
              <a:extLst>
                <a:ext uri="{FF2B5EF4-FFF2-40B4-BE49-F238E27FC236}">
                  <a16:creationId xmlns:a16="http://schemas.microsoft.com/office/drawing/2014/main" id="{8B6548B9-A708-174E-A846-29F7A78D4441}"/>
                </a:ext>
              </a:extLst>
            </p:cNvPr>
            <p:cNvCxnSpPr>
              <a:stCxn id="20" idx="6"/>
            </p:cNvCxnSpPr>
            <p:nvPr>
              <p:custDataLst>
                <p:tags r:id="rId3"/>
              </p:custDataLst>
            </p:nvPr>
          </p:nvCxnSpPr>
          <p:spPr bwMode="auto">
            <a:xfrm>
              <a:off x="10581887" y="3681415"/>
              <a:ext cx="393700" cy="546100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MH_Other_12">
              <a:extLst>
                <a:ext uri="{FF2B5EF4-FFF2-40B4-BE49-F238E27FC236}">
                  <a16:creationId xmlns:a16="http://schemas.microsoft.com/office/drawing/2014/main" id="{88AE9CD4-857C-CC45-BAAC-06897F69302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10294020" y="3571878"/>
              <a:ext cx="287867" cy="2159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75000"/>
                  </a:schemeClr>
                </a:gs>
                <a:gs pos="20000">
                  <a:schemeClr val="bg1">
                    <a:lumMod val="95000"/>
                  </a:schemeClr>
                </a:gs>
              </a:gsLst>
              <a:lin ang="5400000" scaled="0"/>
              <a:tileRect/>
            </a:gradFill>
            <a:ln w="3175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40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MH_Other_13">
              <a:extLst>
                <a:ext uri="{FF2B5EF4-FFF2-40B4-BE49-F238E27FC236}">
                  <a16:creationId xmlns:a16="http://schemas.microsoft.com/office/drawing/2014/main" id="{B4E1A841-E31F-1F4C-AC3E-6BCE17640AC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10354399" y="3618118"/>
              <a:ext cx="165604" cy="124207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A8A8A"/>
                </a:gs>
                <a:gs pos="0">
                  <a:srgbClr val="8A8A8A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MH_SubTitle_2">
              <a:extLst>
                <a:ext uri="{FF2B5EF4-FFF2-40B4-BE49-F238E27FC236}">
                  <a16:creationId xmlns:a16="http://schemas.microsoft.com/office/drawing/2014/main" id="{069AE680-4CAD-5A4F-802E-DEA8CD0E811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 rot="21283523">
              <a:off x="8975443" y="4382690"/>
              <a:ext cx="2311400" cy="890588"/>
            </a:xfrm>
            <a:prstGeom prst="roundRect">
              <a:avLst>
                <a:gd name="adj" fmla="val 7418"/>
              </a:avLst>
            </a:prstGeom>
            <a:solidFill>
              <a:srgbClr val="E6457B"/>
            </a:solidFill>
            <a:ln w="19050">
              <a:solidFill>
                <a:srgbClr val="FFFFF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提示</a:t>
              </a:r>
              <a:endPara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MH_Other_14">
              <a:extLst>
                <a:ext uri="{FF2B5EF4-FFF2-40B4-BE49-F238E27FC236}">
                  <a16:creationId xmlns:a16="http://schemas.microsoft.com/office/drawing/2014/main" id="{D97B5DB0-A8F4-924E-9D3E-5033B9BAA2C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 rot="21283523">
              <a:off x="9212481" y="4346419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MH_Other_15">
              <a:extLst>
                <a:ext uri="{FF2B5EF4-FFF2-40B4-BE49-F238E27FC236}">
                  <a16:creationId xmlns:a16="http://schemas.microsoft.com/office/drawing/2014/main" id="{103337E3-1DFC-184F-B434-26C1C381B1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 rot="21283523">
              <a:off x="10928089" y="4227626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MH_Text_2">
              <a:extLst>
                <a:ext uri="{FF2B5EF4-FFF2-40B4-BE49-F238E27FC236}">
                  <a16:creationId xmlns:a16="http://schemas.microsoft.com/office/drawing/2014/main" id="{91FC8E3E-AA99-B84A-8F11-194FFA07B163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309655" y="3770802"/>
              <a:ext cx="7384650" cy="18578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6" tIns="45718" rIns="91436" bIns="45718" anchor="b"/>
            <a:lstStyle/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GNU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计划和自由软件基金会（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the Free Software </a:t>
              </a:r>
              <a:r>
                <a:rPr lang="en-US" sz="1600" dirty="0" err="1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Foundation，FSF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是由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Richard M. Stallman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于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1984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年一手创办的，旨在开发一个类似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UNIX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并且是自由软件的完整操作系统：</a:t>
              </a:r>
              <a:r>
                <a:rPr 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GNU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系统。</a:t>
              </a:r>
              <a:endParaRPr lang="en-US" altLang="zh-CN" sz="16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   人们将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Linux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内核与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GNU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项目开发的各种应用程序结合在一起，就形成了一个完整的操作系统，即基于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Linux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内核的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GNU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系统，所以</a:t>
              </a:r>
              <a:r>
                <a:rPr lang="en-US" altLang="zh-CN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Linux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操作系统的完整名称应为</a:t>
              </a:r>
              <a:r>
                <a:rPr lang="en-US" altLang="zh-CN" sz="1600" b="1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GNU/Linux</a:t>
              </a:r>
              <a:r>
                <a:rPr lang="zh-CN" altLang="en-US" sz="1600" b="1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  <a:r>
                <a:rPr lang="zh-CN" altLang="en-US" sz="1600" dirty="0">
                  <a:solidFill>
                    <a:srgbClr val="0066FF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en-US" altLang="zh-CN" sz="1600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809588" y="1142986"/>
            <a:ext cx="3143272" cy="38471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1.1.3 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588" y="1500177"/>
            <a:ext cx="6858048" cy="38471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dirty="0"/>
              <a:t>      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作为一款类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的自由软件操作系统，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具有如下特点：</a:t>
            </a:r>
          </a:p>
        </p:txBody>
      </p:sp>
      <p:sp>
        <p:nvSpPr>
          <p:cNvPr id="23" name="矩形 22"/>
          <p:cNvSpPr/>
          <p:nvPr/>
        </p:nvSpPr>
        <p:spPr>
          <a:xfrm>
            <a:off x="2024035" y="2285993"/>
            <a:ext cx="9144064" cy="184665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第一，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是一款开源的操作系统，具有很强的可移植性，对各种硬件设备支持较好。用户可以很方便地从互联网上下载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的源代码，了解其内部逻辑，并根据自己的需要改写、裁剪或者增补系统的内核，可以安装于从笔记本到台式机，从嵌入式到服务器，处处都可以看到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支持的硬件。有经验的用户甚至可以通过自己编程增加新的设备支持。而且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是免费的，这大大降低了用户的使用成本。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738417" y="3714754"/>
            <a:ext cx="7668161" cy="2400300"/>
            <a:chOff x="2738415" y="3714753"/>
            <a:chExt cx="7668161" cy="2400300"/>
          </a:xfrm>
        </p:grpSpPr>
        <p:sp>
          <p:nvSpPr>
            <p:cNvPr id="14" name="MH_Text_2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3667109" y="4429132"/>
              <a:ext cx="6739467" cy="1274763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192 h 805263"/>
                <a:gd name="T6" fmla="*/ 0 w 3882059"/>
                <a:gd name="T7" fmla="*/ 12673192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359991" tIns="179996" rIns="179996" bIns="179996" anchor="ctr"/>
            <a:lstStyle/>
            <a:p>
              <a:pPr algn="ctr" eaLnBrk="1" hangingPunct="1">
                <a:lnSpc>
                  <a:spcPct val="130000"/>
                </a:lnSpc>
              </a:pPr>
              <a:endParaRPr lang="zh-CN" altLang="en-US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15" name="MH_Other_2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738415" y="3714753"/>
              <a:ext cx="99271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2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38547" y="4572009"/>
              <a:ext cx="6096000" cy="1157237"/>
            </a:xfrm>
            <a:prstGeom prst="rect">
              <a:avLst/>
            </a:prstGeom>
          </p:spPr>
          <p:txBody>
            <a:bodyPr lIns="91438" tIns="45719" rIns="91438" bIns="45719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      第二，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是一款高效而稳定的操作系统。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秉承了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UNIX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的设计思想，具有程序执行效率高、稳定性好的特点。</a:t>
              </a:r>
              <a:endParaRPr lang="zh-CN" altLang="en-US" dirty="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238217" y="1643051"/>
            <a:ext cx="10001320" cy="3000396"/>
            <a:chOff x="1238217" y="1643051"/>
            <a:chExt cx="10001320" cy="3000396"/>
          </a:xfrm>
        </p:grpSpPr>
        <p:sp>
          <p:nvSpPr>
            <p:cNvPr id="11" name="MH_Text_1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024034" y="2285992"/>
              <a:ext cx="9215503" cy="1785951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249 h 805263"/>
                <a:gd name="T6" fmla="*/ 0 w 3882059"/>
                <a:gd name="T7" fmla="*/ 12673249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107997" tIns="46799" rIns="107997" bIns="46799" anchor="ctr"/>
            <a:lstStyle/>
            <a:p>
              <a:pPr algn="ctr" eaLnBrk="1" hangingPunct="1">
                <a:lnSpc>
                  <a:spcPct val="130000"/>
                </a:lnSpc>
              </a:pPr>
              <a:endParaRPr lang="zh-CN" altLang="en-US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25" name="MH_Other_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238217" y="1643051"/>
              <a:ext cx="1064155" cy="3000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1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</p:grpSp>
    </p:spTree>
  </p:cSld>
  <p:clrMapOvr>
    <a:masterClrMapping/>
  </p:clrMapOvr>
  <p:transition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238348" y="1714490"/>
            <a:ext cx="7595685" cy="2400300"/>
            <a:chOff x="2238348" y="1714489"/>
            <a:chExt cx="7595685" cy="2400300"/>
          </a:xfrm>
        </p:grpSpPr>
        <p:sp>
          <p:nvSpPr>
            <p:cNvPr id="5122" name="MH_Text_1"/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094566" y="2409827"/>
              <a:ext cx="6739467" cy="1274763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249 h 805263"/>
                <a:gd name="T6" fmla="*/ 0 w 3882059"/>
                <a:gd name="T7" fmla="*/ 12673249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107997" tIns="46799" rIns="107997" bIns="46799" anchor="ctr"/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      第三，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是一款安全性好的操作系统。根据美国可信计算机安全评价标准，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具有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C2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级的安全级别，经过专业配置后，可以达到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B1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级别。</a:t>
              </a:r>
            </a:p>
          </p:txBody>
        </p:sp>
        <p:sp>
          <p:nvSpPr>
            <p:cNvPr id="5124" name="MH_Other_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38348" y="1714489"/>
              <a:ext cx="99271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3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952730" y="3643315"/>
            <a:ext cx="7732207" cy="2400300"/>
            <a:chOff x="2952728" y="3643315"/>
            <a:chExt cx="7732207" cy="2400300"/>
          </a:xfrm>
        </p:grpSpPr>
        <p:sp>
          <p:nvSpPr>
            <p:cNvPr id="5125" name="MH_Text_2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945468" y="4379912"/>
              <a:ext cx="6739467" cy="1274763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192 h 805263"/>
                <a:gd name="T6" fmla="*/ 0 w 3882059"/>
                <a:gd name="T7" fmla="*/ 12673192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359991" tIns="179996" rIns="179996" bIns="179996" anchor="ctr"/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      第四，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支持多用户同时操作、多任务同时运行，共享系统的各种资源，且各个用户、各个程序之间互不干扰。这些特性使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很适合作为网络操作系统使用。</a:t>
              </a:r>
              <a:endParaRPr lang="zh-CN" altLang="en-US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5127" name="MH_Other_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952728" y="3643315"/>
              <a:ext cx="99271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4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9588" y="1500177"/>
            <a:ext cx="6858048" cy="38471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dirty="0"/>
              <a:t>      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作为一款类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的自由软件操作系统，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具有如下特点：</a:t>
            </a:r>
          </a:p>
        </p:txBody>
      </p:sp>
    </p:spTree>
    <p:custDataLst>
      <p:tags r:id="rId1"/>
    </p:custData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523970" y="1714490"/>
            <a:ext cx="9429815" cy="2400300"/>
            <a:chOff x="1523968" y="1714489"/>
            <a:chExt cx="9429815" cy="2400300"/>
          </a:xfrm>
        </p:grpSpPr>
        <p:sp>
          <p:nvSpPr>
            <p:cNvPr id="2" name="MH_Text_1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524100" y="2143116"/>
              <a:ext cx="8429683" cy="1714511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249 h 805263"/>
                <a:gd name="T6" fmla="*/ 0 w 3882059"/>
                <a:gd name="T7" fmla="*/ 12673249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107997" tIns="46799" rIns="107997" bIns="46799" anchor="ctr"/>
            <a:lstStyle/>
            <a:p>
              <a:pPr>
                <a:lnSpc>
                  <a:spcPct val="120000"/>
                </a:lnSpc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      第五，同时支持命令行和图形两种操作界面，用户可根据实际需要选择不同界面。对于硬件配置高，运算能力强的设备，图形界面直观、简洁、易于操作，很适合普通用户使用。而对于运算能力有限，配置较低的嵌入式系统，或者需要远程操纵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服务器的场合，可以采用命令行界面。</a:t>
              </a:r>
              <a:endParaRPr lang="zh-CN" altLang="en-US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3" name="MH_Other_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523968" y="1714489"/>
              <a:ext cx="99271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5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38417" y="3643315"/>
            <a:ext cx="8572559" cy="2400300"/>
            <a:chOff x="2738415" y="3643315"/>
            <a:chExt cx="8572559" cy="2400300"/>
          </a:xfrm>
        </p:grpSpPr>
        <p:sp>
          <p:nvSpPr>
            <p:cNvPr id="4" name="MH_Text_2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3595670" y="4071942"/>
              <a:ext cx="7715304" cy="1714513"/>
            </a:xfrm>
            <a:custGeom>
              <a:avLst/>
              <a:gdLst>
                <a:gd name="T0" fmla="*/ 0 w 3882059"/>
                <a:gd name="T1" fmla="*/ 0 h 805263"/>
                <a:gd name="T2" fmla="*/ 18915162 w 3882059"/>
                <a:gd name="T3" fmla="*/ 0 h 805263"/>
                <a:gd name="T4" fmla="*/ 18915162 w 3882059"/>
                <a:gd name="T5" fmla="*/ 12673192 h 805263"/>
                <a:gd name="T6" fmla="*/ 0 w 3882059"/>
                <a:gd name="T7" fmla="*/ 12673192 h 8052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882059"/>
                <a:gd name="T13" fmla="*/ 0 h 805263"/>
                <a:gd name="T14" fmla="*/ 3882059 w 3882059"/>
                <a:gd name="T15" fmla="*/ 805263 h 8052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882059" h="805263">
                  <a:moveTo>
                    <a:pt x="0" y="0"/>
                  </a:moveTo>
                  <a:lnTo>
                    <a:pt x="3882059" y="0"/>
                  </a:lnTo>
                  <a:lnTo>
                    <a:pt x="3882059" y="805263"/>
                  </a:lnTo>
                  <a:lnTo>
                    <a:pt x="0" y="805263"/>
                  </a:lnTo>
                </a:path>
              </a:pathLst>
            </a:custGeom>
            <a:noFill/>
            <a:ln w="12700" algn="ctr">
              <a:solidFill>
                <a:srgbClr val="00B0F0"/>
              </a:solidFill>
              <a:prstDash val="dash"/>
              <a:miter lim="800000"/>
              <a:headEnd/>
              <a:tailEnd/>
            </a:ln>
          </p:spPr>
          <p:txBody>
            <a:bodyPr lIns="359991" tIns="179996" rIns="179996" bIns="179996" anchor="ctr"/>
            <a:lstStyle/>
            <a:p>
              <a:pPr indent="457178">
                <a:lnSpc>
                  <a:spcPct val="120000"/>
                </a:lnSpc>
              </a:pP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第六，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支持多种网络应用，功能丰富。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在网络通信方面具有与生俱来的优势，相比其他系统，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内核融合了强大的网络通信功能。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内置了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TCP/IP</a:t>
              </a:r>
              <a:r>
                <a:rPr lang="zh-CN" alt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FTP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等网络协议，免费提供了大量的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Internet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软件，使得</a:t>
              </a:r>
              <a:r>
                <a:rPr lang="en-US" dirty="0"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Linux</a:t>
              </a:r>
              <a:r>
                <a:rPr lang="zh-CN" altLang="en-US" dirty="0">
                  <a:latin typeface="微软雅黑" pitchFamily="34" charset="-122"/>
                  <a:ea typeface="微软雅黑" pitchFamily="34" charset="-122"/>
                </a:rPr>
                <a:t>成为企业架设低成本网络服务器的最佳选择。</a:t>
              </a:r>
              <a:endParaRPr lang="zh-CN" altLang="en-US" dirty="0">
                <a:latin typeface="幼圆" pitchFamily="49" charset="-122"/>
                <a:ea typeface="幼圆" pitchFamily="49" charset="-122"/>
              </a:endParaRPr>
            </a:p>
          </p:txBody>
        </p:sp>
        <p:sp>
          <p:nvSpPr>
            <p:cNvPr id="5" name="MH_Other_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738415" y="3643315"/>
              <a:ext cx="992717" cy="2400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 anchor="ctr"/>
            <a:lstStyle/>
            <a:p>
              <a:pPr algn="ctr" eaLnBrk="1" hangingPunct="1"/>
              <a:r>
                <a:rPr lang="en-US" altLang="zh-CN" sz="15100" b="1" dirty="0">
                  <a:solidFill>
                    <a:srgbClr val="01AFEE"/>
                  </a:solidFill>
                  <a:latin typeface="MS PMincho" pitchFamily="18" charset="-128"/>
                  <a:ea typeface="MS PMincho" pitchFamily="18" charset="-128"/>
                </a:rPr>
                <a:t>6</a:t>
              </a:r>
              <a:endParaRPr lang="zh-CN" altLang="en-US" sz="15100" b="1" dirty="0">
                <a:solidFill>
                  <a:srgbClr val="01AFEE"/>
                </a:solidFill>
                <a:latin typeface="MS PMincho" pitchFamily="18" charset="-128"/>
                <a:ea typeface="MS PMincho" pitchFamily="18" charset="-128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09588" y="1285862"/>
            <a:ext cx="6858048" cy="384719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dirty="0"/>
              <a:t>      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作为一款类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UNIX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的自由软件操作系统，</a:t>
            </a:r>
            <a:r>
              <a:rPr lang="en-US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solidFill>
                  <a:srgbClr val="0066FF"/>
                </a:solidFill>
                <a:latin typeface="微软雅黑" pitchFamily="34" charset="-122"/>
                <a:ea typeface="微软雅黑" pitchFamily="34" charset="-122"/>
              </a:rPr>
              <a:t>具有如下特点：</a:t>
            </a:r>
          </a:p>
        </p:txBody>
      </p:sp>
    </p:spTree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523970" y="2000242"/>
            <a:ext cx="9572692" cy="3571900"/>
          </a:xfrm>
          <a:prstGeom prst="rect">
            <a:avLst/>
          </a:prstGeom>
          <a:noFill/>
          <a:ln>
            <a:solidFill>
              <a:srgbClr val="CC0099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26" name="MH_Other_9"/>
          <p:cNvSpPr/>
          <p:nvPr>
            <p:custDataLst>
              <p:tags r:id="rId1"/>
            </p:custDataLst>
          </p:nvPr>
        </p:nvSpPr>
        <p:spPr bwMode="auto">
          <a:xfrm rot="21283523">
            <a:off x="9154504" y="2631363"/>
            <a:ext cx="2525184" cy="1081087"/>
          </a:xfrm>
          <a:prstGeom prst="roundRect">
            <a:avLst>
              <a:gd name="adj" fmla="val 10409"/>
            </a:avLst>
          </a:prstGeom>
          <a:solidFill>
            <a:srgbClr val="D4D4D4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algn="ctr">
              <a:defRPr/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MH_Other_10"/>
          <p:cNvCxnSpPr>
            <a:endCxn id="29" idx="2"/>
          </p:cNvCxnSpPr>
          <p:nvPr>
            <p:custDataLst>
              <p:tags r:id="rId2"/>
            </p:custDataLst>
          </p:nvPr>
        </p:nvCxnSpPr>
        <p:spPr bwMode="auto">
          <a:xfrm flipV="1">
            <a:off x="9503284" y="1992101"/>
            <a:ext cx="1032933" cy="665163"/>
          </a:xfrm>
          <a:prstGeom prst="line">
            <a:avLst/>
          </a:prstGeom>
          <a:ln w="285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MH_Other_11"/>
          <p:cNvCxnSpPr>
            <a:stCxn id="29" idx="6"/>
          </p:cNvCxnSpPr>
          <p:nvPr>
            <p:custDataLst>
              <p:tags r:id="rId3"/>
            </p:custDataLst>
          </p:nvPr>
        </p:nvCxnSpPr>
        <p:spPr bwMode="auto">
          <a:xfrm>
            <a:off x="10824083" y="1992102"/>
            <a:ext cx="393700" cy="546100"/>
          </a:xfrm>
          <a:prstGeom prst="line">
            <a:avLst/>
          </a:prstGeom>
          <a:ln w="285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H_Other_12"/>
          <p:cNvSpPr/>
          <p:nvPr>
            <p:custDataLst>
              <p:tags r:id="rId4"/>
            </p:custDataLst>
          </p:nvPr>
        </p:nvSpPr>
        <p:spPr bwMode="auto">
          <a:xfrm>
            <a:off x="10536217" y="1882563"/>
            <a:ext cx="287867" cy="2159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75000"/>
                </a:schemeClr>
              </a:gs>
              <a:gs pos="20000">
                <a:schemeClr val="bg1">
                  <a:lumMod val="95000"/>
                </a:schemeClr>
              </a:gs>
            </a:gsLst>
            <a:lin ang="5400000" scaled="0"/>
            <a:tileRect/>
          </a:gradFill>
          <a:ln w="3175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40000" lnSpcReduction="20000"/>
          </a:bodyPr>
          <a:lstStyle/>
          <a:p>
            <a:pPr algn="ctr">
              <a:defRPr/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MH_Other_13"/>
          <p:cNvSpPr/>
          <p:nvPr>
            <p:custDataLst>
              <p:tags r:id="rId5"/>
            </p:custDataLst>
          </p:nvPr>
        </p:nvSpPr>
        <p:spPr bwMode="auto">
          <a:xfrm>
            <a:off x="10596595" y="1928805"/>
            <a:ext cx="165604" cy="124207"/>
          </a:xfrm>
          <a:prstGeom prst="ellipse">
            <a:avLst/>
          </a:prstGeom>
          <a:gradFill flip="none" rotWithShape="1">
            <a:gsLst>
              <a:gs pos="46000">
                <a:srgbClr val="5C5C5C"/>
              </a:gs>
              <a:gs pos="100000">
                <a:srgbClr val="8A8A8A"/>
              </a:gs>
              <a:gs pos="0">
                <a:srgbClr val="8A8A8A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25000" lnSpcReduction="20000"/>
          </a:bodyPr>
          <a:lstStyle/>
          <a:p>
            <a:pPr algn="ctr">
              <a:defRPr/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MH_SubTitle_2"/>
          <p:cNvSpPr/>
          <p:nvPr>
            <p:custDataLst>
              <p:tags r:id="rId6"/>
            </p:custDataLst>
          </p:nvPr>
        </p:nvSpPr>
        <p:spPr bwMode="auto">
          <a:xfrm rot="21283523">
            <a:off x="9217637" y="2693375"/>
            <a:ext cx="2311400" cy="890588"/>
          </a:xfrm>
          <a:prstGeom prst="roundRect">
            <a:avLst>
              <a:gd name="adj" fmla="val 7418"/>
            </a:avLst>
          </a:prstGeom>
          <a:solidFill>
            <a:srgbClr val="E6457B"/>
          </a:solidFill>
          <a:ln w="19050">
            <a:solidFill>
              <a:srgbClr val="FFFF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algn="ctr">
              <a:defRPr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  <a:ea typeface="微软雅黑" panose="020B0503020204020204" pitchFamily="34" charset="-122"/>
              </a:rPr>
              <a:t>知识库</a:t>
            </a:r>
            <a:endParaRPr lang="en-US" altLang="zh-CN" sz="2400" dirty="0">
              <a:solidFill>
                <a:srgbClr val="FFFFFF"/>
              </a:solidFill>
              <a:latin typeface="微软雅黑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MH_Other_14"/>
          <p:cNvSpPr/>
          <p:nvPr>
            <p:custDataLst>
              <p:tags r:id="rId7"/>
            </p:custDataLst>
          </p:nvPr>
        </p:nvSpPr>
        <p:spPr bwMode="auto">
          <a:xfrm rot="21283523">
            <a:off x="9454677" y="2657106"/>
            <a:ext cx="105147" cy="78863"/>
          </a:xfrm>
          <a:prstGeom prst="ellipse">
            <a:avLst/>
          </a:prstGeom>
          <a:gradFill flip="none" rotWithShape="1">
            <a:gsLst>
              <a:gs pos="46000">
                <a:srgbClr val="5C5C5C"/>
              </a:gs>
              <a:gs pos="100000">
                <a:srgbClr val="888888"/>
              </a:gs>
              <a:gs pos="0">
                <a:srgbClr val="888888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25000" lnSpcReduction="20000"/>
          </a:bodyPr>
          <a:lstStyle/>
          <a:p>
            <a:pPr algn="ctr">
              <a:defRPr/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MH_Other_15"/>
          <p:cNvSpPr/>
          <p:nvPr>
            <p:custDataLst>
              <p:tags r:id="rId8"/>
            </p:custDataLst>
          </p:nvPr>
        </p:nvSpPr>
        <p:spPr bwMode="auto">
          <a:xfrm rot="21283523">
            <a:off x="11170285" y="2538313"/>
            <a:ext cx="105147" cy="78863"/>
          </a:xfrm>
          <a:prstGeom prst="ellipse">
            <a:avLst/>
          </a:prstGeom>
          <a:gradFill flip="none" rotWithShape="1">
            <a:gsLst>
              <a:gs pos="46000">
                <a:srgbClr val="5C5C5C"/>
              </a:gs>
              <a:gs pos="100000">
                <a:srgbClr val="888888"/>
              </a:gs>
              <a:gs pos="0">
                <a:srgbClr val="888888"/>
              </a:gs>
            </a:gsLst>
            <a:path path="circle">
              <a:fillToRect l="50000" t="50000" r="50000" b="50000"/>
            </a:path>
            <a:tileRect/>
          </a:gradFill>
          <a:ln w="3175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25000" lnSpcReduction="20000"/>
          </a:bodyPr>
          <a:lstStyle/>
          <a:p>
            <a:pPr algn="ctr">
              <a:defRPr/>
            </a:pP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952597" y="2214555"/>
            <a:ext cx="7262843" cy="330859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en-US" dirty="0">
                <a:latin typeface="微软雅黑" pitchFamily="34" charset="-122"/>
                <a:ea typeface="微软雅黑" pitchFamily="34" charset="-122"/>
              </a:rPr>
              <a:t>      1985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年，美国公布了可信计算机系统评价标准（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Trusted Computer System Evaluation Criteria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TCSEC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TCSEC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共分成七个级别，从低到高依次是：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级，最低安全性，如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DOS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Windows 9x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级，主存取控制；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级，较完善的自主存取控制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DAC)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、审计，如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Windows NT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Solaris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级，强制存取控制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MAC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OSF/1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级，良好的结构化设计、形式化安全模型；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B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级，全面的访问控制、可信恢复；</a:t>
            </a:r>
            <a:br>
              <a:rPr lang="en-US" dirty="0">
                <a:latin typeface="微软雅黑" pitchFamily="34" charset="-122"/>
                <a:ea typeface="微软雅黑" pitchFamily="34" charset="-122"/>
              </a:rPr>
            </a:br>
            <a:r>
              <a:rPr lang="en-US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A</a:t>
            </a:r>
            <a:r>
              <a:rPr lang="en-US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级，形式化认证。</a:t>
            </a:r>
          </a:p>
        </p:txBody>
      </p:sp>
    </p:spTree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881025" y="1071549"/>
            <a:ext cx="3071835" cy="38471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1.1.4 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</a:rPr>
              <a:t>内核结构</a:t>
            </a:r>
          </a:p>
        </p:txBody>
      </p:sp>
      <p:sp>
        <p:nvSpPr>
          <p:cNvPr id="12" name="矩形 11"/>
          <p:cNvSpPr/>
          <p:nvPr/>
        </p:nvSpPr>
        <p:spPr>
          <a:xfrm>
            <a:off x="1595407" y="5067545"/>
            <a:ext cx="9286940" cy="96949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178">
              <a:lnSpc>
                <a:spcPct val="150000"/>
              </a:lnSpc>
            </a:pP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内核通常包括进程调度、存储管理、虚拟文件系统、网络接口和进程通信等功能。其中，进程调度处于核心地位，其他功能的实现都依赖于该功能。</a:t>
            </a:r>
          </a:p>
        </p:txBody>
      </p:sp>
      <p:sp>
        <p:nvSpPr>
          <p:cNvPr id="13" name="MH_SubTitle_2"/>
          <p:cNvSpPr/>
          <p:nvPr>
            <p:custDataLst>
              <p:tags r:id="rId1"/>
            </p:custDataLst>
          </p:nvPr>
        </p:nvSpPr>
        <p:spPr>
          <a:xfrm rot="14016878" flipV="1">
            <a:off x="5673689" y="2449412"/>
            <a:ext cx="2863851" cy="397933"/>
          </a:xfrm>
          <a:prstGeom prst="trapezoid">
            <a:avLst>
              <a:gd name="adj" fmla="val 160231"/>
            </a:avLst>
          </a:prstGeom>
          <a:solidFill>
            <a:srgbClr val="96D1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MH_SubTitle_1"/>
          <p:cNvSpPr/>
          <p:nvPr>
            <p:custDataLst>
              <p:tags r:id="rId2"/>
            </p:custDataLst>
          </p:nvPr>
        </p:nvSpPr>
        <p:spPr>
          <a:xfrm rot="7604592" flipV="1">
            <a:off x="3526249" y="2424799"/>
            <a:ext cx="2863851" cy="397933"/>
          </a:xfrm>
          <a:prstGeom prst="trapezoid">
            <a:avLst>
              <a:gd name="adj" fmla="val 160231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MH_Title_1"/>
          <p:cNvSpPr/>
          <p:nvPr>
            <p:custDataLst>
              <p:tags r:id="rId3"/>
            </p:custDataLst>
          </p:nvPr>
        </p:nvSpPr>
        <p:spPr>
          <a:xfrm>
            <a:off x="4585229" y="1871288"/>
            <a:ext cx="2870200" cy="1868488"/>
          </a:xfrm>
          <a:prstGeom prst="triangle">
            <a:avLst/>
          </a:prstGeom>
          <a:solidFill>
            <a:srgbClr val="E1E3E3"/>
          </a:solidFill>
          <a:ln w="3175">
            <a:solidFill>
              <a:srgbClr val="D0D2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59982" anchor="ctr">
            <a:normAutofit/>
          </a:bodyPr>
          <a:lstStyle/>
          <a:p>
            <a:pPr algn="ctr">
              <a:defRPr/>
            </a:pPr>
            <a:endParaRPr lang="zh-CN" altLang="en-US" sz="2000" dirty="0">
              <a:solidFill>
                <a:srgbClr val="4D4D4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MH_SubTitle_3"/>
          <p:cNvSpPr/>
          <p:nvPr>
            <p:custDataLst>
              <p:tags r:id="rId4"/>
            </p:custDataLst>
          </p:nvPr>
        </p:nvSpPr>
        <p:spPr>
          <a:xfrm>
            <a:off x="4310053" y="3927103"/>
            <a:ext cx="3474519" cy="349260"/>
          </a:xfrm>
          <a:custGeom>
            <a:avLst/>
            <a:gdLst>
              <a:gd name="connsiteX0" fmla="*/ 0 w 2592288"/>
              <a:gd name="connsiteY0" fmla="*/ 0 h 270000"/>
              <a:gd name="connsiteX1" fmla="*/ 2592288 w 2592288"/>
              <a:gd name="connsiteY1" fmla="*/ 0 h 270000"/>
              <a:gd name="connsiteX2" fmla="*/ 2159664 w 2592288"/>
              <a:gd name="connsiteY2" fmla="*/ 270000 h 270000"/>
              <a:gd name="connsiteX3" fmla="*/ 432624 w 2592288"/>
              <a:gd name="connsiteY3" fmla="*/ 270000 h 27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2288" h="270000">
                <a:moveTo>
                  <a:pt x="0" y="0"/>
                </a:moveTo>
                <a:lnTo>
                  <a:pt x="2592288" y="0"/>
                </a:lnTo>
                <a:lnTo>
                  <a:pt x="2159664" y="270000"/>
                </a:lnTo>
                <a:lnTo>
                  <a:pt x="432624" y="270000"/>
                </a:lnTo>
                <a:close/>
              </a:path>
            </a:pathLst>
          </a:custGeom>
          <a:solidFill>
            <a:srgbClr val="F9C5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MH_Text_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58463" y="2204659"/>
            <a:ext cx="2580216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内核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Kernel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18" name="MH_Text_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350154" y="2133221"/>
            <a:ext cx="2603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外壳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Shell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  <p:sp>
        <p:nvSpPr>
          <p:cNvPr id="19" name="MH_Text_3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810118" y="4347802"/>
            <a:ext cx="2690284" cy="528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实用工具（</a:t>
            </a:r>
            <a:r>
              <a:rPr lang="en-US" altLang="zh-CN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Utility</a:t>
            </a:r>
            <a:r>
              <a:rPr lang="zh-CN" altLang="en-US" sz="24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</a:p>
        </p:txBody>
      </p:sp>
    </p:spTree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_1"/>
          <p:cNvSpPr/>
          <p:nvPr>
            <p:custDataLst>
              <p:tags r:id="rId2"/>
            </p:custDataLst>
          </p:nvPr>
        </p:nvSpPr>
        <p:spPr>
          <a:xfrm>
            <a:off x="6024564" y="2357431"/>
            <a:ext cx="785819" cy="2659063"/>
          </a:xfrm>
          <a:custGeom>
            <a:avLst/>
            <a:gdLst>
              <a:gd name="connsiteX0" fmla="*/ 286341 w 572682"/>
              <a:gd name="connsiteY0" fmla="*/ 0 h 1963148"/>
              <a:gd name="connsiteX1" fmla="*/ 572682 w 572682"/>
              <a:gd name="connsiteY1" fmla="*/ 286341 h 1963148"/>
              <a:gd name="connsiteX2" fmla="*/ 488815 w 572682"/>
              <a:gd name="connsiteY2" fmla="*/ 488815 h 1963148"/>
              <a:gd name="connsiteX3" fmla="*/ 452012 w 572682"/>
              <a:gd name="connsiteY3" fmla="*/ 513628 h 1963148"/>
              <a:gd name="connsiteX4" fmla="*/ 452012 w 572682"/>
              <a:gd name="connsiteY4" fmla="*/ 1449520 h 1963148"/>
              <a:gd name="connsiteX5" fmla="*/ 488815 w 572682"/>
              <a:gd name="connsiteY5" fmla="*/ 1474333 h 1963148"/>
              <a:gd name="connsiteX6" fmla="*/ 572682 w 572682"/>
              <a:gd name="connsiteY6" fmla="*/ 1676807 h 1963148"/>
              <a:gd name="connsiteX7" fmla="*/ 286341 w 572682"/>
              <a:gd name="connsiteY7" fmla="*/ 1963148 h 1963148"/>
              <a:gd name="connsiteX8" fmla="*/ 0 w 572682"/>
              <a:gd name="connsiteY8" fmla="*/ 1676807 h 1963148"/>
              <a:gd name="connsiteX9" fmla="*/ 83868 w 572682"/>
              <a:gd name="connsiteY9" fmla="*/ 1474333 h 1963148"/>
              <a:gd name="connsiteX10" fmla="*/ 120669 w 572682"/>
              <a:gd name="connsiteY10" fmla="*/ 1449521 h 1963148"/>
              <a:gd name="connsiteX11" fmla="*/ 120669 w 572682"/>
              <a:gd name="connsiteY11" fmla="*/ 513627 h 1963148"/>
              <a:gd name="connsiteX12" fmla="*/ 83868 w 572682"/>
              <a:gd name="connsiteY12" fmla="*/ 488815 h 1963148"/>
              <a:gd name="connsiteX13" fmla="*/ 0 w 572682"/>
              <a:gd name="connsiteY13" fmla="*/ 286341 h 1963148"/>
              <a:gd name="connsiteX14" fmla="*/ 286341 w 572682"/>
              <a:gd name="connsiteY14" fmla="*/ 0 h 196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682" h="1963148">
                <a:moveTo>
                  <a:pt x="286341" y="0"/>
                </a:moveTo>
                <a:cubicBezTo>
                  <a:pt x="444483" y="0"/>
                  <a:pt x="572682" y="128199"/>
                  <a:pt x="572682" y="286341"/>
                </a:cubicBezTo>
                <a:cubicBezTo>
                  <a:pt x="572682" y="365412"/>
                  <a:pt x="540632" y="436997"/>
                  <a:pt x="488815" y="488815"/>
                </a:cubicBezTo>
                <a:lnTo>
                  <a:pt x="452012" y="513628"/>
                </a:lnTo>
                <a:lnTo>
                  <a:pt x="452012" y="1449520"/>
                </a:lnTo>
                <a:lnTo>
                  <a:pt x="488815" y="1474333"/>
                </a:lnTo>
                <a:cubicBezTo>
                  <a:pt x="540632" y="1526151"/>
                  <a:pt x="572682" y="1597736"/>
                  <a:pt x="572682" y="1676807"/>
                </a:cubicBezTo>
                <a:cubicBezTo>
                  <a:pt x="572682" y="1834949"/>
                  <a:pt x="444483" y="1963148"/>
                  <a:pt x="286341" y="1963148"/>
                </a:cubicBezTo>
                <a:cubicBezTo>
                  <a:pt x="128199" y="1963148"/>
                  <a:pt x="0" y="1834949"/>
                  <a:pt x="0" y="1676807"/>
                </a:cubicBezTo>
                <a:cubicBezTo>
                  <a:pt x="0" y="1597736"/>
                  <a:pt x="32050" y="1526151"/>
                  <a:pt x="83868" y="1474333"/>
                </a:cubicBezTo>
                <a:lnTo>
                  <a:pt x="120669" y="1449521"/>
                </a:lnTo>
                <a:lnTo>
                  <a:pt x="120669" y="513627"/>
                </a:lnTo>
                <a:lnTo>
                  <a:pt x="83868" y="488815"/>
                </a:lnTo>
                <a:cubicBezTo>
                  <a:pt x="32050" y="436997"/>
                  <a:pt x="0" y="365412"/>
                  <a:pt x="0" y="286341"/>
                </a:cubicBezTo>
                <a:cubicBezTo>
                  <a:pt x="0" y="128199"/>
                  <a:pt x="128199" y="0"/>
                  <a:pt x="2863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1300" dirty="0"/>
          </a:p>
        </p:txBody>
      </p:sp>
      <p:sp>
        <p:nvSpPr>
          <p:cNvPr id="5" name="MH_Other_2"/>
          <p:cNvSpPr/>
          <p:nvPr>
            <p:custDataLst>
              <p:tags r:id="rId3"/>
            </p:custDataLst>
          </p:nvPr>
        </p:nvSpPr>
        <p:spPr>
          <a:xfrm>
            <a:off x="6153416" y="2491355"/>
            <a:ext cx="514088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1300" dirty="0"/>
          </a:p>
        </p:txBody>
      </p:sp>
      <p:sp>
        <p:nvSpPr>
          <p:cNvPr id="8" name="MH_Text_2"/>
          <p:cNvSpPr/>
          <p:nvPr>
            <p:custDataLst>
              <p:tags r:id="rId4"/>
            </p:custDataLst>
          </p:nvPr>
        </p:nvSpPr>
        <p:spPr>
          <a:xfrm>
            <a:off x="7453323" y="1785925"/>
            <a:ext cx="4071967" cy="3071835"/>
          </a:xfrm>
          <a:prstGeom prst="rect">
            <a:avLst/>
          </a:prstGeom>
        </p:spPr>
        <p:txBody>
          <a:bodyPr lIns="91436" tIns="45718" rIns="91436" bIns="45718">
            <a:normAutofit/>
          </a:bodyPr>
          <a:lstStyle/>
          <a:p>
            <a:pPr indent="457178">
              <a:lnSpc>
                <a:spcPct val="150000"/>
              </a:lnSpc>
              <a:defRPr/>
            </a:pPr>
            <a:r>
              <a:rPr lang="en-US" dirty="0">
                <a:latin typeface="+mn-ea"/>
              </a:rPr>
              <a:t>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内核版本号的写法为：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x.yy.zz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。其中，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称为主要版本号，范围介于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0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和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9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之间；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yy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称作次要版本号，范围介于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00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和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99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之间；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zz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称为修订版本号。各部分数字越大，则表示版本越高。</a:t>
            </a:r>
            <a:endParaRPr lang="en-US" altLang="zh-CN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0" name="MH_Other_3"/>
          <p:cNvSpPr/>
          <p:nvPr>
            <p:custDataLst>
              <p:tags r:id="rId5"/>
            </p:custDataLst>
          </p:nvPr>
        </p:nvSpPr>
        <p:spPr>
          <a:xfrm>
            <a:off x="6153416" y="4374823"/>
            <a:ext cx="514088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1300" dirty="0"/>
          </a:p>
        </p:txBody>
      </p:sp>
      <p:sp>
        <p:nvSpPr>
          <p:cNvPr id="13" name="MH_Text_1"/>
          <p:cNvSpPr/>
          <p:nvPr>
            <p:custDataLst>
              <p:tags r:id="rId6"/>
            </p:custDataLst>
          </p:nvPr>
        </p:nvSpPr>
        <p:spPr>
          <a:xfrm>
            <a:off x="1523969" y="2324098"/>
            <a:ext cx="3906827" cy="3748108"/>
          </a:xfrm>
          <a:prstGeom prst="rect">
            <a:avLst/>
          </a:prstGeom>
        </p:spPr>
        <p:txBody>
          <a:bodyPr lIns="91436" tIns="45718" rIns="91436" bIns="45718" anchor="b">
            <a:normAutofit fontScale="92500" lnSpcReduction="10000"/>
          </a:bodyPr>
          <a:lstStyle/>
          <a:p>
            <a:pPr indent="25398">
              <a:lnSpc>
                <a:spcPct val="170000"/>
              </a:lnSpc>
            </a:pP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  通常所说的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版本指的就是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内核的版本。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的内核通常可以从网站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https://www.kernel.org/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下载。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的内核分成两种：稳定版和开发版。稳定版的内核稳定性强，可以用于应用和部署。开发版的内核不稳定，版本变化快，仅适合用于试验之用，不适合进行部署</a:t>
            </a:r>
            <a:r>
              <a:rPr lang="zh-CN" altLang="en-US" b="1" dirty="0">
                <a:solidFill>
                  <a:schemeClr val="tx2">
                    <a:lumMod val="50000"/>
                  </a:schemeClr>
                </a:solidFill>
              </a:rPr>
              <a:t>。</a:t>
            </a:r>
          </a:p>
        </p:txBody>
      </p:sp>
      <p:sp>
        <p:nvSpPr>
          <p:cNvPr id="15" name="MH_Other_4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6965947" y="2571746"/>
            <a:ext cx="4064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1300" dirty="0"/>
          </a:p>
        </p:txBody>
      </p:sp>
      <p:sp>
        <p:nvSpPr>
          <p:cNvPr id="16" name="MH_Other_5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 flipH="1">
            <a:off x="5516561" y="4616462"/>
            <a:ext cx="4064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1300" dirty="0"/>
          </a:p>
        </p:txBody>
      </p:sp>
    </p:spTree>
    <p:custDataLst>
      <p:tags r:id="rId1"/>
    </p:custDataLst>
  </p:cSld>
  <p:clrMapOvr>
    <a:masterClrMapping/>
  </p:clrMapOvr>
  <p:transition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H_Other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06259" y="2627314"/>
            <a:ext cx="3608916" cy="2732087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  <a:alpha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0" name="MH_Other_2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6040425" y="2613023"/>
            <a:ext cx="381000" cy="28575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8F8F8"/>
            </a:solidFill>
            <a:round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3" name="MH_Other_3"/>
          <p:cNvSpPr>
            <a:spLocks noChangeShapeType="1"/>
          </p:cNvSpPr>
          <p:nvPr>
            <p:custDataLst>
              <p:tags r:id="rId4"/>
            </p:custDataLst>
          </p:nvPr>
        </p:nvSpPr>
        <p:spPr bwMode="gray">
          <a:xfrm>
            <a:off x="3407291" y="3998911"/>
            <a:ext cx="3987800" cy="0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  <a:alpha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4" name="MH_Other_4"/>
          <p:cNvSpPr>
            <a:spLocks noChangeShapeType="1"/>
          </p:cNvSpPr>
          <p:nvPr>
            <p:custDataLst>
              <p:tags r:id="rId5"/>
            </p:custDataLst>
          </p:nvPr>
        </p:nvSpPr>
        <p:spPr bwMode="gray">
          <a:xfrm>
            <a:off x="5401191" y="2425699"/>
            <a:ext cx="0" cy="3144839"/>
          </a:xfrm>
          <a:prstGeom prst="line">
            <a:avLst/>
          </a:prstGeom>
          <a:noFill/>
          <a:ln w="28575">
            <a:solidFill>
              <a:schemeClr val="accent1">
                <a:lumMod val="40000"/>
                <a:lumOff val="60000"/>
                <a:alpha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6" tIns="45718" rIns="91436" bIns="45718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5" name="MH_Other_5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3803108" y="2781297"/>
            <a:ext cx="3191933" cy="2413000"/>
          </a:xfrm>
          <a:prstGeom prst="ellipse">
            <a:avLst/>
          </a:prstGeom>
          <a:noFill/>
          <a:ln w="9525">
            <a:solidFill>
              <a:schemeClr val="accent1">
                <a:lumMod val="40000"/>
                <a:lumOff val="60000"/>
                <a:alpha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64999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7" name="MH_Other_6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4167176" y="3071809"/>
            <a:ext cx="2446867" cy="18732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8" name="MH_Other_7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6838407" y="3205162"/>
            <a:ext cx="381000" cy="28575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8F8F8"/>
            </a:solidFill>
            <a:round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0" name="MH_Other_8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7098759" y="3852860"/>
            <a:ext cx="381000" cy="28575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8F8F8"/>
            </a:solidFill>
            <a:round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2" name="MH_Other_9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6827825" y="4538662"/>
            <a:ext cx="381000" cy="28575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8F8F8"/>
            </a:solidFill>
            <a:round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4" name="MH_Other_10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6127207" y="5062537"/>
            <a:ext cx="381000" cy="28575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8F8F8"/>
            </a:solidFill>
            <a:round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zh-CN" altLang="en-US" sz="13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46" name="MH_SubTitle_5"/>
          <p:cNvSpPr>
            <a:spLocks noChangeArrowheads="1"/>
          </p:cNvSpPr>
          <p:nvPr>
            <p:custDataLst>
              <p:tags r:id="rId12"/>
            </p:custDataLst>
          </p:nvPr>
        </p:nvSpPr>
        <p:spPr bwMode="black">
          <a:xfrm>
            <a:off x="6539959" y="5053014"/>
            <a:ext cx="54102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1436" tIns="45718" rIns="91436" bIns="45718">
            <a:noAutofit/>
          </a:bodyPr>
          <a:lstStyle/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Red Hat</a:t>
            </a:r>
            <a:r>
              <a:rPr lang="zh-CN" altLang="en-US" b="1" dirty="0"/>
              <a:t>等</a:t>
            </a:r>
            <a:endParaRPr lang="zh-CN" altLang="en-US" b="1" kern="0" dirty="0">
              <a:latin typeface="+mn-lt"/>
              <a:ea typeface="+mn-ea"/>
            </a:endParaRPr>
          </a:p>
        </p:txBody>
      </p:sp>
      <p:sp>
        <p:nvSpPr>
          <p:cNvPr id="47" name="MH_SubTitle_2"/>
          <p:cNvSpPr>
            <a:spLocks noChangeArrowheads="1"/>
          </p:cNvSpPr>
          <p:nvPr>
            <p:custDataLst>
              <p:tags r:id="rId13"/>
            </p:custDataLst>
          </p:nvPr>
        </p:nvSpPr>
        <p:spPr bwMode="black">
          <a:xfrm>
            <a:off x="7331595" y="3152773"/>
            <a:ext cx="4618567" cy="338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1436" tIns="45718" rIns="91436" bIns="45718">
            <a:noAutofit/>
          </a:bodyPr>
          <a:lstStyle/>
          <a:p>
            <a:pPr>
              <a:defRPr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Suse</a:t>
            </a:r>
            <a:endParaRPr lang="zh-CN" altLang="en-US" b="1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MH_SubTitle_3"/>
          <p:cNvSpPr>
            <a:spLocks noChangeArrowheads="1"/>
          </p:cNvSpPr>
          <p:nvPr>
            <p:custDataLst>
              <p:tags r:id="rId14"/>
            </p:custDataLst>
          </p:nvPr>
        </p:nvSpPr>
        <p:spPr bwMode="black">
          <a:xfrm>
            <a:off x="7549611" y="3819524"/>
            <a:ext cx="4400551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1436" tIns="45718" rIns="91436" bIns="45718">
            <a:noAutofit/>
          </a:bodyPr>
          <a:lstStyle/>
          <a:p>
            <a:pPr>
              <a:defRPr/>
            </a:pPr>
            <a:r>
              <a:rPr lang="en-US" b="1" dirty="0" err="1"/>
              <a:t>Ubuntu</a:t>
            </a:r>
            <a:endParaRPr lang="zh-CN" altLang="en-US" b="1" kern="0" dirty="0">
              <a:latin typeface="+mn-lt"/>
              <a:ea typeface="+mn-ea"/>
            </a:endParaRPr>
          </a:p>
        </p:txBody>
      </p:sp>
      <p:sp>
        <p:nvSpPr>
          <p:cNvPr id="49" name="MH_SubTitle_4"/>
          <p:cNvSpPr>
            <a:spLocks noChangeArrowheads="1"/>
          </p:cNvSpPr>
          <p:nvPr>
            <p:custDataLst>
              <p:tags r:id="rId15"/>
            </p:custDataLst>
          </p:nvPr>
        </p:nvSpPr>
        <p:spPr bwMode="black">
          <a:xfrm>
            <a:off x="7268093" y="4516438"/>
            <a:ext cx="4682067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1436" tIns="45718" rIns="91436" bIns="45718">
            <a:noAutofit/>
          </a:bodyPr>
          <a:lstStyle/>
          <a:p>
            <a:pPr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Centos</a:t>
            </a:r>
            <a:endParaRPr lang="zh-CN" altLang="en-US" b="1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MH_SubTitle_1"/>
          <p:cNvSpPr>
            <a:spLocks noChangeArrowheads="1"/>
          </p:cNvSpPr>
          <p:nvPr>
            <p:custDataLst>
              <p:tags r:id="rId16"/>
            </p:custDataLst>
          </p:nvPr>
        </p:nvSpPr>
        <p:spPr bwMode="black">
          <a:xfrm>
            <a:off x="6548427" y="2587623"/>
            <a:ext cx="540173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91436" tIns="45718" rIns="91436" bIns="45718">
            <a:noAutofit/>
          </a:bodyPr>
          <a:lstStyle/>
          <a:p>
            <a:pPr>
              <a:defRPr/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Debian</a:t>
            </a:r>
            <a:endParaRPr lang="zh-CN" altLang="en-US" b="1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" name="MH_Title_1"/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4607443" y="3408361"/>
            <a:ext cx="1566333" cy="11985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000" b="1" kern="0" dirty="0">
                <a:solidFill>
                  <a:srgbClr val="FFFFFF"/>
                </a:solidFill>
              </a:rPr>
              <a:t>常见版本</a:t>
            </a:r>
          </a:p>
        </p:txBody>
      </p:sp>
      <p:sp>
        <p:nvSpPr>
          <p:cNvPr id="19" name="矩形 18"/>
          <p:cNvSpPr/>
          <p:nvPr/>
        </p:nvSpPr>
        <p:spPr>
          <a:xfrm>
            <a:off x="809587" y="1142986"/>
            <a:ext cx="2517032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1.1.5 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发行版本</a:t>
            </a:r>
          </a:p>
        </p:txBody>
      </p:sp>
      <p:sp>
        <p:nvSpPr>
          <p:cNvPr id="20" name="矩形 19"/>
          <p:cNvSpPr/>
          <p:nvPr/>
        </p:nvSpPr>
        <p:spPr>
          <a:xfrm>
            <a:off x="809587" y="1571614"/>
            <a:ext cx="6941320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/>
              <a:t>      内核、外壳、实用程序等区别构成了不同的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dirty="0"/>
              <a:t>发行版本。</a:t>
            </a:r>
          </a:p>
        </p:txBody>
      </p:sp>
      <p:sp>
        <p:nvSpPr>
          <p:cNvPr id="21" name="矩形 20"/>
          <p:cNvSpPr/>
          <p:nvPr/>
        </p:nvSpPr>
        <p:spPr>
          <a:xfrm>
            <a:off x="1095341" y="2000242"/>
            <a:ext cx="2316656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/>
              <a:t>1</a:t>
            </a:r>
            <a:r>
              <a:rPr lang="zh-CN" altLang="en-US" b="1" dirty="0"/>
              <a:t>．</a:t>
            </a:r>
            <a:r>
              <a:rPr lang="en-US" b="1" dirty="0"/>
              <a:t>Linux</a:t>
            </a:r>
            <a:r>
              <a:rPr lang="zh-CN" altLang="en-US" b="1" dirty="0"/>
              <a:t>的发行版本</a:t>
            </a:r>
          </a:p>
        </p:txBody>
      </p:sp>
    </p:spTree>
    <p:custDataLst>
      <p:tags r:id="rId1"/>
    </p:custDataLst>
  </p:cSld>
  <p:clrMapOvr>
    <a:masterClrMapping/>
  </p:clrMapOvr>
  <p:transition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Other_1"/>
          <p:cNvSpPr/>
          <p:nvPr>
            <p:custDataLst>
              <p:tags r:id="rId2"/>
            </p:custDataLst>
          </p:nvPr>
        </p:nvSpPr>
        <p:spPr>
          <a:xfrm rot="12728557" flipV="1">
            <a:off x="4634180" y="3608436"/>
            <a:ext cx="1182307" cy="458400"/>
          </a:xfrm>
          <a:custGeom>
            <a:avLst/>
            <a:gdLst>
              <a:gd name="connsiteX0" fmla="*/ 0 w 3888432"/>
              <a:gd name="connsiteY0" fmla="*/ 0 h 1129027"/>
              <a:gd name="connsiteX1" fmla="*/ 3323919 w 3888432"/>
              <a:gd name="connsiteY1" fmla="*/ 0 h 1129027"/>
              <a:gd name="connsiteX2" fmla="*/ 3888432 w 3888432"/>
              <a:gd name="connsiteY2" fmla="*/ 564514 h 1129027"/>
              <a:gd name="connsiteX3" fmla="*/ 3323919 w 3888432"/>
              <a:gd name="connsiteY3" fmla="*/ 1129027 h 1129027"/>
              <a:gd name="connsiteX4" fmla="*/ 1011895 w 3888432"/>
              <a:gd name="connsiteY4" fmla="*/ 1118735 h 1129027"/>
              <a:gd name="connsiteX5" fmla="*/ 0 w 3888432"/>
              <a:gd name="connsiteY5" fmla="*/ 8248 h 1129027"/>
              <a:gd name="connsiteX6" fmla="*/ 0 w 3888432"/>
              <a:gd name="connsiteY6" fmla="*/ 0 h 11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8432" h="1129027">
                <a:moveTo>
                  <a:pt x="0" y="0"/>
                </a:moveTo>
                <a:lnTo>
                  <a:pt x="3323919" y="0"/>
                </a:lnTo>
                <a:lnTo>
                  <a:pt x="3888432" y="564514"/>
                </a:lnTo>
                <a:lnTo>
                  <a:pt x="3323919" y="1129027"/>
                </a:lnTo>
                <a:lnTo>
                  <a:pt x="1011895" y="1118735"/>
                </a:lnTo>
                <a:lnTo>
                  <a:pt x="0" y="824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91436" tIns="45718" rIns="91436" bIns="45718" anchor="ctr"/>
          <a:lstStyle/>
          <a:p>
            <a:pPr algn="ctr">
              <a:defRPr/>
            </a:pPr>
            <a:endParaRPr lang="en-US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pic>
        <p:nvPicPr>
          <p:cNvPr id="2051" name="MH_Other_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/>
          <a:srcRect l="79164" t="15523" b="15959"/>
          <a:stretch>
            <a:fillRect/>
          </a:stretch>
        </p:blipFill>
        <p:spPr bwMode="auto">
          <a:xfrm rot="-6840000">
            <a:off x="5396816" y="3426681"/>
            <a:ext cx="176213" cy="1242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MH_Other_3"/>
          <p:cNvSpPr/>
          <p:nvPr>
            <p:custDataLst>
              <p:tags r:id="rId4"/>
            </p:custDataLst>
          </p:nvPr>
        </p:nvSpPr>
        <p:spPr>
          <a:xfrm rot="16923356" flipV="1">
            <a:off x="5285849" y="2852213"/>
            <a:ext cx="1108075" cy="461433"/>
          </a:xfrm>
          <a:custGeom>
            <a:avLst/>
            <a:gdLst>
              <a:gd name="connsiteX0" fmla="*/ 0 w 3888432"/>
              <a:gd name="connsiteY0" fmla="*/ 0 h 1129027"/>
              <a:gd name="connsiteX1" fmla="*/ 3323919 w 3888432"/>
              <a:gd name="connsiteY1" fmla="*/ 0 h 1129027"/>
              <a:gd name="connsiteX2" fmla="*/ 3888432 w 3888432"/>
              <a:gd name="connsiteY2" fmla="*/ 564514 h 1129027"/>
              <a:gd name="connsiteX3" fmla="*/ 3323919 w 3888432"/>
              <a:gd name="connsiteY3" fmla="*/ 1129027 h 1129027"/>
              <a:gd name="connsiteX4" fmla="*/ 1011895 w 3888432"/>
              <a:gd name="connsiteY4" fmla="*/ 1118735 h 1129027"/>
              <a:gd name="connsiteX5" fmla="*/ 0 w 3888432"/>
              <a:gd name="connsiteY5" fmla="*/ 8248 h 1129027"/>
              <a:gd name="connsiteX6" fmla="*/ 0 w 3888432"/>
              <a:gd name="connsiteY6" fmla="*/ 0 h 11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8432" h="1129027">
                <a:moveTo>
                  <a:pt x="0" y="0"/>
                </a:moveTo>
                <a:lnTo>
                  <a:pt x="3323919" y="0"/>
                </a:lnTo>
                <a:lnTo>
                  <a:pt x="3888432" y="564514"/>
                </a:lnTo>
                <a:lnTo>
                  <a:pt x="3323919" y="1129027"/>
                </a:lnTo>
                <a:lnTo>
                  <a:pt x="1011895" y="1118735"/>
                </a:lnTo>
                <a:lnTo>
                  <a:pt x="0" y="824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91436" tIns="45718" rIns="91436" bIns="45718" anchor="ctr"/>
          <a:lstStyle/>
          <a:p>
            <a:pPr algn="ctr">
              <a:defRPr/>
            </a:pPr>
            <a:endParaRPr lang="en-US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pic>
        <p:nvPicPr>
          <p:cNvPr id="2053" name="MH_Other_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/>
          <a:srcRect l="79164" t="15523" b="15959"/>
          <a:stretch>
            <a:fillRect/>
          </a:stretch>
        </p:blipFill>
        <p:spPr bwMode="auto">
          <a:xfrm rot="-2520000">
            <a:off x="5717120" y="2949577"/>
            <a:ext cx="234949" cy="93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 rot="21278302" flipV="1">
            <a:off x="6186552" y="3208373"/>
            <a:ext cx="1265261" cy="468329"/>
          </a:xfrm>
          <a:custGeom>
            <a:avLst/>
            <a:gdLst>
              <a:gd name="connsiteX0" fmla="*/ 0 w 3888432"/>
              <a:gd name="connsiteY0" fmla="*/ 0 h 1129027"/>
              <a:gd name="connsiteX1" fmla="*/ 3323919 w 3888432"/>
              <a:gd name="connsiteY1" fmla="*/ 0 h 1129027"/>
              <a:gd name="connsiteX2" fmla="*/ 3888432 w 3888432"/>
              <a:gd name="connsiteY2" fmla="*/ 564514 h 1129027"/>
              <a:gd name="connsiteX3" fmla="*/ 3323919 w 3888432"/>
              <a:gd name="connsiteY3" fmla="*/ 1129027 h 1129027"/>
              <a:gd name="connsiteX4" fmla="*/ 1011895 w 3888432"/>
              <a:gd name="connsiteY4" fmla="*/ 1118735 h 1129027"/>
              <a:gd name="connsiteX5" fmla="*/ 0 w 3888432"/>
              <a:gd name="connsiteY5" fmla="*/ 8248 h 1129027"/>
              <a:gd name="connsiteX6" fmla="*/ 0 w 3888432"/>
              <a:gd name="connsiteY6" fmla="*/ 0 h 11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8432" h="1129027">
                <a:moveTo>
                  <a:pt x="0" y="0"/>
                </a:moveTo>
                <a:lnTo>
                  <a:pt x="3323919" y="0"/>
                </a:lnTo>
                <a:lnTo>
                  <a:pt x="3888432" y="564514"/>
                </a:lnTo>
                <a:lnTo>
                  <a:pt x="3323919" y="1129027"/>
                </a:lnTo>
                <a:lnTo>
                  <a:pt x="1011895" y="1118735"/>
                </a:lnTo>
                <a:lnTo>
                  <a:pt x="0" y="824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91436" tIns="45718" rIns="91436" bIns="45718" anchor="ctr"/>
          <a:lstStyle/>
          <a:p>
            <a:pPr algn="ctr">
              <a:defRPr/>
            </a:pPr>
            <a:endParaRPr lang="en-US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pic>
        <p:nvPicPr>
          <p:cNvPr id="2055" name="MH_Other_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/>
          <a:srcRect l="79164" t="15523" b="15959"/>
          <a:stretch>
            <a:fillRect/>
          </a:stretch>
        </p:blipFill>
        <p:spPr bwMode="auto">
          <a:xfrm rot="1800000">
            <a:off x="6384667" y="2996689"/>
            <a:ext cx="234949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MH_Other_7"/>
          <p:cNvSpPr/>
          <p:nvPr>
            <p:custDataLst>
              <p:tags r:id="rId8"/>
            </p:custDataLst>
          </p:nvPr>
        </p:nvSpPr>
        <p:spPr>
          <a:xfrm rot="4125919" flipV="1">
            <a:off x="6292959" y="4151703"/>
            <a:ext cx="1106488" cy="463549"/>
          </a:xfrm>
          <a:custGeom>
            <a:avLst/>
            <a:gdLst>
              <a:gd name="connsiteX0" fmla="*/ 0 w 3888432"/>
              <a:gd name="connsiteY0" fmla="*/ 0 h 1129027"/>
              <a:gd name="connsiteX1" fmla="*/ 3323919 w 3888432"/>
              <a:gd name="connsiteY1" fmla="*/ 0 h 1129027"/>
              <a:gd name="connsiteX2" fmla="*/ 3888432 w 3888432"/>
              <a:gd name="connsiteY2" fmla="*/ 564514 h 1129027"/>
              <a:gd name="connsiteX3" fmla="*/ 3323919 w 3888432"/>
              <a:gd name="connsiteY3" fmla="*/ 1129027 h 1129027"/>
              <a:gd name="connsiteX4" fmla="*/ 1011895 w 3888432"/>
              <a:gd name="connsiteY4" fmla="*/ 1118735 h 1129027"/>
              <a:gd name="connsiteX5" fmla="*/ 0 w 3888432"/>
              <a:gd name="connsiteY5" fmla="*/ 8248 h 1129027"/>
              <a:gd name="connsiteX6" fmla="*/ 0 w 3888432"/>
              <a:gd name="connsiteY6" fmla="*/ 0 h 11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8432" h="1129027">
                <a:moveTo>
                  <a:pt x="0" y="0"/>
                </a:moveTo>
                <a:lnTo>
                  <a:pt x="3323919" y="0"/>
                </a:lnTo>
                <a:lnTo>
                  <a:pt x="3888432" y="564514"/>
                </a:lnTo>
                <a:lnTo>
                  <a:pt x="3323919" y="1129027"/>
                </a:lnTo>
                <a:lnTo>
                  <a:pt x="1011895" y="1118735"/>
                </a:lnTo>
                <a:lnTo>
                  <a:pt x="0" y="824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91436" tIns="45718" rIns="91436" bIns="45718" anchor="ctr"/>
          <a:lstStyle/>
          <a:p>
            <a:pPr algn="ctr">
              <a:defRPr/>
            </a:pPr>
            <a:endParaRPr lang="en-US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pic>
        <p:nvPicPr>
          <p:cNvPr id="2057" name="MH_Other_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 cstate="print"/>
          <a:srcRect l="79164" t="15523" b="15959"/>
          <a:stretch>
            <a:fillRect/>
          </a:stretch>
        </p:blipFill>
        <p:spPr bwMode="auto">
          <a:xfrm rot="6120000">
            <a:off x="6561407" y="3452571"/>
            <a:ext cx="176213" cy="124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MH_Other_9"/>
          <p:cNvSpPr/>
          <p:nvPr>
            <p:custDataLst>
              <p:tags r:id="rId10"/>
            </p:custDataLst>
          </p:nvPr>
        </p:nvSpPr>
        <p:spPr>
          <a:xfrm rot="8533731" flipV="1">
            <a:off x="5249290" y="4448144"/>
            <a:ext cx="1147265" cy="513841"/>
          </a:xfrm>
          <a:custGeom>
            <a:avLst/>
            <a:gdLst>
              <a:gd name="connsiteX0" fmla="*/ 0 w 3888432"/>
              <a:gd name="connsiteY0" fmla="*/ 0 h 1129027"/>
              <a:gd name="connsiteX1" fmla="*/ 3323919 w 3888432"/>
              <a:gd name="connsiteY1" fmla="*/ 0 h 1129027"/>
              <a:gd name="connsiteX2" fmla="*/ 3888432 w 3888432"/>
              <a:gd name="connsiteY2" fmla="*/ 564514 h 1129027"/>
              <a:gd name="connsiteX3" fmla="*/ 3323919 w 3888432"/>
              <a:gd name="connsiteY3" fmla="*/ 1129027 h 1129027"/>
              <a:gd name="connsiteX4" fmla="*/ 1011895 w 3888432"/>
              <a:gd name="connsiteY4" fmla="*/ 1118735 h 1129027"/>
              <a:gd name="connsiteX5" fmla="*/ 0 w 3888432"/>
              <a:gd name="connsiteY5" fmla="*/ 8248 h 1129027"/>
              <a:gd name="connsiteX6" fmla="*/ 0 w 3888432"/>
              <a:gd name="connsiteY6" fmla="*/ 0 h 1129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8432" h="1129027">
                <a:moveTo>
                  <a:pt x="0" y="0"/>
                </a:moveTo>
                <a:lnTo>
                  <a:pt x="3323919" y="0"/>
                </a:lnTo>
                <a:lnTo>
                  <a:pt x="3888432" y="564514"/>
                </a:lnTo>
                <a:lnTo>
                  <a:pt x="3323919" y="1129027"/>
                </a:lnTo>
                <a:lnTo>
                  <a:pt x="1011895" y="1118735"/>
                </a:lnTo>
                <a:lnTo>
                  <a:pt x="0" y="824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lIns="91436" tIns="45718" rIns="91436" bIns="45718" anchor="ctr"/>
          <a:lstStyle/>
          <a:p>
            <a:pPr algn="ctr">
              <a:defRPr/>
            </a:pPr>
            <a:endParaRPr lang="en-US" kern="0" dirty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pic>
        <p:nvPicPr>
          <p:cNvPr id="2059" name="MH_Other_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9" cstate="print"/>
          <a:srcRect l="79164" t="15523" b="15959"/>
          <a:stretch>
            <a:fillRect/>
          </a:stretch>
        </p:blipFill>
        <p:spPr bwMode="auto">
          <a:xfrm rot="10440000">
            <a:off x="5869457" y="3941076"/>
            <a:ext cx="289955" cy="1148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MH_SubTitle_3"/>
          <p:cNvSpPr/>
          <p:nvPr>
            <p:custDataLst>
              <p:tags r:id="rId12"/>
            </p:custDataLst>
          </p:nvPr>
        </p:nvSpPr>
        <p:spPr>
          <a:xfrm>
            <a:off x="7667638" y="2500305"/>
            <a:ext cx="4071967" cy="1643075"/>
          </a:xfrm>
          <a:prstGeom prst="bracePair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</a:t>
            </a:r>
            <a:r>
              <a:rPr lang="en-US" b="1" dirty="0" err="1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Suse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是最华丽的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发行版，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X window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和程序应用方面做的非常出色。尤其与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Microsoft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的合作关系，应该是在所有的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发行版本中最亲密的。</a:t>
            </a:r>
          </a:p>
        </p:txBody>
      </p:sp>
      <p:sp>
        <p:nvSpPr>
          <p:cNvPr id="22" name="MH_SubTitle_4"/>
          <p:cNvSpPr/>
          <p:nvPr>
            <p:custDataLst>
              <p:tags r:id="rId13"/>
            </p:custDataLst>
          </p:nvPr>
        </p:nvSpPr>
        <p:spPr>
          <a:xfrm>
            <a:off x="7224187" y="4572010"/>
            <a:ext cx="4586855" cy="1857388"/>
          </a:xfrm>
          <a:prstGeom prst="bracePair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Red Hat 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是培训、学习、应用、知名度最高的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发行版本，版本更新很快，对新硬件和新技术支持较好。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Red Hat 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包括面向个人用户的</a:t>
            </a:r>
            <a:r>
              <a:rPr 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Fedora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和面向企业用户的</a:t>
            </a:r>
            <a:r>
              <a:rPr 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Red Hat Enterprise Linux</a:t>
            </a: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RHEL</a:t>
            </a: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29" name="MH_SubTitle_5"/>
          <p:cNvSpPr/>
          <p:nvPr>
            <p:custDataLst>
              <p:tags r:id="rId14"/>
            </p:custDataLst>
          </p:nvPr>
        </p:nvSpPr>
        <p:spPr>
          <a:xfrm>
            <a:off x="2309788" y="5194302"/>
            <a:ext cx="3022099" cy="1020783"/>
          </a:xfrm>
          <a:prstGeom prst="bracePair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Centos 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Red Hat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企业版的社区版，基本上与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Red Hat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是兼容的。</a:t>
            </a:r>
          </a:p>
        </p:txBody>
      </p:sp>
      <p:sp>
        <p:nvSpPr>
          <p:cNvPr id="30" name="MH_SubTitle_1"/>
          <p:cNvSpPr/>
          <p:nvPr>
            <p:custDataLst>
              <p:tags r:id="rId15"/>
            </p:custDataLst>
          </p:nvPr>
        </p:nvSpPr>
        <p:spPr>
          <a:xfrm>
            <a:off x="881025" y="2143116"/>
            <a:ext cx="3643339" cy="2857520"/>
          </a:xfrm>
          <a:prstGeom prst="bracePair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b="1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Debian 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由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Ian Murdock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创建的自由软件合作组织发行，在社区版的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中是较好的，文档和资料较多，尤其是英文的。但在国内的占有率很低。原因是上手难。在所有的</a:t>
            </a:r>
            <a:r>
              <a:rPr 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Linux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发行版本中，这个版本应该说是最自由的。</a:t>
            </a:r>
          </a:p>
        </p:txBody>
      </p:sp>
      <p:sp>
        <p:nvSpPr>
          <p:cNvPr id="31" name="MH_SubTitle_2"/>
          <p:cNvSpPr/>
          <p:nvPr>
            <p:custDataLst>
              <p:tags r:id="rId16"/>
            </p:custDataLst>
          </p:nvPr>
        </p:nvSpPr>
        <p:spPr>
          <a:xfrm>
            <a:off x="4381489" y="1071545"/>
            <a:ext cx="4500595" cy="1357323"/>
          </a:xfrm>
          <a:prstGeom prst="bracePair">
            <a:avLst/>
          </a:prstGeom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</a:t>
            </a:r>
            <a:r>
              <a:rPr lang="en-US" b="1" dirty="0" err="1">
                <a:solidFill>
                  <a:srgbClr val="00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Ubuntu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源于</a:t>
            </a:r>
            <a:r>
              <a:rPr lang="en-US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Debian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，包含了来自</a:t>
            </a:r>
            <a:r>
              <a:rPr lang="en-US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Debian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强大的软件包管理工具，可以很容易地安装或删除应用程序。</a:t>
            </a:r>
            <a:r>
              <a:rPr lang="en-US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Ubuntu</a:t>
            </a:r>
            <a:r>
              <a:rPr lang="zh-CN" altLang="en-US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通常分为桌面版和服务器版两个版本。</a:t>
            </a:r>
          </a:p>
        </p:txBody>
      </p:sp>
    </p:spTree>
    <p:custDataLst>
      <p:tags r:id="rId1"/>
    </p:custData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MH_Other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80633" y="1943101"/>
            <a:ext cx="476251" cy="355600"/>
          </a:xfrm>
          <a:prstGeom prst="diamond">
            <a:avLst/>
          </a:prstGeom>
          <a:solidFill>
            <a:srgbClr val="CFEDE0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76" name="MH_Other_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80633" y="2347917"/>
            <a:ext cx="476251" cy="357187"/>
          </a:xfrm>
          <a:prstGeom prst="diamond">
            <a:avLst/>
          </a:prstGeom>
          <a:solidFill>
            <a:srgbClr val="CFEDE0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77" name="MH_Other_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955800" y="2146301"/>
            <a:ext cx="474133" cy="355600"/>
          </a:xfrm>
          <a:prstGeom prst="diamond">
            <a:avLst/>
          </a:prstGeom>
          <a:solidFill>
            <a:srgbClr val="95D7BB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>
            <a:off x="1168400" y="1814518"/>
            <a:ext cx="713317" cy="1019175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lIns="91436" tIns="45718" rIns="91436" bIns="45718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079" name="MH_Other_5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130301" y="1814518"/>
            <a:ext cx="679451" cy="1019175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580 h 3612822"/>
              <a:gd name="T4" fmla="*/ 36 w 1806862"/>
              <a:gd name="T5" fmla="*/ 287160 h 3612822"/>
              <a:gd name="T6" fmla="*/ 0 w 1806862"/>
              <a:gd name="T7" fmla="*/ 287124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rgbClr val="76CBA6"/>
          </a:solidFill>
          <a:ln w="9525">
            <a:noFill/>
            <a:miter lim="800000"/>
            <a:headEnd/>
            <a:tailEnd/>
          </a:ln>
        </p:spPr>
        <p:txBody>
          <a:bodyPr lIns="0" tIns="0" rIns="143992" bIns="0" anchor="ctr"/>
          <a:lstStyle/>
          <a:p>
            <a:pPr algn="ctr" eaLnBrk="1" hangingPunct="1"/>
            <a:endParaRPr lang="zh-CN" altLang="en-US" sz="2400" b="1" dirty="0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1" name="MH_SubTitle_1"/>
          <p:cNvSpPr/>
          <p:nvPr>
            <p:custDataLst>
              <p:tags r:id="rId7"/>
            </p:custDataLst>
          </p:nvPr>
        </p:nvSpPr>
        <p:spPr>
          <a:xfrm>
            <a:off x="2429935" y="1885953"/>
            <a:ext cx="7595156" cy="900107"/>
          </a:xfrm>
          <a:prstGeom prst="rect">
            <a:avLst/>
          </a:prstGeom>
        </p:spPr>
        <p:txBody>
          <a:bodyPr lIns="91436" tIns="45718" rIns="91436" bIns="45718" anchor="b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       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如果作为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PHP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JSP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等开发平台使用，最好选择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Red Hat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或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Centos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。这是由于这两个发行版本的硬件和软件兼容性是所有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Linux</a:t>
            </a:r>
            <a:r>
              <a:rPr lang="zh-CN" altLang="en-US" b="1" dirty="0">
                <a:solidFill>
                  <a:schemeClr val="accent5">
                    <a:lumMod val="50000"/>
                  </a:schemeClr>
                </a:solidFill>
              </a:rPr>
              <a:t>发行版本中较好的。另外，国内的多数游戏运营商和大型网站都使用这两个版本。</a:t>
            </a:r>
          </a:p>
        </p:txBody>
      </p:sp>
      <p:sp>
        <p:nvSpPr>
          <p:cNvPr id="3082" name="MH_Other_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420256" y="4841884"/>
            <a:ext cx="474133" cy="355600"/>
          </a:xfrm>
          <a:prstGeom prst="diamond">
            <a:avLst/>
          </a:prstGeom>
          <a:solidFill>
            <a:srgbClr val="D0EDF8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83" name="MH_Other_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420256" y="5248284"/>
            <a:ext cx="474133" cy="355600"/>
          </a:xfrm>
          <a:prstGeom prst="diamond">
            <a:avLst/>
          </a:prstGeom>
          <a:solidFill>
            <a:srgbClr val="D0EDF8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84" name="MH_Other_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693307" y="5045084"/>
            <a:ext cx="474133" cy="355600"/>
          </a:xfrm>
          <a:prstGeom prst="diamond">
            <a:avLst/>
          </a:prstGeom>
          <a:solidFill>
            <a:srgbClr val="9AD7F0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6" name="MH_Other_9"/>
          <p:cNvSpPr/>
          <p:nvPr>
            <p:custDataLst>
              <p:tags r:id="rId11"/>
            </p:custDataLst>
          </p:nvPr>
        </p:nvSpPr>
        <p:spPr>
          <a:xfrm>
            <a:off x="4905909" y="4714886"/>
            <a:ext cx="715433" cy="1017588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lIns="91436" tIns="45718" rIns="91436" bIns="45718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086" name="MH_Other_10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4869926" y="4714886"/>
            <a:ext cx="679449" cy="1017588"/>
          </a:xfrm>
          <a:custGeom>
            <a:avLst/>
            <a:gdLst>
              <a:gd name="T0" fmla="*/ 36 w 1806862"/>
              <a:gd name="T1" fmla="*/ 0 h 3612822"/>
              <a:gd name="T2" fmla="*/ 143580 w 1806862"/>
              <a:gd name="T3" fmla="*/ 143357 h 3612822"/>
              <a:gd name="T4" fmla="*/ 36 w 1806862"/>
              <a:gd name="T5" fmla="*/ 286713 h 3612822"/>
              <a:gd name="T6" fmla="*/ 0 w 1806862"/>
              <a:gd name="T7" fmla="*/ 286677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rgbClr val="68C6EA"/>
          </a:solidFill>
          <a:ln w="9525">
            <a:noFill/>
            <a:miter lim="800000"/>
            <a:headEnd/>
            <a:tailEnd/>
          </a:ln>
        </p:spPr>
        <p:txBody>
          <a:bodyPr lIns="0" tIns="0" rIns="143992" bIns="0" anchor="ctr"/>
          <a:lstStyle/>
          <a:p>
            <a:pPr algn="ctr" eaLnBrk="1" hangingPunct="1"/>
            <a:endParaRPr lang="zh-CN" altLang="en-US" sz="2400" b="1" dirty="0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19" name="MH_SubTitle_3"/>
          <p:cNvSpPr/>
          <p:nvPr>
            <p:custDataLst>
              <p:tags r:id="rId13"/>
            </p:custDataLst>
          </p:nvPr>
        </p:nvSpPr>
        <p:spPr>
          <a:xfrm>
            <a:off x="6453191" y="4929199"/>
            <a:ext cx="5214975" cy="1143008"/>
          </a:xfrm>
          <a:prstGeom prst="rect">
            <a:avLst/>
          </a:prstGeom>
        </p:spPr>
        <p:txBody>
          <a:bodyPr lIns="91436" tIns="45718" rIns="91436" bIns="45718" anchor="b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66FF"/>
                </a:solidFill>
              </a:rPr>
              <a:t>        如果是作为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rgbClr val="0066FF"/>
                </a:solidFill>
              </a:rPr>
              <a:t>或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C++</a:t>
            </a:r>
            <a:r>
              <a:rPr lang="zh-CN" altLang="en-US" b="1" dirty="0">
                <a:solidFill>
                  <a:srgbClr val="0066FF"/>
                </a:solidFill>
              </a:rPr>
              <a:t>等开发平台使用，而且对应用程序开发要求较高，建议使用</a:t>
            </a:r>
            <a:r>
              <a:rPr lang="en-US" b="1" dirty="0" err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Debian</a:t>
            </a:r>
            <a:r>
              <a:rPr lang="zh-CN" altLang="en-US" b="1" dirty="0">
                <a:solidFill>
                  <a:srgbClr val="0066FF"/>
                </a:solidFill>
              </a:rPr>
              <a:t>版本的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rgbClr val="0066FF"/>
                </a:solidFill>
              </a:rPr>
              <a:t>，毕竟这个版本的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rgbClr val="0066FF"/>
                </a:solidFill>
              </a:rPr>
              <a:t>限制性是最小的（自由度较大）。</a:t>
            </a:r>
          </a:p>
        </p:txBody>
      </p:sp>
      <p:sp>
        <p:nvSpPr>
          <p:cNvPr id="3089" name="MH_Other_1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288748" y="3324231"/>
            <a:ext cx="474133" cy="355600"/>
          </a:xfrm>
          <a:prstGeom prst="diamond">
            <a:avLst/>
          </a:prstGeom>
          <a:solidFill>
            <a:srgbClr val="FFDAD5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90" name="MH_Other_12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288748" y="3730629"/>
            <a:ext cx="474133" cy="355600"/>
          </a:xfrm>
          <a:prstGeom prst="diamond">
            <a:avLst/>
          </a:prstGeom>
          <a:solidFill>
            <a:srgbClr val="FFDAD5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3091" name="MH_Other_13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561799" y="3527431"/>
            <a:ext cx="474133" cy="355600"/>
          </a:xfrm>
          <a:prstGeom prst="diamond">
            <a:avLst/>
          </a:prstGeom>
          <a:solidFill>
            <a:srgbClr val="FFA093"/>
          </a:solidFill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algn="just" eaLnBrk="1" hangingPunct="1">
              <a:lnSpc>
                <a:spcPct val="130000"/>
              </a:lnSpc>
            </a:pPr>
            <a:endParaRPr lang="zh-CN" altLang="en-US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24" name="MH_Other_14"/>
          <p:cNvSpPr/>
          <p:nvPr>
            <p:custDataLst>
              <p:tags r:id="rId17"/>
            </p:custDataLst>
          </p:nvPr>
        </p:nvSpPr>
        <p:spPr>
          <a:xfrm>
            <a:off x="2774399" y="3197230"/>
            <a:ext cx="715433" cy="1017587"/>
          </a:xfrm>
          <a:custGeom>
            <a:avLst/>
            <a:gdLst>
              <a:gd name="connsiteX0" fmla="*/ 96494 w 1902905"/>
              <a:gd name="connsiteY0" fmla="*/ 0 h 3612822"/>
              <a:gd name="connsiteX1" fmla="*/ 1902905 w 1902905"/>
              <a:gd name="connsiteY1" fmla="*/ 1806411 h 3612822"/>
              <a:gd name="connsiteX2" fmla="*/ 96494 w 1902905"/>
              <a:gd name="connsiteY2" fmla="*/ 3612822 h 3612822"/>
              <a:gd name="connsiteX3" fmla="*/ 0 w 1902905"/>
              <a:gd name="connsiteY3" fmla="*/ 3516328 h 3612822"/>
              <a:gd name="connsiteX4" fmla="*/ 1709917 w 1902905"/>
              <a:gd name="connsiteY4" fmla="*/ 1806411 h 3612822"/>
              <a:gd name="connsiteX5" fmla="*/ 0 w 1902905"/>
              <a:gd name="connsiteY5" fmla="*/ 96494 h 3612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2905" h="3612822">
                <a:moveTo>
                  <a:pt x="96494" y="0"/>
                </a:moveTo>
                <a:lnTo>
                  <a:pt x="1902905" y="1806411"/>
                </a:lnTo>
                <a:lnTo>
                  <a:pt x="96494" y="3612822"/>
                </a:lnTo>
                <a:lnTo>
                  <a:pt x="0" y="3516328"/>
                </a:lnTo>
                <a:lnTo>
                  <a:pt x="1709917" y="1806411"/>
                </a:lnTo>
                <a:lnTo>
                  <a:pt x="0" y="9649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lIns="91436" tIns="45718" rIns="91436" bIns="45718" anchor="ctr"/>
          <a:lstStyle/>
          <a:p>
            <a:pPr algn="just">
              <a:lnSpc>
                <a:spcPct val="130000"/>
              </a:lnSpc>
              <a:defRPr/>
            </a:pPr>
            <a:endParaRPr lang="zh-CN" altLang="en-US" dirty="0" err="1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093" name="MH_Other_15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738416" y="3197230"/>
            <a:ext cx="677333" cy="1017587"/>
          </a:xfrm>
          <a:custGeom>
            <a:avLst/>
            <a:gdLst>
              <a:gd name="T0" fmla="*/ 36 w 1806862"/>
              <a:gd name="T1" fmla="*/ 0 h 3612822"/>
              <a:gd name="T2" fmla="*/ 143133 w 1806862"/>
              <a:gd name="T3" fmla="*/ 143356 h 3612822"/>
              <a:gd name="T4" fmla="*/ 36 w 1806862"/>
              <a:gd name="T5" fmla="*/ 286713 h 3612822"/>
              <a:gd name="T6" fmla="*/ 0 w 1806862"/>
              <a:gd name="T7" fmla="*/ 286677 h 3612822"/>
              <a:gd name="T8" fmla="*/ 0 w 1806862"/>
              <a:gd name="T9" fmla="*/ 36 h 36128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06862"/>
              <a:gd name="T16" fmla="*/ 0 h 3612822"/>
              <a:gd name="T17" fmla="*/ 1806862 w 1806862"/>
              <a:gd name="T18" fmla="*/ 3612822 h 36128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06862" h="3612822">
                <a:moveTo>
                  <a:pt x="451" y="0"/>
                </a:moveTo>
                <a:lnTo>
                  <a:pt x="1806862" y="1806411"/>
                </a:lnTo>
                <a:lnTo>
                  <a:pt x="451" y="3612822"/>
                </a:lnTo>
                <a:lnTo>
                  <a:pt x="0" y="3612371"/>
                </a:lnTo>
                <a:lnTo>
                  <a:pt x="0" y="451"/>
                </a:lnTo>
                <a:lnTo>
                  <a:pt x="451" y="0"/>
                </a:lnTo>
                <a:close/>
              </a:path>
            </a:pathLst>
          </a:custGeom>
          <a:solidFill>
            <a:srgbClr val="FF6B55"/>
          </a:solidFill>
          <a:ln w="9525">
            <a:noFill/>
            <a:miter lim="800000"/>
            <a:headEnd/>
            <a:tailEnd/>
          </a:ln>
        </p:spPr>
        <p:txBody>
          <a:bodyPr lIns="0" tIns="0" rIns="143992" bIns="0" anchor="ctr"/>
          <a:lstStyle/>
          <a:p>
            <a:pPr algn="ctr" eaLnBrk="1" hangingPunct="1"/>
            <a:endParaRPr lang="zh-CN" altLang="en-US" sz="2400" b="1" dirty="0">
              <a:solidFill>
                <a:srgbClr val="FFFFFF"/>
              </a:solidFill>
              <a:ea typeface="微软雅黑" pitchFamily="34" charset="-122"/>
            </a:endParaRPr>
          </a:p>
        </p:txBody>
      </p:sp>
      <p:sp>
        <p:nvSpPr>
          <p:cNvPr id="27" name="MH_SubTitle_2"/>
          <p:cNvSpPr/>
          <p:nvPr>
            <p:custDataLst>
              <p:tags r:id="rId19"/>
            </p:custDataLst>
          </p:nvPr>
        </p:nvSpPr>
        <p:spPr>
          <a:xfrm>
            <a:off x="4238613" y="2928933"/>
            <a:ext cx="6500859" cy="1357323"/>
          </a:xfrm>
          <a:prstGeom prst="rect">
            <a:avLst/>
          </a:prstGeom>
        </p:spPr>
        <p:txBody>
          <a:bodyPr lIns="91436" tIns="45718" rIns="91436" bIns="45718" anchor="b">
            <a:normAutofit fontScale="92500" lnSpcReduction="10000"/>
          </a:bodyPr>
          <a:lstStyle/>
          <a:p>
            <a:pPr>
              <a:lnSpc>
                <a:spcPct val="17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       如果是作为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ASP.NET</a:t>
            </a:r>
            <a:r>
              <a:rPr lang="zh-CN" altLang="en-US" b="1" dirty="0">
                <a:solidFill>
                  <a:srgbClr val="FF0000"/>
                </a:solidFill>
              </a:rPr>
              <a:t>的开发平台使用，最好使用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Suse</a:t>
            </a:r>
            <a:r>
              <a:rPr lang="zh-CN" altLang="en-US" b="1" dirty="0">
                <a:solidFill>
                  <a:srgbClr val="FF0000"/>
                </a:solidFill>
              </a:rPr>
              <a:t>，原因是其与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zh-CN" altLang="en-US" b="1" dirty="0">
                <a:solidFill>
                  <a:srgbClr val="FF0000"/>
                </a:solidFill>
              </a:rPr>
              <a:t>的合作关系。另外，大多数移动运营商使用</a:t>
            </a:r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Suse</a:t>
            </a:r>
            <a:r>
              <a:rPr lang="zh-CN" altLang="en-US" b="1" dirty="0">
                <a:solidFill>
                  <a:srgbClr val="FF0000"/>
                </a:solidFill>
              </a:rPr>
              <a:t>作为操作系统平台。</a:t>
            </a:r>
          </a:p>
        </p:txBody>
      </p:sp>
    </p:spTree>
    <p:custDataLst>
      <p:tags r:id="rId1"/>
    </p:custData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9590" y="1071550"/>
            <a:ext cx="2427901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1.2  </a:t>
            </a:r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安装</a:t>
            </a: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RHEL 7</a:t>
            </a:r>
            <a:endParaRPr lang="zh-CN" altLang="en-US" sz="2400" b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38218" y="1571614"/>
            <a:ext cx="2510620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1.2.1  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硬件的基本要求</a:t>
            </a:r>
          </a:p>
        </p:txBody>
      </p:sp>
      <p:sp>
        <p:nvSpPr>
          <p:cNvPr id="6" name="矩形 5"/>
          <p:cNvSpPr/>
          <p:nvPr/>
        </p:nvSpPr>
        <p:spPr>
          <a:xfrm>
            <a:off x="738151" y="2000241"/>
            <a:ext cx="10572824" cy="67710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zh-CN" altLang="en-US" dirty="0"/>
              <a:t>        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在安装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RHEL 7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之前，首先要了解它的最低硬件要求，以保证主机可以正常运行。</a:t>
            </a:r>
            <a:r>
              <a:rPr lang="en-US" dirty="0"/>
              <a:t>RHEL 7</a:t>
            </a:r>
            <a:r>
              <a:rPr lang="zh-CN" altLang="en-US" dirty="0"/>
              <a:t>的最低硬件要求如下：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MH_Other_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5667373" y="2513036"/>
            <a:ext cx="736600" cy="847725"/>
          </a:xfrm>
          <a:custGeom>
            <a:avLst/>
            <a:gdLst>
              <a:gd name="T0" fmla="*/ 110762 w 646488"/>
              <a:gd name="T1" fmla="*/ 0 h 990214"/>
              <a:gd name="T2" fmla="*/ 473021 w 646488"/>
              <a:gd name="T3" fmla="*/ 362922 h 990214"/>
              <a:gd name="T4" fmla="*/ 110762 w 646488"/>
              <a:gd name="T5" fmla="*/ 725842 h 990214"/>
              <a:gd name="T6" fmla="*/ 37754 w 646488"/>
              <a:gd name="T7" fmla="*/ 718469 h 990214"/>
              <a:gd name="T8" fmla="*/ 0 w 646488"/>
              <a:gd name="T9" fmla="*/ 706728 h 990214"/>
              <a:gd name="T10" fmla="*/ 64516 w 646488"/>
              <a:gd name="T11" fmla="*/ 686665 h 990214"/>
              <a:gd name="T12" fmla="*/ 278715 w 646488"/>
              <a:gd name="T13" fmla="*/ 362922 h 990214"/>
              <a:gd name="T14" fmla="*/ 64516 w 646488"/>
              <a:gd name="T15" fmla="*/ 39178 h 990214"/>
              <a:gd name="T16" fmla="*/ 0 w 646488"/>
              <a:gd name="T17" fmla="*/ 19114 h 990214"/>
              <a:gd name="T18" fmla="*/ 37754 w 646488"/>
              <a:gd name="T19" fmla="*/ 7374 h 990214"/>
              <a:gd name="T20" fmla="*/ 110762 w 646488"/>
              <a:gd name="T21" fmla="*/ 0 h 9902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46488" h="990214">
                <a:moveTo>
                  <a:pt x="151381" y="0"/>
                </a:moveTo>
                <a:cubicBezTo>
                  <a:pt x="424821" y="0"/>
                  <a:pt x="646488" y="221667"/>
                  <a:pt x="646488" y="495107"/>
                </a:cubicBezTo>
                <a:cubicBezTo>
                  <a:pt x="646488" y="768547"/>
                  <a:pt x="424821" y="990214"/>
                  <a:pt x="151381" y="990214"/>
                </a:cubicBezTo>
                <a:cubicBezTo>
                  <a:pt x="117201" y="990214"/>
                  <a:pt x="83830" y="986751"/>
                  <a:pt x="51600" y="980155"/>
                </a:cubicBezTo>
                <a:lnTo>
                  <a:pt x="0" y="964138"/>
                </a:lnTo>
                <a:lnTo>
                  <a:pt x="88175" y="936767"/>
                </a:lnTo>
                <a:cubicBezTo>
                  <a:pt x="260213" y="864002"/>
                  <a:pt x="380926" y="693652"/>
                  <a:pt x="380926" y="495107"/>
                </a:cubicBezTo>
                <a:cubicBezTo>
                  <a:pt x="380926" y="296563"/>
                  <a:pt x="260213" y="126213"/>
                  <a:pt x="88175" y="53447"/>
                </a:cubicBezTo>
                <a:lnTo>
                  <a:pt x="0" y="26076"/>
                </a:lnTo>
                <a:lnTo>
                  <a:pt x="51600" y="10059"/>
                </a:lnTo>
                <a:cubicBezTo>
                  <a:pt x="83830" y="3464"/>
                  <a:pt x="117201" y="0"/>
                  <a:pt x="151381" y="0"/>
                </a:cubicBezTo>
                <a:close/>
              </a:path>
            </a:pathLst>
          </a:custGeom>
          <a:solidFill>
            <a:srgbClr val="81C7A7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0" name="MH_SubTitle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38283" y="2619396"/>
            <a:ext cx="4225424" cy="635000"/>
          </a:xfrm>
          <a:prstGeom prst="roundRect">
            <a:avLst>
              <a:gd name="adj" fmla="val 50000"/>
            </a:avLst>
          </a:prstGeom>
          <a:solidFill>
            <a:srgbClr val="CEEADD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CPU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Pentium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以上处理器</a:t>
            </a:r>
          </a:p>
        </p:txBody>
      </p:sp>
      <p:sp>
        <p:nvSpPr>
          <p:cNvPr id="11" name="MH_Other_2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667373" y="4119584"/>
            <a:ext cx="736600" cy="847725"/>
          </a:xfrm>
          <a:custGeom>
            <a:avLst/>
            <a:gdLst>
              <a:gd name="T0" fmla="*/ 110762 w 646488"/>
              <a:gd name="T1" fmla="*/ 0 h 990214"/>
              <a:gd name="T2" fmla="*/ 473021 w 646488"/>
              <a:gd name="T3" fmla="*/ 362922 h 990214"/>
              <a:gd name="T4" fmla="*/ 110762 w 646488"/>
              <a:gd name="T5" fmla="*/ 725842 h 990214"/>
              <a:gd name="T6" fmla="*/ 37754 w 646488"/>
              <a:gd name="T7" fmla="*/ 718469 h 990214"/>
              <a:gd name="T8" fmla="*/ 0 w 646488"/>
              <a:gd name="T9" fmla="*/ 706728 h 990214"/>
              <a:gd name="T10" fmla="*/ 64516 w 646488"/>
              <a:gd name="T11" fmla="*/ 686665 h 990214"/>
              <a:gd name="T12" fmla="*/ 278715 w 646488"/>
              <a:gd name="T13" fmla="*/ 362922 h 990214"/>
              <a:gd name="T14" fmla="*/ 64516 w 646488"/>
              <a:gd name="T15" fmla="*/ 39178 h 990214"/>
              <a:gd name="T16" fmla="*/ 0 w 646488"/>
              <a:gd name="T17" fmla="*/ 19114 h 990214"/>
              <a:gd name="T18" fmla="*/ 37754 w 646488"/>
              <a:gd name="T19" fmla="*/ 7374 h 990214"/>
              <a:gd name="T20" fmla="*/ 110762 w 646488"/>
              <a:gd name="T21" fmla="*/ 0 h 9902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46488" h="990214">
                <a:moveTo>
                  <a:pt x="151381" y="0"/>
                </a:moveTo>
                <a:cubicBezTo>
                  <a:pt x="424821" y="0"/>
                  <a:pt x="646488" y="221667"/>
                  <a:pt x="646488" y="495107"/>
                </a:cubicBezTo>
                <a:cubicBezTo>
                  <a:pt x="646488" y="768547"/>
                  <a:pt x="424821" y="990214"/>
                  <a:pt x="151381" y="990214"/>
                </a:cubicBezTo>
                <a:cubicBezTo>
                  <a:pt x="117201" y="990214"/>
                  <a:pt x="83830" y="986751"/>
                  <a:pt x="51600" y="980155"/>
                </a:cubicBezTo>
                <a:lnTo>
                  <a:pt x="0" y="964138"/>
                </a:lnTo>
                <a:lnTo>
                  <a:pt x="88175" y="936767"/>
                </a:lnTo>
                <a:cubicBezTo>
                  <a:pt x="260213" y="864002"/>
                  <a:pt x="380926" y="693652"/>
                  <a:pt x="380926" y="495107"/>
                </a:cubicBezTo>
                <a:cubicBezTo>
                  <a:pt x="380926" y="296563"/>
                  <a:pt x="260213" y="126213"/>
                  <a:pt x="88175" y="53447"/>
                </a:cubicBezTo>
                <a:lnTo>
                  <a:pt x="0" y="26076"/>
                </a:lnTo>
                <a:lnTo>
                  <a:pt x="51600" y="10059"/>
                </a:lnTo>
                <a:cubicBezTo>
                  <a:pt x="83830" y="3464"/>
                  <a:pt x="117201" y="0"/>
                  <a:pt x="151381" y="0"/>
                </a:cubicBezTo>
                <a:close/>
              </a:path>
            </a:pathLst>
          </a:custGeom>
          <a:solidFill>
            <a:srgbClr val="64C7EA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2" name="MH_SubTitle_3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66845" y="4262471"/>
            <a:ext cx="4225424" cy="633412"/>
          </a:xfrm>
          <a:prstGeom prst="roundRect">
            <a:avLst>
              <a:gd name="adj" fmla="val 50000"/>
            </a:avLst>
          </a:prstGeom>
          <a:solidFill>
            <a:srgbClr val="C8EBF8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硬盘：至少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GB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存储空间</a:t>
            </a:r>
            <a:endParaRPr lang="da-DK" altLang="zh-CN" b="1" dirty="0">
              <a:solidFill>
                <a:schemeClr val="tx2">
                  <a:lumMod val="60000"/>
                  <a:lumOff val="40000"/>
                </a:schemeClr>
              </a:solidFill>
              <a:ea typeface="微软雅黑" pitchFamily="34" charset="-122"/>
            </a:endParaRPr>
          </a:p>
        </p:txBody>
      </p:sp>
      <p:sp>
        <p:nvSpPr>
          <p:cNvPr id="13" name="MH_Other_3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5667373" y="5724548"/>
            <a:ext cx="736600" cy="847725"/>
          </a:xfrm>
          <a:custGeom>
            <a:avLst/>
            <a:gdLst>
              <a:gd name="T0" fmla="*/ 110762 w 646488"/>
              <a:gd name="T1" fmla="*/ 0 h 990214"/>
              <a:gd name="T2" fmla="*/ 473021 w 646488"/>
              <a:gd name="T3" fmla="*/ 362922 h 990214"/>
              <a:gd name="T4" fmla="*/ 110762 w 646488"/>
              <a:gd name="T5" fmla="*/ 725842 h 990214"/>
              <a:gd name="T6" fmla="*/ 37754 w 646488"/>
              <a:gd name="T7" fmla="*/ 718469 h 990214"/>
              <a:gd name="T8" fmla="*/ 0 w 646488"/>
              <a:gd name="T9" fmla="*/ 706728 h 990214"/>
              <a:gd name="T10" fmla="*/ 64516 w 646488"/>
              <a:gd name="T11" fmla="*/ 686665 h 990214"/>
              <a:gd name="T12" fmla="*/ 278715 w 646488"/>
              <a:gd name="T13" fmla="*/ 362922 h 990214"/>
              <a:gd name="T14" fmla="*/ 64516 w 646488"/>
              <a:gd name="T15" fmla="*/ 39178 h 990214"/>
              <a:gd name="T16" fmla="*/ 0 w 646488"/>
              <a:gd name="T17" fmla="*/ 19114 h 990214"/>
              <a:gd name="T18" fmla="*/ 37754 w 646488"/>
              <a:gd name="T19" fmla="*/ 7374 h 990214"/>
              <a:gd name="T20" fmla="*/ 110762 w 646488"/>
              <a:gd name="T21" fmla="*/ 0 h 9902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46488" h="990214">
                <a:moveTo>
                  <a:pt x="151381" y="0"/>
                </a:moveTo>
                <a:cubicBezTo>
                  <a:pt x="424821" y="0"/>
                  <a:pt x="646488" y="221667"/>
                  <a:pt x="646488" y="495107"/>
                </a:cubicBezTo>
                <a:cubicBezTo>
                  <a:pt x="646488" y="768547"/>
                  <a:pt x="424821" y="990214"/>
                  <a:pt x="151381" y="990214"/>
                </a:cubicBezTo>
                <a:cubicBezTo>
                  <a:pt x="117201" y="990214"/>
                  <a:pt x="83830" y="986751"/>
                  <a:pt x="51600" y="980155"/>
                </a:cubicBezTo>
                <a:lnTo>
                  <a:pt x="0" y="964138"/>
                </a:lnTo>
                <a:lnTo>
                  <a:pt x="88175" y="936767"/>
                </a:lnTo>
                <a:cubicBezTo>
                  <a:pt x="260213" y="864002"/>
                  <a:pt x="380926" y="693652"/>
                  <a:pt x="380926" y="495107"/>
                </a:cubicBezTo>
                <a:cubicBezTo>
                  <a:pt x="380926" y="296563"/>
                  <a:pt x="260213" y="126213"/>
                  <a:pt x="88175" y="53447"/>
                </a:cubicBezTo>
                <a:lnTo>
                  <a:pt x="0" y="26076"/>
                </a:lnTo>
                <a:lnTo>
                  <a:pt x="51600" y="10059"/>
                </a:lnTo>
                <a:cubicBezTo>
                  <a:pt x="83830" y="3464"/>
                  <a:pt x="117201" y="0"/>
                  <a:pt x="151381" y="0"/>
                </a:cubicBezTo>
                <a:close/>
              </a:path>
            </a:pathLst>
          </a:custGeom>
          <a:solidFill>
            <a:srgbClr val="7A7FBC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4" name="MH_SubTitle_5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38283" y="5830908"/>
            <a:ext cx="4225424" cy="635000"/>
          </a:xfrm>
          <a:prstGeom prst="roundRect">
            <a:avLst>
              <a:gd name="adj" fmla="val 50000"/>
            </a:avLst>
          </a:prstGeom>
          <a:solidFill>
            <a:srgbClr val="E3E4F1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光驱：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CD/DVD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驱动器</a:t>
            </a:r>
            <a:endParaRPr lang="da-DK" altLang="zh-CN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" name="MH_Other_4"/>
          <p:cNvSpPr>
            <a:spLocks/>
          </p:cNvSpPr>
          <p:nvPr>
            <p:custDataLst>
              <p:tags r:id="rId7"/>
            </p:custDataLst>
          </p:nvPr>
        </p:nvSpPr>
        <p:spPr bwMode="auto">
          <a:xfrm flipH="1">
            <a:off x="4973107" y="3316311"/>
            <a:ext cx="736600" cy="847725"/>
          </a:xfrm>
          <a:custGeom>
            <a:avLst/>
            <a:gdLst>
              <a:gd name="T0" fmla="*/ 110762 w 646488"/>
              <a:gd name="T1" fmla="*/ 0 h 990214"/>
              <a:gd name="T2" fmla="*/ 473021 w 646488"/>
              <a:gd name="T3" fmla="*/ 362922 h 990214"/>
              <a:gd name="T4" fmla="*/ 110762 w 646488"/>
              <a:gd name="T5" fmla="*/ 725842 h 990214"/>
              <a:gd name="T6" fmla="*/ 37754 w 646488"/>
              <a:gd name="T7" fmla="*/ 718469 h 990214"/>
              <a:gd name="T8" fmla="*/ 0 w 646488"/>
              <a:gd name="T9" fmla="*/ 706728 h 990214"/>
              <a:gd name="T10" fmla="*/ 64516 w 646488"/>
              <a:gd name="T11" fmla="*/ 686665 h 990214"/>
              <a:gd name="T12" fmla="*/ 278715 w 646488"/>
              <a:gd name="T13" fmla="*/ 362922 h 990214"/>
              <a:gd name="T14" fmla="*/ 64516 w 646488"/>
              <a:gd name="T15" fmla="*/ 39178 h 990214"/>
              <a:gd name="T16" fmla="*/ 0 w 646488"/>
              <a:gd name="T17" fmla="*/ 19114 h 990214"/>
              <a:gd name="T18" fmla="*/ 37754 w 646488"/>
              <a:gd name="T19" fmla="*/ 7374 h 990214"/>
              <a:gd name="T20" fmla="*/ 110762 w 646488"/>
              <a:gd name="T21" fmla="*/ 0 h 9902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46488" h="990214">
                <a:moveTo>
                  <a:pt x="151381" y="0"/>
                </a:moveTo>
                <a:cubicBezTo>
                  <a:pt x="424821" y="0"/>
                  <a:pt x="646488" y="221667"/>
                  <a:pt x="646488" y="495107"/>
                </a:cubicBezTo>
                <a:cubicBezTo>
                  <a:pt x="646488" y="768547"/>
                  <a:pt x="424821" y="990214"/>
                  <a:pt x="151381" y="990214"/>
                </a:cubicBezTo>
                <a:cubicBezTo>
                  <a:pt x="117201" y="990214"/>
                  <a:pt x="83830" y="986751"/>
                  <a:pt x="51600" y="980155"/>
                </a:cubicBezTo>
                <a:lnTo>
                  <a:pt x="0" y="964138"/>
                </a:lnTo>
                <a:lnTo>
                  <a:pt x="88175" y="936767"/>
                </a:lnTo>
                <a:cubicBezTo>
                  <a:pt x="260213" y="864002"/>
                  <a:pt x="380926" y="693652"/>
                  <a:pt x="380926" y="495107"/>
                </a:cubicBezTo>
                <a:cubicBezTo>
                  <a:pt x="380926" y="296563"/>
                  <a:pt x="260213" y="126213"/>
                  <a:pt x="88175" y="53447"/>
                </a:cubicBezTo>
                <a:lnTo>
                  <a:pt x="0" y="26076"/>
                </a:lnTo>
                <a:lnTo>
                  <a:pt x="51600" y="10059"/>
                </a:lnTo>
                <a:cubicBezTo>
                  <a:pt x="83830" y="3464"/>
                  <a:pt x="117201" y="0"/>
                  <a:pt x="151381" y="0"/>
                </a:cubicBezTo>
                <a:close/>
              </a:path>
            </a:pathLst>
          </a:custGeom>
          <a:solidFill>
            <a:srgbClr val="FF6F56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6" name="MH_SubTitle_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flipH="1">
            <a:off x="5392759" y="3333776"/>
            <a:ext cx="5989655" cy="785819"/>
          </a:xfrm>
          <a:prstGeom prst="roundRect">
            <a:avLst>
              <a:gd name="adj" fmla="val 50000"/>
            </a:avLst>
          </a:prstGeom>
          <a:solidFill>
            <a:srgbClr val="FFCDC5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r>
              <a:rPr lang="zh-CN" altLang="en-US" sz="1600" dirty="0"/>
              <a:t>        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内存：对于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x86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AMD64/Intel64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Itanium2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架构的主机，至少要求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512MB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内存，而对于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IBM Power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，至少需要</a:t>
            </a:r>
            <a:r>
              <a:rPr 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1GB</a:t>
            </a:r>
            <a:r>
              <a:rPr lang="zh-CN" altLang="en-US" sz="1600" b="1" dirty="0">
                <a:solidFill>
                  <a:srgbClr val="FF5050"/>
                </a:solidFill>
                <a:latin typeface="Times New Roman" pitchFamily="18" charset="0"/>
                <a:cs typeface="Times New Roman" pitchFamily="18" charset="0"/>
              </a:rPr>
              <a:t>的内存。</a:t>
            </a:r>
          </a:p>
        </p:txBody>
      </p:sp>
      <p:sp>
        <p:nvSpPr>
          <p:cNvPr id="17" name="MH_Other_5"/>
          <p:cNvSpPr>
            <a:spLocks/>
          </p:cNvSpPr>
          <p:nvPr>
            <p:custDataLst>
              <p:tags r:id="rId9"/>
            </p:custDataLst>
          </p:nvPr>
        </p:nvSpPr>
        <p:spPr bwMode="auto">
          <a:xfrm flipH="1">
            <a:off x="4973107" y="4921272"/>
            <a:ext cx="736600" cy="847725"/>
          </a:xfrm>
          <a:custGeom>
            <a:avLst/>
            <a:gdLst>
              <a:gd name="T0" fmla="*/ 110762 w 646488"/>
              <a:gd name="T1" fmla="*/ 0 h 990214"/>
              <a:gd name="T2" fmla="*/ 473021 w 646488"/>
              <a:gd name="T3" fmla="*/ 362922 h 990214"/>
              <a:gd name="T4" fmla="*/ 110762 w 646488"/>
              <a:gd name="T5" fmla="*/ 725842 h 990214"/>
              <a:gd name="T6" fmla="*/ 37754 w 646488"/>
              <a:gd name="T7" fmla="*/ 718469 h 990214"/>
              <a:gd name="T8" fmla="*/ 0 w 646488"/>
              <a:gd name="T9" fmla="*/ 706728 h 990214"/>
              <a:gd name="T10" fmla="*/ 64516 w 646488"/>
              <a:gd name="T11" fmla="*/ 686665 h 990214"/>
              <a:gd name="T12" fmla="*/ 278715 w 646488"/>
              <a:gd name="T13" fmla="*/ 362922 h 990214"/>
              <a:gd name="T14" fmla="*/ 64516 w 646488"/>
              <a:gd name="T15" fmla="*/ 39178 h 990214"/>
              <a:gd name="T16" fmla="*/ 0 w 646488"/>
              <a:gd name="T17" fmla="*/ 19114 h 990214"/>
              <a:gd name="T18" fmla="*/ 37754 w 646488"/>
              <a:gd name="T19" fmla="*/ 7374 h 990214"/>
              <a:gd name="T20" fmla="*/ 110762 w 646488"/>
              <a:gd name="T21" fmla="*/ 0 h 99021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46488" h="990214">
                <a:moveTo>
                  <a:pt x="151381" y="0"/>
                </a:moveTo>
                <a:cubicBezTo>
                  <a:pt x="424821" y="0"/>
                  <a:pt x="646488" y="221667"/>
                  <a:pt x="646488" y="495107"/>
                </a:cubicBezTo>
                <a:cubicBezTo>
                  <a:pt x="646488" y="768547"/>
                  <a:pt x="424821" y="990214"/>
                  <a:pt x="151381" y="990214"/>
                </a:cubicBezTo>
                <a:cubicBezTo>
                  <a:pt x="117201" y="990214"/>
                  <a:pt x="83830" y="986751"/>
                  <a:pt x="51600" y="980155"/>
                </a:cubicBezTo>
                <a:lnTo>
                  <a:pt x="0" y="964138"/>
                </a:lnTo>
                <a:lnTo>
                  <a:pt x="88175" y="936767"/>
                </a:lnTo>
                <a:cubicBezTo>
                  <a:pt x="260213" y="864002"/>
                  <a:pt x="380926" y="693652"/>
                  <a:pt x="380926" y="495107"/>
                </a:cubicBezTo>
                <a:cubicBezTo>
                  <a:pt x="380926" y="296563"/>
                  <a:pt x="260213" y="126213"/>
                  <a:pt x="88175" y="53447"/>
                </a:cubicBezTo>
                <a:lnTo>
                  <a:pt x="0" y="26076"/>
                </a:lnTo>
                <a:lnTo>
                  <a:pt x="51600" y="10059"/>
                </a:lnTo>
                <a:cubicBezTo>
                  <a:pt x="83830" y="3464"/>
                  <a:pt x="117201" y="0"/>
                  <a:pt x="151381" y="0"/>
                </a:cubicBezTo>
                <a:close/>
              </a:path>
            </a:pathLst>
          </a:custGeom>
          <a:solidFill>
            <a:srgbClr val="FEC026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endParaRPr lang="zh-CN" altLang="en-US"/>
          </a:p>
        </p:txBody>
      </p:sp>
      <p:sp>
        <p:nvSpPr>
          <p:cNvPr id="18" name="MH_SubTitle_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flipH="1">
            <a:off x="5413376" y="5027633"/>
            <a:ext cx="5897601" cy="635000"/>
          </a:xfrm>
          <a:prstGeom prst="roundRect">
            <a:avLst>
              <a:gd name="adj" fmla="val 50000"/>
            </a:avLst>
          </a:prstGeom>
          <a:solidFill>
            <a:srgbClr val="FFEAB7"/>
          </a:solidFill>
          <a:ln w="9525">
            <a:noFill/>
            <a:round/>
            <a:headEnd/>
            <a:tailEnd/>
          </a:ln>
        </p:spPr>
        <p:txBody>
          <a:bodyPr lIns="0" tIns="0" rIns="0" bIns="0" anchor="ctr"/>
          <a:lstStyle/>
          <a:p>
            <a:pPr algn="ctr"/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显卡：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VGA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兼容显卡</a:t>
            </a:r>
            <a:endParaRPr lang="da-DK" altLang="zh-CN" b="1" dirty="0">
              <a:solidFill>
                <a:schemeClr val="accent6">
                  <a:lumMod val="75000"/>
                </a:schemeClr>
              </a:solidFill>
              <a:ea typeface="微软雅黑" pitchFamily="34" charset="-122"/>
            </a:endParaRPr>
          </a:p>
        </p:txBody>
      </p:sp>
    </p:spTree>
  </p:cSld>
  <p:clrMapOvr>
    <a:masterClrMapping/>
  </p:clrMapOvr>
  <p:transition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90" y="1071549"/>
            <a:ext cx="3369188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1.2.2  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使用虚拟机安装</a:t>
            </a:r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RHEL 7</a:t>
            </a:r>
            <a:endParaRPr lang="zh-CN" altLang="en-US" b="1" dirty="0">
              <a:solidFill>
                <a:srgbClr val="3B79CE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09655" y="1630910"/>
            <a:ext cx="4540151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．安装虚拟机软件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VMware Workstation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24036" y="2395826"/>
            <a:ext cx="1187421" cy="1136639"/>
            <a:chOff x="1908183" y="1863733"/>
            <a:chExt cx="3008861" cy="2490804"/>
          </a:xfrm>
        </p:grpSpPr>
        <p:sp>
          <p:nvSpPr>
            <p:cNvPr id="21" name="MH_Other_1"/>
            <p:cNvSpPr/>
            <p:nvPr>
              <p:custDataLst>
                <p:tags r:id="rId2"/>
              </p:custDataLst>
            </p:nvPr>
          </p:nvSpPr>
          <p:spPr>
            <a:xfrm>
              <a:off x="1908183" y="1863733"/>
              <a:ext cx="929148" cy="716195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MH_Other_2"/>
            <p:cNvSpPr/>
            <p:nvPr>
              <p:custDataLst>
                <p:tags r:id="rId3"/>
              </p:custDataLst>
            </p:nvPr>
          </p:nvSpPr>
          <p:spPr>
            <a:xfrm>
              <a:off x="2568582" y="2281246"/>
              <a:ext cx="1068622" cy="823467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MH_Other_3"/>
            <p:cNvSpPr/>
            <p:nvPr>
              <p:custDataLst>
                <p:tags r:id="rId4"/>
              </p:custDataLst>
            </p:nvPr>
          </p:nvSpPr>
          <p:spPr>
            <a:xfrm>
              <a:off x="3438533" y="2425708"/>
              <a:ext cx="1070673" cy="823467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MH_Other_4"/>
            <p:cNvSpPr/>
            <p:nvPr>
              <p:custDataLst>
                <p:tags r:id="rId5"/>
              </p:custDataLst>
            </p:nvPr>
          </p:nvSpPr>
          <p:spPr>
            <a:xfrm>
              <a:off x="2081749" y="2959107"/>
              <a:ext cx="931199" cy="714618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MH_SubTitle_1"/>
            <p:cNvSpPr/>
            <p:nvPr>
              <p:custDataLst>
                <p:tags r:id="rId6"/>
              </p:custDataLst>
            </p:nvPr>
          </p:nvSpPr>
          <p:spPr>
            <a:xfrm>
              <a:off x="2964399" y="2851157"/>
              <a:ext cx="1952645" cy="1503380"/>
            </a:xfrm>
            <a:prstGeom prst="roundRect">
              <a:avLst/>
            </a:prstGeom>
            <a:solidFill>
              <a:srgbClr val="3494BA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>
              <a:normAutofit/>
            </a:bodyPr>
            <a:lstStyle/>
            <a:p>
              <a:pPr algn="ctr">
                <a:lnSpc>
                  <a:spcPct val="130000"/>
                </a:lnSpc>
                <a:defRPr/>
              </a:pPr>
              <a:endParaRPr lang="en-US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" name="MH_Text_1"/>
          <p:cNvSpPr txBox="1"/>
          <p:nvPr>
            <p:custDataLst>
              <p:tags r:id="rId1"/>
            </p:custDataLst>
          </p:nvPr>
        </p:nvSpPr>
        <p:spPr>
          <a:xfrm>
            <a:off x="1952598" y="3746776"/>
            <a:ext cx="3857652" cy="2000264"/>
          </a:xfrm>
          <a:prstGeom prst="rect">
            <a:avLst/>
          </a:prstGeom>
          <a:noFill/>
          <a:effectLst/>
        </p:spPr>
        <p:txBody>
          <a:bodyPr lIns="91436" tIns="45718" rIns="91436" bIns="45718">
            <a:normAutofit/>
          </a:bodyPr>
          <a:lstStyle/>
          <a:p>
            <a:pPr indent="457178">
              <a:lnSpc>
                <a:spcPct val="130000"/>
              </a:lnSpc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首先，双击准备好的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VMware Workstation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安装包，弹出如图（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）所示对话框，单击“下一步”按钮，同意许可协议，进入如图（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）所示的“安装类型”对话框。</a:t>
            </a:r>
          </a:p>
        </p:txBody>
      </p:sp>
      <p:pic>
        <p:nvPicPr>
          <p:cNvPr id="18" name="图片 336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67504" y="2532331"/>
            <a:ext cx="4286280" cy="346843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2" name="矩形 11"/>
          <p:cNvSpPr/>
          <p:nvPr/>
        </p:nvSpPr>
        <p:spPr>
          <a:xfrm>
            <a:off x="8453455" y="6143646"/>
            <a:ext cx="779376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p:transition>
    <p:cover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382151" y="2071679"/>
            <a:ext cx="1143007" cy="1146188"/>
            <a:chOff x="7096132" y="3649671"/>
            <a:chExt cx="3020349" cy="2497154"/>
          </a:xfrm>
        </p:grpSpPr>
        <p:sp>
          <p:nvSpPr>
            <p:cNvPr id="3" name="MH_Other_5"/>
            <p:cNvSpPr/>
            <p:nvPr>
              <p:custDataLst>
                <p:tags r:id="rId2"/>
              </p:custDataLst>
            </p:nvPr>
          </p:nvSpPr>
          <p:spPr>
            <a:xfrm flipH="1">
              <a:off x="9185282" y="3649671"/>
              <a:ext cx="931199" cy="714617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4" name="MH_Other_6"/>
            <p:cNvSpPr/>
            <p:nvPr>
              <p:custDataLst>
                <p:tags r:id="rId3"/>
              </p:custDataLst>
            </p:nvPr>
          </p:nvSpPr>
          <p:spPr>
            <a:xfrm flipH="1">
              <a:off x="8380949" y="4065596"/>
              <a:ext cx="1070673" cy="823467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5" name="MH_Other_7"/>
            <p:cNvSpPr/>
            <p:nvPr>
              <p:custDataLst>
                <p:tags r:id="rId4"/>
              </p:custDataLst>
            </p:nvPr>
          </p:nvSpPr>
          <p:spPr>
            <a:xfrm flipH="1">
              <a:off x="7510999" y="4211646"/>
              <a:ext cx="1068621" cy="821889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MH_Other_8"/>
            <p:cNvSpPr/>
            <p:nvPr>
              <p:custDataLst>
                <p:tags r:id="rId5"/>
              </p:custDataLst>
            </p:nvPr>
          </p:nvSpPr>
          <p:spPr>
            <a:xfrm flipH="1">
              <a:off x="9011715" y="4743458"/>
              <a:ext cx="931199" cy="716195"/>
            </a:xfrm>
            <a:prstGeom prst="roundRect">
              <a:avLst/>
            </a:prstGeom>
            <a:noFill/>
            <a:ln w="76200" cap="flat" cmpd="sng" algn="ctr">
              <a:solidFill>
                <a:srgbClr val="3494BA">
                  <a:lumMod val="40000"/>
                  <a:lumOff val="6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kern="0" dirty="0">
                <a:solidFill>
                  <a:sysClr val="window" lastClr="FFFFFF"/>
                </a:solidFill>
                <a:latin typeface="+mn-lt"/>
                <a:ea typeface="+mn-ea"/>
              </a:endParaRPr>
            </a:p>
          </p:txBody>
        </p:sp>
        <p:sp>
          <p:nvSpPr>
            <p:cNvPr id="7" name="MH_SubTitle_2"/>
            <p:cNvSpPr/>
            <p:nvPr>
              <p:custDataLst>
                <p:tags r:id="rId6"/>
              </p:custDataLst>
            </p:nvPr>
          </p:nvSpPr>
          <p:spPr>
            <a:xfrm flipH="1">
              <a:off x="7096132" y="4643446"/>
              <a:ext cx="1952645" cy="1503379"/>
            </a:xfrm>
            <a:prstGeom prst="roundRect">
              <a:avLst/>
            </a:prstGeom>
            <a:solidFill>
              <a:srgbClr val="3494BA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lIns="0" tIns="0" rIns="0" bIns="0" anchor="ctr">
              <a:normAutofit/>
            </a:bodyPr>
            <a:lstStyle/>
            <a:p>
              <a:pPr algn="ctr">
                <a:lnSpc>
                  <a:spcPct val="130000"/>
                </a:lnSpc>
                <a:defRPr/>
              </a:pPr>
              <a:endParaRPr lang="en-US" altLang="zh-CN" sz="2400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MH_Text_2"/>
          <p:cNvSpPr txBox="1"/>
          <p:nvPr>
            <p:custDataLst>
              <p:tags r:id="rId1"/>
            </p:custDataLst>
          </p:nvPr>
        </p:nvSpPr>
        <p:spPr>
          <a:xfrm>
            <a:off x="7024695" y="3429001"/>
            <a:ext cx="3429024" cy="2500331"/>
          </a:xfrm>
          <a:prstGeom prst="rect">
            <a:avLst/>
          </a:prstGeom>
          <a:noFill/>
          <a:effectLst/>
        </p:spPr>
        <p:txBody>
          <a:bodyPr lIns="91436" tIns="45718" rIns="91436" bIns="45718">
            <a:noAutofit/>
          </a:bodyPr>
          <a:lstStyle/>
          <a:p>
            <a:pPr indent="457178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单击图（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）中的“典型”按钮。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稍等片刻，安装过程大概需要几十秒钟（不同电脑配置，时间长短有所区别）。安装完成后，在弹出对话框中单击“完成”按钮退出即可。</a:t>
            </a:r>
          </a:p>
        </p:txBody>
      </p:sp>
      <p:pic>
        <p:nvPicPr>
          <p:cNvPr id="9" name="图片 337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024035" y="2136904"/>
            <a:ext cx="4286280" cy="329236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3595672" y="5643581"/>
            <a:ext cx="79380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）</a:t>
            </a:r>
            <a:endParaRPr lang="zh-CN" altLang="en-US" dirty="0"/>
          </a:p>
        </p:txBody>
      </p:sp>
    </p:spTree>
  </p:cSld>
  <p:clrMapOvr>
    <a:masterClrMapping/>
  </p:clrMapOvr>
  <p:transition>
    <p:cover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38217" y="1071549"/>
            <a:ext cx="1779651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/>
              <a:t>2</a:t>
            </a:r>
            <a:r>
              <a:rPr lang="zh-CN" altLang="en-US" b="1" dirty="0"/>
              <a:t>．创建虚拟机</a:t>
            </a:r>
          </a:p>
        </p:txBody>
      </p:sp>
      <p:sp>
        <p:nvSpPr>
          <p:cNvPr id="3" name="矩形 2"/>
          <p:cNvSpPr/>
          <p:nvPr/>
        </p:nvSpPr>
        <p:spPr>
          <a:xfrm>
            <a:off x="1238218" y="1500177"/>
            <a:ext cx="10429948" cy="38471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要使用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VMware Workstation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虚拟机安装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RHEL 7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，首先需要创建一个虚拟机。创建步骤如下所示：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67372" y="2643181"/>
            <a:ext cx="5278008" cy="28575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6847024" y="5572140"/>
            <a:ext cx="2982090" cy="338550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600" dirty="0"/>
              <a:t>图</a:t>
            </a:r>
            <a:r>
              <a:rPr lang="en-US" sz="1600" dirty="0"/>
              <a:t>1-3  VMware Workstation </a:t>
            </a:r>
            <a:r>
              <a:rPr lang="zh-CN" altLang="en-US" sz="1600" dirty="0"/>
              <a:t>主页</a:t>
            </a:r>
          </a:p>
        </p:txBody>
      </p:sp>
      <p:sp>
        <p:nvSpPr>
          <p:cNvPr id="14" name="矩形 13"/>
          <p:cNvSpPr/>
          <p:nvPr/>
        </p:nvSpPr>
        <p:spPr>
          <a:xfrm>
            <a:off x="6167439" y="3929067"/>
            <a:ext cx="1000132" cy="10001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166779" y="2571746"/>
            <a:ext cx="3714776" cy="3000396"/>
            <a:chOff x="1140884" y="2503488"/>
            <a:chExt cx="3714776" cy="3000396"/>
          </a:xfrm>
        </p:grpSpPr>
        <p:sp>
          <p:nvSpPr>
            <p:cNvPr id="26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启动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VMware Workstation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，在其“主页”中单击“创建新的虚拟机”选项，创建新的虚拟机，如图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1-3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952598" y="1928803"/>
            <a:ext cx="4357719" cy="36768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2666978" y="5715018"/>
            <a:ext cx="34115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  </a:t>
            </a:r>
            <a:r>
              <a:rPr lang="zh-CN" altLang="en-US" sz="1500" dirty="0"/>
              <a:t>“新建虚拟机向导”的欢迎界面</a:t>
            </a:r>
          </a:p>
        </p:txBody>
      </p:sp>
      <p:sp>
        <p:nvSpPr>
          <p:cNvPr id="18" name="矩形 17"/>
          <p:cNvSpPr/>
          <p:nvPr/>
        </p:nvSpPr>
        <p:spPr>
          <a:xfrm>
            <a:off x="3809984" y="3357563"/>
            <a:ext cx="2286016" cy="642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7667636" y="2428870"/>
            <a:ext cx="3714776" cy="3000396"/>
            <a:chOff x="2030378" y="2571744"/>
            <a:chExt cx="3714776" cy="3000396"/>
          </a:xfrm>
        </p:grpSpPr>
        <p:sp>
          <p:nvSpPr>
            <p:cNvPr id="20" name="MH_Other_1"/>
            <p:cNvSpPr/>
            <p:nvPr>
              <p:custDataLst>
                <p:tags r:id="rId2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启动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VMware Workstation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，在其“主页”中单击“创建新的虚拟机”选项，创建新的虚拟机，如图</a:t>
              </a:r>
              <a:r>
                <a:rPr lang="en-US" altLang="zh-CN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1-3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>
    <p:cover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9723" y="1928803"/>
            <a:ext cx="4148695" cy="3500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2381225" y="5857894"/>
            <a:ext cx="326242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 图</a:t>
            </a:r>
            <a:r>
              <a:rPr lang="en-US" sz="1500" dirty="0"/>
              <a:t>1-5  </a:t>
            </a:r>
            <a:r>
              <a:rPr lang="zh-CN" altLang="en-US" sz="1500" dirty="0"/>
              <a:t>“安装客户机操作系统”界面</a:t>
            </a:r>
          </a:p>
        </p:txBody>
      </p:sp>
      <p:sp>
        <p:nvSpPr>
          <p:cNvPr id="20" name="矩形 19"/>
          <p:cNvSpPr/>
          <p:nvPr/>
        </p:nvSpPr>
        <p:spPr>
          <a:xfrm>
            <a:off x="1952597" y="4429133"/>
            <a:ext cx="1928827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381884" y="2143118"/>
            <a:ext cx="3714776" cy="3000396"/>
            <a:chOff x="2030378" y="2571744"/>
            <a:chExt cx="3714776" cy="3000396"/>
          </a:xfrm>
        </p:grpSpPr>
        <p:sp>
          <p:nvSpPr>
            <p:cNvPr id="12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出现“安装客户机操作系统”界面，“安装来源”选择“稍后安装操作系统”，单击“下一步”按钮，如图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1-5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453324" y="5643581"/>
            <a:ext cx="321914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1-6  </a:t>
            </a:r>
            <a:r>
              <a:rPr lang="zh-CN" altLang="en-US" sz="1500" dirty="0"/>
              <a:t>“选择客户机操作系统”界面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7504" y="1857365"/>
            <a:ext cx="4222744" cy="35629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7" name="矩形 16"/>
          <p:cNvSpPr/>
          <p:nvPr/>
        </p:nvSpPr>
        <p:spPr>
          <a:xfrm>
            <a:off x="6810380" y="3000374"/>
            <a:ext cx="857256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738943" y="3857628"/>
            <a:ext cx="4071967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666844" y="2143118"/>
            <a:ext cx="3714776" cy="3000396"/>
            <a:chOff x="1140884" y="2503488"/>
            <a:chExt cx="3714776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lnSpcReduction="10000"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出现“选择客户机操作系统”界面，“客户机操作系统”选择“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Linux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”，“版本”选择“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Red Hat Enterprise Linux 7 64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位”，然后单击“下一步”按钮，如图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1-6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09852" y="5715018"/>
            <a:ext cx="2449702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1-7  </a:t>
            </a:r>
            <a:r>
              <a:rPr lang="zh-CN" altLang="en-US" sz="1500" dirty="0"/>
              <a:t>“命名虚拟机”界面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2474" y="2071677"/>
            <a:ext cx="4146529" cy="34986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4" name="矩形 13"/>
          <p:cNvSpPr/>
          <p:nvPr/>
        </p:nvSpPr>
        <p:spPr>
          <a:xfrm>
            <a:off x="1952598" y="2857498"/>
            <a:ext cx="3786215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952598" y="3357563"/>
            <a:ext cx="3786215" cy="571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096132" y="1857365"/>
            <a:ext cx="3714776" cy="4071967"/>
            <a:chOff x="2030378" y="2571744"/>
            <a:chExt cx="3714776" cy="4071966"/>
          </a:xfrm>
        </p:grpSpPr>
        <p:sp>
          <p:nvSpPr>
            <p:cNvPr id="16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407196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4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出现“命名虚拟机”界面，更改“虚拟机名称”为“</a:t>
              </a:r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”（或其他名称），单击“浏览”按钮，在弹出的对话框中</a:t>
              </a:r>
              <a:r>
                <a:rPr lang="zh-CN" altLang="en-US" b="1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选择一个具有较大存储空间的磁盘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，并指定相应的文件夹作为虚拟机的存储位置，然后单击“下一步”按钮，如图</a:t>
              </a:r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1-7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10380" y="1857364"/>
            <a:ext cx="4064029" cy="34290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7596199" y="5500705"/>
            <a:ext cx="2642062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1-8  </a:t>
            </a:r>
            <a:r>
              <a:rPr lang="zh-CN" altLang="en-US" sz="1500" dirty="0"/>
              <a:t>“指定磁盘容量”界面</a:t>
            </a:r>
          </a:p>
        </p:txBody>
      </p:sp>
      <p:sp>
        <p:nvSpPr>
          <p:cNvPr id="18" name="矩形 17"/>
          <p:cNvSpPr/>
          <p:nvPr/>
        </p:nvSpPr>
        <p:spPr>
          <a:xfrm>
            <a:off x="6881817" y="2928935"/>
            <a:ext cx="3929091" cy="571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881819" y="3643313"/>
            <a:ext cx="2143140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452531" y="2071679"/>
            <a:ext cx="3714776" cy="3000396"/>
            <a:chOff x="1140884" y="2503488"/>
            <a:chExt cx="3714776" cy="3000396"/>
          </a:xfrm>
        </p:grpSpPr>
        <p:sp>
          <p:nvSpPr>
            <p:cNvPr id="20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 lnSpcReduction="10000"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出现“指定磁盘容量”界面，设置“最大磁盘大小”为</a:t>
              </a:r>
              <a:r>
                <a:rPr lang="en-US" sz="2000" b="1" dirty="0">
                  <a:solidFill>
                    <a:schemeClr val="tx1"/>
                  </a:solidFill>
                </a:rPr>
                <a:t>100GB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（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根据个人硬盘情况设置即可，建议最小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20G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），选择“将虚拟磁盘存储为单个文件</a:t>
              </a:r>
              <a:r>
                <a:rPr lang="en-US" sz="2000" b="1" dirty="0">
                  <a:solidFill>
                    <a:schemeClr val="tx1"/>
                  </a:solidFill>
                </a:rPr>
                <a:t>(O)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”单选钮，然后单击“下一步”按钮，如图</a:t>
              </a:r>
              <a:r>
                <a:rPr lang="en-US" sz="2000" b="1" dirty="0">
                  <a:solidFill>
                    <a:schemeClr val="tx1"/>
                  </a:solidFill>
                </a:rPr>
                <a:t>1-8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3970" y="1928803"/>
            <a:ext cx="4429156" cy="3652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309789" y="5929333"/>
            <a:ext cx="321914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1-9  </a:t>
            </a:r>
            <a:r>
              <a:rPr lang="zh-CN" altLang="en-US" sz="1500" dirty="0"/>
              <a:t>“已准备好创建虚拟机”界面</a:t>
            </a:r>
          </a:p>
        </p:txBody>
      </p:sp>
      <p:sp>
        <p:nvSpPr>
          <p:cNvPr id="12" name="矩形 11"/>
          <p:cNvSpPr/>
          <p:nvPr/>
        </p:nvSpPr>
        <p:spPr>
          <a:xfrm>
            <a:off x="4238613" y="5143514"/>
            <a:ext cx="785819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024695" y="2285994"/>
            <a:ext cx="3714776" cy="3000396"/>
            <a:chOff x="2030378" y="2571744"/>
            <a:chExt cx="3714776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7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出现“已准备好创建虚拟机”界面，单击“完成”按钮结束创建虚拟机，如图</a:t>
              </a:r>
              <a:r>
                <a:rPr lang="en-US" sz="2000" b="1" dirty="0">
                  <a:solidFill>
                    <a:schemeClr val="tx1"/>
                  </a:solidFill>
                </a:rPr>
                <a:t>1-9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5342" y="1071549"/>
            <a:ext cx="1734767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/>
              <a:t>3</a:t>
            </a:r>
            <a:r>
              <a:rPr lang="zh-CN" altLang="en-US" b="1" dirty="0"/>
              <a:t>．安装</a:t>
            </a:r>
            <a:r>
              <a:rPr lang="en-US" b="1" dirty="0"/>
              <a:t>RHEL 7</a:t>
            </a:r>
            <a:endParaRPr lang="zh-CN" altLang="en-US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6067" y="2143116"/>
            <a:ext cx="4228023" cy="30718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7381886" y="5572142"/>
            <a:ext cx="290322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1-10  VMware Workstation </a:t>
            </a:r>
            <a:r>
              <a:rPr lang="zh-CN" altLang="en-US" sz="1500" dirty="0"/>
              <a:t>主页</a:t>
            </a:r>
          </a:p>
        </p:txBody>
      </p:sp>
      <p:sp>
        <p:nvSpPr>
          <p:cNvPr id="20" name="矩形 19"/>
          <p:cNvSpPr/>
          <p:nvPr/>
        </p:nvSpPr>
        <p:spPr>
          <a:xfrm>
            <a:off x="7810514" y="3143249"/>
            <a:ext cx="928695" cy="7858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738283" y="2143118"/>
            <a:ext cx="3714776" cy="3000396"/>
            <a:chOff x="1140884" y="2503488"/>
            <a:chExt cx="3714776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在</a:t>
              </a:r>
              <a:r>
                <a:rPr lang="en-US" sz="2000" b="1" dirty="0">
                  <a:solidFill>
                    <a:schemeClr val="tx1"/>
                  </a:solidFill>
                </a:rPr>
                <a:t>VMware Workstation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“主页”选项卡中单击“打开虚拟机”选项，如</a:t>
              </a:r>
              <a:br>
                <a:rPr lang="en-US" sz="2000" b="1" dirty="0">
                  <a:solidFill>
                    <a:schemeClr val="tx1"/>
                  </a:solidFill>
                </a:rPr>
              </a:br>
              <a:r>
                <a:rPr lang="zh-CN" altLang="en-US" sz="2000" b="1" dirty="0">
                  <a:solidFill>
                    <a:schemeClr val="tx1"/>
                  </a:solidFill>
                </a:rPr>
                <a:t>图</a:t>
              </a:r>
              <a:r>
                <a:rPr lang="en-US" sz="2000" b="1" dirty="0">
                  <a:solidFill>
                    <a:schemeClr val="tx1"/>
                  </a:solidFill>
                </a:rPr>
                <a:t>1-10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81161" y="1932509"/>
            <a:ext cx="4370055" cy="34507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3" name="矩形 2"/>
          <p:cNvSpPr/>
          <p:nvPr/>
        </p:nvSpPr>
        <p:spPr>
          <a:xfrm>
            <a:off x="3238483" y="5643581"/>
            <a:ext cx="216276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1-11  </a:t>
            </a:r>
            <a:r>
              <a:rPr lang="zh-CN" altLang="en-US" sz="1500" dirty="0"/>
              <a:t>“打开”对话框</a:t>
            </a:r>
          </a:p>
        </p:txBody>
      </p:sp>
      <p:sp>
        <p:nvSpPr>
          <p:cNvPr id="11" name="文本框 12"/>
          <p:cNvSpPr txBox="1"/>
          <p:nvPr>
            <p:custDataLst>
              <p:tags r:id="rId1"/>
            </p:custDataLst>
          </p:nvPr>
        </p:nvSpPr>
        <p:spPr>
          <a:xfrm>
            <a:off x="6381753" y="3000374"/>
            <a:ext cx="1223963" cy="1200151"/>
          </a:xfrm>
          <a:prstGeom prst="rect">
            <a:avLst/>
          </a:prstGeom>
          <a:noFill/>
          <a:ln w="9525">
            <a:noFill/>
          </a:ln>
        </p:spPr>
        <p:txBody>
          <a:bodyPr lIns="91436" tIns="45718" rIns="91436" bIns="45718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7200" dirty="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rPr>
              <a:t>+</a:t>
            </a:r>
            <a:endParaRPr lang="zh-CN" altLang="en-US" sz="7200" dirty="0">
              <a:solidFill>
                <a:schemeClr val="bg1"/>
              </a:solidFill>
              <a:latin typeface="时尚中黑简体" pitchFamily="2" charset="-122"/>
              <a:ea typeface="时尚中黑简体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67041" y="2786057"/>
            <a:ext cx="3071835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738679" y="5000636"/>
            <a:ext cx="714380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81884" y="2143118"/>
            <a:ext cx="3714776" cy="3000396"/>
            <a:chOff x="2030378" y="2571744"/>
            <a:chExt cx="3714776" cy="3000396"/>
          </a:xfrm>
        </p:grpSpPr>
        <p:sp>
          <p:nvSpPr>
            <p:cNvPr id="16" name="MH_Other_1"/>
            <p:cNvSpPr/>
            <p:nvPr>
              <p:custDataLst>
                <p:tags r:id="rId2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出现“打开”对话框，选中已创建的虚拟机“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Red Hat Enterprise Linux 7 64 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位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vmx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”，然后单击“打开”按钮，如图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1-11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10"/>
          <p:cNvSpPr txBox="1"/>
          <p:nvPr>
            <p:custDataLst>
              <p:tags r:id="rId1"/>
            </p:custDataLst>
          </p:nvPr>
        </p:nvSpPr>
        <p:spPr>
          <a:xfrm>
            <a:off x="5524497" y="3143250"/>
            <a:ext cx="1223963" cy="1200151"/>
          </a:xfrm>
          <a:prstGeom prst="rect">
            <a:avLst/>
          </a:prstGeom>
          <a:noFill/>
          <a:ln w="9525">
            <a:noFill/>
          </a:ln>
        </p:spPr>
        <p:txBody>
          <a:bodyPr lIns="91436" tIns="45718" rIns="91436" bIns="45718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7200" dirty="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rPr>
              <a:t>+</a:t>
            </a:r>
            <a:endParaRPr lang="zh-CN" altLang="en-US" sz="7200" dirty="0">
              <a:solidFill>
                <a:schemeClr val="bg1"/>
              </a:solidFill>
              <a:latin typeface="时尚中黑简体" pitchFamily="2" charset="-122"/>
              <a:ea typeface="时尚中黑简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24762" y="1571612"/>
            <a:ext cx="2702980" cy="4609443"/>
            <a:chOff x="7524758" y="1571612"/>
            <a:chExt cx="2702979" cy="4609443"/>
          </a:xfrm>
        </p:grpSpPr>
        <p:sp>
          <p:nvSpPr>
            <p:cNvPr id="5" name="矩形 4"/>
            <p:cNvSpPr/>
            <p:nvPr/>
          </p:nvSpPr>
          <p:spPr>
            <a:xfrm>
              <a:off x="7524758" y="5857892"/>
              <a:ext cx="2702979" cy="3231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r>
                <a:rPr lang="zh-CN" altLang="en-US" sz="1500" dirty="0"/>
                <a:t>图</a:t>
              </a:r>
              <a:r>
                <a:rPr lang="en-US" sz="1500" dirty="0"/>
                <a:t>1-12  </a:t>
              </a:r>
              <a:r>
                <a:rPr lang="zh-CN" altLang="en-US" sz="1500" dirty="0"/>
                <a:t>“</a:t>
              </a:r>
              <a:r>
                <a:rPr lang="en-US" sz="1500" dirty="0"/>
                <a:t>RHEL 7</a:t>
              </a:r>
              <a:r>
                <a:rPr lang="zh-CN" altLang="en-US" sz="1500" dirty="0"/>
                <a:t>”页面左边栏</a:t>
              </a:r>
            </a:p>
          </p:txBody>
        </p:sp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524760" y="1571612"/>
              <a:ext cx="2286016" cy="3929476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</p:pic>
        <p:sp>
          <p:nvSpPr>
            <p:cNvPr id="13" name="矩形 12"/>
            <p:cNvSpPr/>
            <p:nvPr/>
          </p:nvSpPr>
          <p:spPr>
            <a:xfrm>
              <a:off x="7596199" y="3714751"/>
              <a:ext cx="1857388" cy="2143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81159" y="1928803"/>
            <a:ext cx="3714776" cy="3000396"/>
            <a:chOff x="1140884" y="2503488"/>
            <a:chExt cx="3714776" cy="3000396"/>
          </a:xfrm>
        </p:grpSpPr>
        <p:sp>
          <p:nvSpPr>
            <p:cNvPr id="14" name="MH_Other_1"/>
            <p:cNvSpPr/>
            <p:nvPr>
              <p:custDataLst>
                <p:tags r:id="rId2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出现“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”选项卡，在页面左边栏单击“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CD/DVD(SATA)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”选项，如图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1-12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09720" y="1643051"/>
            <a:ext cx="4579552" cy="414340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3024166" y="6072208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1-13  </a:t>
            </a:r>
            <a:r>
              <a:rPr lang="zh-CN" altLang="en-US" sz="1500" dirty="0"/>
              <a:t>“虚拟机设置”对话框</a:t>
            </a:r>
          </a:p>
        </p:txBody>
      </p:sp>
      <p:sp>
        <p:nvSpPr>
          <p:cNvPr id="13" name="矩形 12"/>
          <p:cNvSpPr/>
          <p:nvPr/>
        </p:nvSpPr>
        <p:spPr>
          <a:xfrm>
            <a:off x="4238611" y="3000373"/>
            <a:ext cx="1071571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524497" y="3071811"/>
            <a:ext cx="642943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24365" y="5500701"/>
            <a:ext cx="642943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2"/>
          <p:cNvSpPr txBox="1"/>
          <p:nvPr>
            <p:custDataLst>
              <p:tags r:id="rId1"/>
            </p:custDataLst>
          </p:nvPr>
        </p:nvSpPr>
        <p:spPr>
          <a:xfrm>
            <a:off x="6381753" y="3000374"/>
            <a:ext cx="1223963" cy="1200151"/>
          </a:xfrm>
          <a:prstGeom prst="rect">
            <a:avLst/>
          </a:prstGeom>
          <a:noFill/>
          <a:ln w="9525">
            <a:noFill/>
          </a:ln>
        </p:spPr>
        <p:txBody>
          <a:bodyPr lIns="91436" tIns="45718" rIns="91436" bIns="45718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7200" dirty="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rPr>
              <a:t>+</a:t>
            </a:r>
            <a:endParaRPr lang="zh-CN" altLang="en-US" sz="7200" dirty="0">
              <a:solidFill>
                <a:schemeClr val="bg1"/>
              </a:solidFill>
              <a:latin typeface="时尚中黑简体" pitchFamily="2" charset="-122"/>
              <a:ea typeface="时尚中黑简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7310447" y="1857364"/>
            <a:ext cx="3714776" cy="3643339"/>
            <a:chOff x="2030378" y="2571744"/>
            <a:chExt cx="3714776" cy="3643338"/>
          </a:xfrm>
        </p:grpSpPr>
        <p:sp>
          <p:nvSpPr>
            <p:cNvPr id="18" name="MH_Other_1"/>
            <p:cNvSpPr/>
            <p:nvPr>
              <p:custDataLst>
                <p:tags r:id="rId2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30378" y="2571744"/>
              <a:ext cx="2851176" cy="3643338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出现“虚拟机设置”对话框，在该对话框“硬件”选项卡右侧“连接”设置区选中“使用</a:t>
              </a:r>
              <a:r>
                <a:rPr lang="en-US" b="1" dirty="0">
                  <a:solidFill>
                    <a:schemeClr val="tx1"/>
                  </a:solidFill>
                </a:rPr>
                <a:t>ISO</a:t>
              </a:r>
              <a:r>
                <a:rPr lang="zh-CN" altLang="en-US" b="1" dirty="0">
                  <a:solidFill>
                    <a:schemeClr val="tx1"/>
                  </a:solidFill>
                </a:rPr>
                <a:t>镜像文件”单选钮，然后单击“浏览”按钮，从弹出的对话框中选择</a:t>
              </a:r>
              <a:r>
                <a:rPr lang="en-US" b="1" dirty="0">
                  <a:solidFill>
                    <a:schemeClr val="tx1"/>
                  </a:solidFill>
                </a:rPr>
                <a:t>RHEL 7</a:t>
              </a:r>
              <a:r>
                <a:rPr lang="zh-CN" altLang="en-US" b="1" dirty="0">
                  <a:solidFill>
                    <a:schemeClr val="tx1"/>
                  </a:solidFill>
                </a:rPr>
                <a:t>的安装光盘镜像文件，然后单击“确定”按钮完成更改，如图</a:t>
              </a:r>
              <a:r>
                <a:rPr lang="en-US" b="1" dirty="0">
                  <a:solidFill>
                    <a:schemeClr val="tx1"/>
                  </a:solidFill>
                </a:rPr>
                <a:t>1-13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6185"/>
          <p:cNvPicPr>
            <a:picLocks noChangeAspect="1" noChangeArrowheads="1"/>
          </p:cNvPicPr>
          <p:nvPr/>
        </p:nvPicPr>
        <p:blipFill>
          <a:blip r:embed="rId6" cstate="print"/>
          <a:srcRect t="10947" b="17088"/>
          <a:stretch>
            <a:fillRect/>
          </a:stretch>
        </p:blipFill>
        <p:spPr bwMode="auto">
          <a:xfrm>
            <a:off x="6453191" y="2786057"/>
            <a:ext cx="4588728" cy="2500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8024826" y="5643581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1-14  </a:t>
            </a:r>
            <a:r>
              <a:rPr lang="zh-CN" altLang="en-US" sz="1500" dirty="0"/>
              <a:t>开机启动界面</a:t>
            </a:r>
          </a:p>
        </p:txBody>
      </p:sp>
      <p:sp>
        <p:nvSpPr>
          <p:cNvPr id="14" name="矩形 13"/>
          <p:cNvSpPr/>
          <p:nvPr/>
        </p:nvSpPr>
        <p:spPr>
          <a:xfrm>
            <a:off x="6953258" y="4071941"/>
            <a:ext cx="3500463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595407" y="2500307"/>
            <a:ext cx="3714776" cy="3000396"/>
            <a:chOff x="1140884" y="2503488"/>
            <a:chExt cx="3714776" cy="3000396"/>
          </a:xfrm>
        </p:grpSpPr>
        <p:sp>
          <p:nvSpPr>
            <p:cNvPr id="16" name="MH_Other_1"/>
            <p:cNvSpPr/>
            <p:nvPr>
              <p:custDataLst>
                <p:tags r:id="rId3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4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首先，进入开机启动界面，选择“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Install Red Hat Enterprise Linux 7.0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”启动菜单项，如图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1-14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595407" y="1357299"/>
            <a:ext cx="9501255" cy="714380"/>
            <a:chOff x="1140884" y="2503488"/>
            <a:chExt cx="9501254" cy="714380"/>
          </a:xfrm>
        </p:grpSpPr>
        <p:sp>
          <p:nvSpPr>
            <p:cNvPr id="11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8637654" cy="71438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/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更改后，单击“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”页面左边栏“开启此虚拟机”按钮，启动虚拟机并开始安装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618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09655" y="1714489"/>
            <a:ext cx="4903100" cy="364333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1452531" y="5643580"/>
            <a:ext cx="4816760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1-15  </a:t>
            </a:r>
            <a:r>
              <a:rPr lang="zh-CN" altLang="en-US" sz="1500" dirty="0"/>
              <a:t>“欢迎使用</a:t>
            </a:r>
            <a:r>
              <a:rPr lang="en-US" sz="1500" dirty="0"/>
              <a:t>RED HAT ENTERPRISE LINUX 7.0</a:t>
            </a:r>
            <a:r>
              <a:rPr lang="zh-CN" altLang="en-US" sz="1500" dirty="0"/>
              <a:t>”界面</a:t>
            </a:r>
          </a:p>
        </p:txBody>
      </p:sp>
      <p:sp>
        <p:nvSpPr>
          <p:cNvPr id="13" name="矩形 12"/>
          <p:cNvSpPr/>
          <p:nvPr/>
        </p:nvSpPr>
        <p:spPr>
          <a:xfrm>
            <a:off x="4381490" y="2786057"/>
            <a:ext cx="1571636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309787" y="4143380"/>
            <a:ext cx="2000264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81884" y="1857366"/>
            <a:ext cx="3714776" cy="3000396"/>
            <a:chOff x="2030378" y="2571744"/>
            <a:chExt cx="3714776" cy="3000396"/>
          </a:xfrm>
        </p:grpSpPr>
        <p:sp>
          <p:nvSpPr>
            <p:cNvPr id="16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7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85000" lnSpcReduction="10000"/>
            </a:bodyPr>
            <a:lstStyle/>
            <a:p>
              <a:pPr indent="457178"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稍等片刻，出现“欢迎使用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RED HAT ENTERPRISE LINUX 7.0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”界面，</a:t>
              </a:r>
              <a:b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选择“中文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 Chinese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”→“简体中文（中国）”选项，然后单击“继续”按钮，如图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1-15</a:t>
              </a:r>
              <a:b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618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3191" y="1785927"/>
            <a:ext cx="4627440" cy="350046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7596201" y="5786457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1-16  </a:t>
            </a:r>
            <a:r>
              <a:rPr lang="zh-CN" altLang="en-US" sz="1500" dirty="0"/>
              <a:t>“安装信息摘要”界面</a:t>
            </a:r>
          </a:p>
        </p:txBody>
      </p:sp>
      <p:sp>
        <p:nvSpPr>
          <p:cNvPr id="17" name="矩形 16"/>
          <p:cNvSpPr/>
          <p:nvPr/>
        </p:nvSpPr>
        <p:spPr>
          <a:xfrm>
            <a:off x="9096396" y="3357563"/>
            <a:ext cx="1714512" cy="7143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452531" y="2000242"/>
            <a:ext cx="3714776" cy="3000396"/>
            <a:chOff x="1140884" y="2503488"/>
            <a:chExt cx="3714776" cy="3000396"/>
          </a:xfrm>
        </p:grpSpPr>
        <p:sp>
          <p:nvSpPr>
            <p:cNvPr id="18" name="MH_Other_1"/>
            <p:cNvSpPr/>
            <p:nvPr>
              <p:custDataLst>
                <p:tags r:id="rId1"/>
              </p:custDataLst>
            </p:nvPr>
          </p:nvSpPr>
          <p:spPr>
            <a:xfrm>
              <a:off x="1140884" y="2503489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8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出现“安装信息摘要”界面，选择“软件选择”选项，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对要安装的系统软件进行选择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，如图</a:t>
              </a:r>
              <a:r>
                <a:rPr lang="en-US" sz="2000" b="1" dirty="0">
                  <a:solidFill>
                    <a:schemeClr val="tx1"/>
                  </a:solidFill>
                </a:rPr>
                <a:t>1-16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19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38281" y="1857364"/>
            <a:ext cx="4580139" cy="342902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" name="矩形 2"/>
          <p:cNvSpPr/>
          <p:nvPr/>
        </p:nvSpPr>
        <p:spPr>
          <a:xfrm>
            <a:off x="2881291" y="5572142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1-17  </a:t>
            </a:r>
            <a:r>
              <a:rPr lang="zh-CN" altLang="en-US" sz="1500" dirty="0"/>
              <a:t>“软件选择”界面</a:t>
            </a:r>
          </a:p>
        </p:txBody>
      </p:sp>
      <p:sp>
        <p:nvSpPr>
          <p:cNvPr id="13" name="矩形 12"/>
          <p:cNvSpPr/>
          <p:nvPr/>
        </p:nvSpPr>
        <p:spPr>
          <a:xfrm>
            <a:off x="1809721" y="3571878"/>
            <a:ext cx="2214579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381884" y="2071679"/>
            <a:ext cx="3714776" cy="3000396"/>
            <a:chOff x="2030378" y="2571744"/>
            <a:chExt cx="3714776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863600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9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在弹出的“软件选择”界面中，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务必选择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“带</a:t>
              </a:r>
              <a:r>
                <a:rPr lang="en-US" sz="2000" b="1" dirty="0">
                  <a:solidFill>
                    <a:srgbClr val="C00000"/>
                  </a:solidFill>
                </a:rPr>
                <a:t>GUI</a:t>
              </a:r>
              <a:r>
                <a:rPr lang="zh-CN" altLang="en-US" sz="2000" b="1" dirty="0">
                  <a:solidFill>
                    <a:srgbClr val="C00000"/>
                  </a:solidFill>
                </a:rPr>
                <a:t>的服务器”单选钮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，然后单击“完成”按钮，回到“安装信息摘要”界面，如图</a:t>
              </a:r>
              <a:r>
                <a:rPr lang="en-US" sz="2000" b="1" dirty="0">
                  <a:solidFill>
                    <a:schemeClr val="tx1"/>
                  </a:solidFill>
                </a:rPr>
                <a:t>1-17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619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81754" y="2000240"/>
            <a:ext cx="4817407" cy="342902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7667638" y="5786457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1-18  </a:t>
            </a:r>
            <a:r>
              <a:rPr lang="zh-CN" altLang="en-US" sz="1500" dirty="0"/>
              <a:t>“安装目标位置”界面</a:t>
            </a:r>
          </a:p>
        </p:txBody>
      </p:sp>
      <p:sp>
        <p:nvSpPr>
          <p:cNvPr id="9" name="文本框 10"/>
          <p:cNvSpPr txBox="1"/>
          <p:nvPr>
            <p:custDataLst>
              <p:tags r:id="rId1"/>
            </p:custDataLst>
          </p:nvPr>
        </p:nvSpPr>
        <p:spPr>
          <a:xfrm>
            <a:off x="5095869" y="3071811"/>
            <a:ext cx="1223963" cy="1200151"/>
          </a:xfrm>
          <a:prstGeom prst="rect">
            <a:avLst/>
          </a:prstGeom>
          <a:noFill/>
          <a:ln w="9525">
            <a:noFill/>
          </a:ln>
        </p:spPr>
        <p:txBody>
          <a:bodyPr lIns="91436" tIns="45718" rIns="91436" bIns="45718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等线" pitchFamily="2" charset="-122"/>
                <a:cs typeface="+mn-cs"/>
              </a:defRPr>
            </a:lvl5pPr>
          </a:lstStyle>
          <a:p>
            <a:pPr mar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7200" dirty="0">
                <a:solidFill>
                  <a:schemeClr val="bg1"/>
                </a:solidFill>
                <a:latin typeface="时尚中黑简体" pitchFamily="2" charset="-122"/>
                <a:ea typeface="时尚中黑简体" pitchFamily="2" charset="-122"/>
              </a:rPr>
              <a:t>+</a:t>
            </a:r>
            <a:endParaRPr lang="zh-CN" altLang="en-US" sz="7200" dirty="0">
              <a:solidFill>
                <a:schemeClr val="bg1"/>
              </a:solidFill>
              <a:latin typeface="时尚中黑简体" pitchFamily="2" charset="-122"/>
              <a:ea typeface="时尚中黑简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310447" y="4572009"/>
            <a:ext cx="928695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381093" y="2071679"/>
            <a:ext cx="3929092" cy="3214711"/>
            <a:chOff x="926569" y="2503488"/>
            <a:chExt cx="3929091" cy="3214710"/>
          </a:xfrm>
        </p:grpSpPr>
        <p:sp>
          <p:nvSpPr>
            <p:cNvPr id="14" name="MH_Other_1"/>
            <p:cNvSpPr/>
            <p:nvPr>
              <p:custDataLst>
                <p:tags r:id="rId2"/>
              </p:custDataLst>
            </p:nvPr>
          </p:nvSpPr>
          <p:spPr>
            <a:xfrm>
              <a:off x="926569" y="2503489"/>
              <a:ext cx="1077915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10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04484" y="2503488"/>
              <a:ext cx="2851176" cy="32147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85000" lnSpcReduction="20000"/>
            </a:bodyPr>
            <a:lstStyle/>
            <a:p>
              <a:pPr indent="457178"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在“安装信息摘要”界面中单击“安装位置”选项，打开“安装目标位</a:t>
              </a:r>
              <a:br>
                <a:rPr lang="en-US" sz="2000" b="1" dirty="0">
                  <a:solidFill>
                    <a:schemeClr val="tx1"/>
                  </a:solidFill>
                </a:rPr>
              </a:br>
              <a:r>
                <a:rPr lang="zh-CN" altLang="en-US" sz="2000" b="1" dirty="0">
                  <a:solidFill>
                    <a:schemeClr val="tx1"/>
                  </a:solidFill>
                </a:rPr>
                <a:t>置”界面，在“安装目标位置”界面的“其它存储选项”设置区选择“我要配置分区”选项（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初次安装，建议选择“自动配置分区”即可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），单击“完成”按钮，如图</a:t>
              </a:r>
              <a:r>
                <a:rPr lang="en-US" sz="2000" b="1" dirty="0">
                  <a:solidFill>
                    <a:schemeClr val="tx1"/>
                  </a:solidFill>
                </a:rPr>
                <a:t>1-18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图片 619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9722" y="2071677"/>
            <a:ext cx="4486108" cy="3357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881291" y="5786457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1-19  </a:t>
            </a:r>
            <a:r>
              <a:rPr lang="zh-CN" altLang="en-US" sz="1500" dirty="0"/>
              <a:t>“手动分区”界面</a:t>
            </a:r>
          </a:p>
        </p:txBody>
      </p:sp>
      <p:sp>
        <p:nvSpPr>
          <p:cNvPr id="13" name="矩形 12"/>
          <p:cNvSpPr/>
          <p:nvPr/>
        </p:nvSpPr>
        <p:spPr>
          <a:xfrm>
            <a:off x="2166911" y="3357561"/>
            <a:ext cx="1500199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952596" y="4643445"/>
            <a:ext cx="285752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7310448" y="2285994"/>
            <a:ext cx="3929089" cy="3000396"/>
            <a:chOff x="2030378" y="2571744"/>
            <a:chExt cx="3929088" cy="3000396"/>
          </a:xfrm>
        </p:grpSpPr>
        <p:sp>
          <p:nvSpPr>
            <p:cNvPr id="16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3" y="2571744"/>
              <a:ext cx="1077913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弹出“手动分区”界面，在“新挂载点将使用以下分区方案”列表中选择“标准分区”选项，然后单击“</a:t>
              </a:r>
              <a:r>
                <a:rPr lang="en-US" sz="2000" b="1" dirty="0">
                  <a:solidFill>
                    <a:schemeClr val="tx1"/>
                  </a:solidFill>
                </a:rPr>
                <a:t>+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”号，如图</a:t>
              </a:r>
              <a:r>
                <a:rPr lang="en-US" sz="2000" b="1" dirty="0">
                  <a:solidFill>
                    <a:schemeClr val="tx1"/>
                  </a:solidFill>
                </a:rPr>
                <a:t>1-19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6195"/>
          <p:cNvPicPr>
            <a:picLocks noChangeAspect="1" noChangeArrowheads="1"/>
          </p:cNvPicPr>
          <p:nvPr/>
        </p:nvPicPr>
        <p:blipFill>
          <a:blip r:embed="rId4" cstate="print"/>
          <a:srcRect t="1189" b="1189"/>
          <a:stretch>
            <a:fillRect/>
          </a:stretch>
        </p:blipFill>
        <p:spPr bwMode="auto">
          <a:xfrm>
            <a:off x="6167437" y="1785927"/>
            <a:ext cx="5040731" cy="371477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7381886" y="5857894"/>
            <a:ext cx="293220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1-20  </a:t>
            </a:r>
            <a:r>
              <a:rPr lang="zh-CN" altLang="en-US" sz="1500" dirty="0"/>
              <a:t>“添加新挂载点”对话框</a:t>
            </a:r>
          </a:p>
        </p:txBody>
      </p:sp>
      <p:sp>
        <p:nvSpPr>
          <p:cNvPr id="15" name="矩形 14"/>
          <p:cNvSpPr/>
          <p:nvPr/>
        </p:nvSpPr>
        <p:spPr>
          <a:xfrm>
            <a:off x="7739075" y="3500439"/>
            <a:ext cx="1857388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953522" y="4000504"/>
            <a:ext cx="642943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166779" y="2000242"/>
            <a:ext cx="3929091" cy="3000396"/>
            <a:chOff x="926570" y="2503488"/>
            <a:chExt cx="3929090" cy="3000396"/>
          </a:xfrm>
        </p:grpSpPr>
        <p:sp>
          <p:nvSpPr>
            <p:cNvPr id="17" name="MH_Other_1"/>
            <p:cNvSpPr/>
            <p:nvPr>
              <p:custDataLst>
                <p:tags r:id="rId1"/>
              </p:custDataLst>
            </p:nvPr>
          </p:nvSpPr>
          <p:spPr>
            <a:xfrm>
              <a:off x="926570" y="2503489"/>
              <a:ext cx="1077914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 lnSpcReduction="10000"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弹出“添加新挂载点”对话框如图</a:t>
              </a:r>
              <a:r>
                <a:rPr lang="en-US" sz="2000" b="1" dirty="0">
                  <a:solidFill>
                    <a:schemeClr val="tx1"/>
                  </a:solidFill>
                </a:rPr>
                <a:t>1-20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所示，在“挂载点”下拉列表中选择“</a:t>
              </a:r>
              <a:r>
                <a:rPr lang="en-US" sz="2000" b="1" dirty="0">
                  <a:solidFill>
                    <a:schemeClr val="tx1"/>
                  </a:solidFill>
                </a:rPr>
                <a:t>/boot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”，在“期望容量”编辑框中输入</a:t>
              </a:r>
              <a:r>
                <a:rPr lang="en-US" sz="2000" b="1" dirty="0">
                  <a:solidFill>
                    <a:schemeClr val="tx1"/>
                  </a:solidFill>
                </a:rPr>
                <a:t>400MB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，然后单击“添加挂载点”按钮即可。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图片 619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3970" y="2428870"/>
            <a:ext cx="4295361" cy="321471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095474" y="5857894"/>
            <a:ext cx="312456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1-21  </a:t>
            </a:r>
            <a:r>
              <a:rPr lang="zh-CN" altLang="en-US" sz="1500" dirty="0"/>
              <a:t>“手动分区”界面分区结果</a:t>
            </a:r>
          </a:p>
        </p:txBody>
      </p:sp>
      <p:sp>
        <p:nvSpPr>
          <p:cNvPr id="15" name="MH_SubTitle_1"/>
          <p:cNvSpPr/>
          <p:nvPr>
            <p:custDataLst>
              <p:tags r:id="rId1"/>
            </p:custDataLst>
          </p:nvPr>
        </p:nvSpPr>
        <p:spPr>
          <a:xfrm>
            <a:off x="6667504" y="2071678"/>
            <a:ext cx="4500595" cy="4143405"/>
          </a:xfrm>
          <a:prstGeom prst="rect">
            <a:avLst/>
          </a:prstGeom>
          <a:solidFill>
            <a:srgbClr val="FEFFFF"/>
          </a:solidFill>
          <a:ln w="9525">
            <a:solidFill>
              <a:srgbClr val="B2B2B2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7" tIns="71997" rIns="71997" bIns="71997" anchor="ctr">
            <a:noAutofit/>
          </a:bodyPr>
          <a:lstStyle/>
          <a:p>
            <a:pPr indent="457178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</a:rPr>
              <a:t>swap</a:t>
            </a:r>
            <a:r>
              <a:rPr lang="zh-CN" altLang="en-US" b="1" dirty="0">
                <a:solidFill>
                  <a:schemeClr val="tx1"/>
                </a:solidFill>
              </a:rPr>
              <a:t>分区为虚拟内存分区，相当于</a:t>
            </a:r>
            <a:r>
              <a:rPr lang="en-US" b="1" dirty="0">
                <a:solidFill>
                  <a:schemeClr val="tx1"/>
                </a:solidFill>
              </a:rPr>
              <a:t>Windows</a:t>
            </a:r>
            <a:r>
              <a:rPr lang="zh-CN" altLang="en-US" b="1" dirty="0">
                <a:solidFill>
                  <a:schemeClr val="tx1"/>
                </a:solidFill>
              </a:rPr>
              <a:t>的页面交换文件；“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”为</a:t>
            </a:r>
            <a:r>
              <a:rPr lang="en-US" b="1" dirty="0">
                <a:solidFill>
                  <a:schemeClr val="tx1"/>
                </a:solidFill>
              </a:rPr>
              <a:t>root</a:t>
            </a:r>
            <a:r>
              <a:rPr lang="zh-CN" altLang="en-US" b="1" dirty="0">
                <a:solidFill>
                  <a:schemeClr val="tx1"/>
                </a:solidFill>
              </a:rPr>
              <a:t>（根）分区，系统启动时将加载</a:t>
            </a:r>
            <a:r>
              <a:rPr lang="en-US" b="1" dirty="0">
                <a:solidFill>
                  <a:schemeClr val="tx1"/>
                </a:solidFill>
              </a:rPr>
              <a:t>root</a:t>
            </a:r>
            <a:r>
              <a:rPr lang="zh-CN" altLang="en-US" b="1" dirty="0">
                <a:solidFill>
                  <a:schemeClr val="tx1"/>
                </a:solidFill>
              </a:rPr>
              <a:t>分区下“</a:t>
            </a:r>
            <a:r>
              <a:rPr lang="en-US" b="1" dirty="0">
                <a:solidFill>
                  <a:schemeClr val="tx1"/>
                </a:solidFill>
              </a:rPr>
              <a:t>/dev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/etc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/bin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en-US" b="1" dirty="0" err="1">
                <a:solidFill>
                  <a:schemeClr val="tx1"/>
                </a:solidFill>
              </a:rPr>
              <a:t>sbin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/lib</a:t>
            </a:r>
            <a:r>
              <a:rPr lang="zh-CN" altLang="en-US" b="1" dirty="0">
                <a:solidFill>
                  <a:schemeClr val="tx1"/>
                </a:solidFill>
              </a:rPr>
              <a:t>”五个目录下的程序，因此这五个分区不能单独划分出来；而为了安全和管理的目的，“</a:t>
            </a:r>
            <a:r>
              <a:rPr lang="en-US" b="1" dirty="0">
                <a:solidFill>
                  <a:schemeClr val="tx1"/>
                </a:solidFill>
              </a:rPr>
              <a:t>/home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en-US" b="1" dirty="0" err="1">
                <a:solidFill>
                  <a:schemeClr val="tx1"/>
                </a:solidFill>
              </a:rPr>
              <a:t>usr</a:t>
            </a:r>
            <a:r>
              <a:rPr lang="zh-CN" altLang="en-US" b="1" dirty="0">
                <a:solidFill>
                  <a:schemeClr val="tx1"/>
                </a:solidFill>
              </a:rPr>
              <a:t>”，“</a:t>
            </a:r>
            <a:r>
              <a:rPr lang="en-US" b="1" dirty="0">
                <a:solidFill>
                  <a:schemeClr val="tx1"/>
                </a:solidFill>
              </a:rPr>
              <a:t>/</a:t>
            </a:r>
            <a:r>
              <a:rPr lang="en-US" b="1" dirty="0" err="1">
                <a:solidFill>
                  <a:schemeClr val="tx1"/>
                </a:solidFill>
              </a:rPr>
              <a:t>var</a:t>
            </a:r>
            <a:r>
              <a:rPr lang="zh-CN" altLang="en-US" b="1" dirty="0">
                <a:solidFill>
                  <a:schemeClr val="tx1"/>
                </a:solidFill>
              </a:rPr>
              <a:t>”最好单独划分出来。除“</a:t>
            </a:r>
            <a:r>
              <a:rPr lang="en-US" b="1" dirty="0">
                <a:solidFill>
                  <a:schemeClr val="tx1"/>
                </a:solidFill>
              </a:rPr>
              <a:t>swap</a:t>
            </a:r>
            <a:r>
              <a:rPr lang="zh-CN" altLang="en-US" b="1" dirty="0">
                <a:solidFill>
                  <a:schemeClr val="tx1"/>
                </a:solidFill>
              </a:rPr>
              <a:t>”交换分区外，其他分区全部设为</a:t>
            </a:r>
            <a:r>
              <a:rPr lang="en-US" b="1" dirty="0">
                <a:solidFill>
                  <a:schemeClr val="tx1"/>
                </a:solidFill>
              </a:rPr>
              <a:t>XFS</a:t>
            </a:r>
            <a:r>
              <a:rPr lang="zh-CN" altLang="en-US" b="1" dirty="0">
                <a:solidFill>
                  <a:schemeClr val="tx1"/>
                </a:solidFill>
              </a:rPr>
              <a:t>文件系统类型。手动分区完成后，单击“完成”按钮回到“安装信息摘要”界面。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238217" y="1357299"/>
            <a:ext cx="9644131" cy="523876"/>
            <a:chOff x="998008" y="2503488"/>
            <a:chExt cx="9644130" cy="523876"/>
          </a:xfrm>
        </p:grpSpPr>
        <p:sp>
          <p:nvSpPr>
            <p:cNvPr id="9" name="MH_Other_1"/>
            <p:cNvSpPr/>
            <p:nvPr>
              <p:custDataLst>
                <p:tags r:id="rId2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04484" y="2503488"/>
              <a:ext cx="8637654" cy="50006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r>
                <a:rPr lang="zh-CN" altLang="en-US" b="1" dirty="0">
                  <a:solidFill>
                    <a:schemeClr val="tx1"/>
                  </a:solidFill>
                </a:rPr>
                <a:t>依照上面的方法并参照表</a:t>
              </a:r>
              <a:r>
                <a:rPr lang="en-US" altLang="zh-CN" b="1" dirty="0">
                  <a:solidFill>
                    <a:schemeClr val="tx1"/>
                  </a:solidFill>
                </a:rPr>
                <a:t>1-1</a:t>
              </a:r>
              <a:r>
                <a:rPr lang="zh-CN" altLang="en-US" b="1" dirty="0">
                  <a:solidFill>
                    <a:schemeClr val="tx1"/>
                  </a:solidFill>
                </a:rPr>
                <a:t>，将各个分区创建好。创建结果如图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1-21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>
    <p:cover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095472" y="1785927"/>
          <a:ext cx="8358246" cy="4357725"/>
        </p:xfrm>
        <a:graphic>
          <a:graphicData uri="http://schemas.openxmlformats.org/drawingml/2006/table">
            <a:tbl>
              <a:tblPr/>
              <a:tblGrid>
                <a:gridCol w="1214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9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419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作用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备</a:t>
                      </a:r>
                      <a:r>
                        <a:rPr lang="en-US" sz="1600" b="1" kern="50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/boot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存放启动文件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大多数情况下不用单独分区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600" b="1" kern="500" dirty="0" err="1">
                          <a:latin typeface="Times New Roman"/>
                          <a:ea typeface="宋体"/>
                          <a:cs typeface="Times New Roman"/>
                        </a:rPr>
                        <a:t>usr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安装软件存放位置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安装软件较多时可以单独分区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/home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存放个人数据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大小视用户多少而定，如果提供</a:t>
                      </a: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Samba</a:t>
                      </a: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服务，用户较多，空间较大，则建议单独分区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en-US" sz="1600" b="1" kern="500" dirty="0" err="1">
                          <a:latin typeface="Times New Roman"/>
                          <a:ea typeface="宋体"/>
                          <a:cs typeface="Times New Roman"/>
                        </a:rPr>
                        <a:t>var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存放临时文件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如果提供邮件服务，则要有几个</a:t>
                      </a: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GB</a:t>
                      </a: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的空间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419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swap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交换分区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大小为实际内存容量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11">
                <a:tc>
                  <a:txBody>
                    <a:bodyPr/>
                    <a:lstStyle/>
                    <a:p>
                      <a:pPr indent="26670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endParaRPr lang="zh-CN" sz="1600" b="1" kern="5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>
                          <a:latin typeface="Times New Roman"/>
                          <a:ea typeface="宋体"/>
                          <a:cs typeface="Times New Roman"/>
                        </a:rPr>
                        <a:t>根目录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最好把剩下的空间全部划分给“</a:t>
                      </a:r>
                      <a:r>
                        <a:rPr lang="en-US" sz="1600" b="1" kern="500" dirty="0">
                          <a:latin typeface="Times New Roman"/>
                          <a:ea typeface="宋体"/>
                          <a:cs typeface="Times New Roman"/>
                        </a:rPr>
                        <a:t>/</a:t>
                      </a:r>
                      <a:r>
                        <a:rPr lang="zh-CN" sz="1600" b="1" kern="500" dirty="0">
                          <a:latin typeface="Times New Roman"/>
                          <a:ea typeface="宋体"/>
                          <a:cs typeface="Times New Roman"/>
                        </a:rPr>
                        <a:t>”分区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952992" y="1285862"/>
            <a:ext cx="1834152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表</a:t>
            </a:r>
            <a:r>
              <a:rPr lang="en-US" dirty="0">
                <a:solidFill>
                  <a:schemeClr val="tx2"/>
                </a:solidFill>
              </a:rPr>
              <a:t>1-1  </a:t>
            </a:r>
            <a:r>
              <a:rPr lang="zh-CN" altLang="en-US" dirty="0">
                <a:solidFill>
                  <a:schemeClr val="tx2"/>
                </a:solidFill>
              </a:rPr>
              <a:t>分区建议</a:t>
            </a:r>
          </a:p>
        </p:txBody>
      </p:sp>
    </p:spTree>
  </p:cSld>
  <p:clrMapOvr>
    <a:masterClrMapping/>
  </p:clrMapOvr>
  <p:transition>
    <p:cover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023901" y="1485335"/>
            <a:ext cx="10215635" cy="4229683"/>
            <a:chOff x="1023901" y="1485335"/>
            <a:chExt cx="10215635" cy="4229683"/>
          </a:xfrm>
        </p:grpSpPr>
        <p:sp>
          <p:nvSpPr>
            <p:cNvPr id="13" name="矩形 12"/>
            <p:cNvSpPr/>
            <p:nvPr/>
          </p:nvSpPr>
          <p:spPr>
            <a:xfrm>
              <a:off x="1023901" y="1643051"/>
              <a:ext cx="10215635" cy="4071967"/>
            </a:xfrm>
            <a:prstGeom prst="rect">
              <a:avLst/>
            </a:prstGeom>
            <a:noFill/>
            <a:ln>
              <a:solidFill>
                <a:srgbClr val="CC009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MH_Other_9"/>
            <p:cNvSpPr/>
            <p:nvPr>
              <p:custDataLst>
                <p:tags r:id="rId1"/>
              </p:custDataLst>
            </p:nvPr>
          </p:nvSpPr>
          <p:spPr bwMode="auto">
            <a:xfrm rot="21283523">
              <a:off x="8497801" y="2234135"/>
              <a:ext cx="2525184" cy="1081087"/>
            </a:xfrm>
            <a:prstGeom prst="roundRect">
              <a:avLst>
                <a:gd name="adj" fmla="val 10409"/>
              </a:avLst>
            </a:prstGeom>
            <a:solidFill>
              <a:srgbClr val="D4D4D4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" name="MH_Other_10"/>
            <p:cNvCxnSpPr>
              <a:endCxn id="5" idx="2"/>
            </p:cNvCxnSpPr>
            <p:nvPr>
              <p:custDataLst>
                <p:tags r:id="rId2"/>
              </p:custDataLst>
            </p:nvPr>
          </p:nvCxnSpPr>
          <p:spPr bwMode="auto">
            <a:xfrm flipV="1">
              <a:off x="8846580" y="1594873"/>
              <a:ext cx="1032933" cy="665163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MH_Other_11"/>
            <p:cNvCxnSpPr>
              <a:stCxn id="5" idx="6"/>
            </p:cNvCxnSpPr>
            <p:nvPr>
              <p:custDataLst>
                <p:tags r:id="rId3"/>
              </p:custDataLst>
            </p:nvPr>
          </p:nvCxnSpPr>
          <p:spPr bwMode="auto">
            <a:xfrm>
              <a:off x="10167379" y="1594874"/>
              <a:ext cx="393700" cy="546100"/>
            </a:xfrm>
            <a:prstGeom prst="line">
              <a:avLst/>
            </a:prstGeom>
            <a:ln w="28575">
              <a:solidFill>
                <a:srgbClr val="888888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MH_Other_12"/>
            <p:cNvSpPr/>
            <p:nvPr>
              <p:custDataLst>
                <p:tags r:id="rId4"/>
              </p:custDataLst>
            </p:nvPr>
          </p:nvSpPr>
          <p:spPr bwMode="auto">
            <a:xfrm>
              <a:off x="9879513" y="1485335"/>
              <a:ext cx="287867" cy="2159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75000"/>
                  </a:schemeClr>
                </a:gs>
                <a:gs pos="20000">
                  <a:schemeClr val="bg1">
                    <a:lumMod val="95000"/>
                  </a:schemeClr>
                </a:gs>
              </a:gsLst>
              <a:lin ang="5400000" scaled="0"/>
              <a:tileRect/>
            </a:gradFill>
            <a:ln w="3175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40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MH_Other_13"/>
            <p:cNvSpPr/>
            <p:nvPr>
              <p:custDataLst>
                <p:tags r:id="rId5"/>
              </p:custDataLst>
            </p:nvPr>
          </p:nvSpPr>
          <p:spPr bwMode="auto">
            <a:xfrm>
              <a:off x="9939891" y="1531577"/>
              <a:ext cx="165604" cy="124207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A8A8A"/>
                </a:gs>
                <a:gs pos="0">
                  <a:srgbClr val="8A8A8A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MH_SubTitle_2"/>
            <p:cNvSpPr/>
            <p:nvPr>
              <p:custDataLst>
                <p:tags r:id="rId6"/>
              </p:custDataLst>
            </p:nvPr>
          </p:nvSpPr>
          <p:spPr bwMode="auto">
            <a:xfrm rot="21283523">
              <a:off x="8560935" y="2296147"/>
              <a:ext cx="2311400" cy="890588"/>
            </a:xfrm>
            <a:prstGeom prst="roundRect">
              <a:avLst>
                <a:gd name="adj" fmla="val 7418"/>
              </a:avLst>
            </a:prstGeom>
            <a:solidFill>
              <a:srgbClr val="E6457B"/>
            </a:solidFill>
            <a:ln w="19050">
              <a:solidFill>
                <a:srgbClr val="FFFFF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/>
            </a:bodyPr>
            <a:lstStyle/>
            <a:p>
              <a:pPr algn="ctr">
                <a:defRPr/>
              </a:pPr>
              <a:r>
                <a:rPr lang="zh-CN" altLang="en-US" sz="2400" dirty="0">
                  <a:solidFill>
                    <a:srgbClr val="FFFFFF"/>
                  </a:solidFill>
                  <a:latin typeface="微软雅黑" pitchFamily="34" charset="-122"/>
                  <a:ea typeface="微软雅黑" panose="020B0503020204020204" pitchFamily="34" charset="-122"/>
                </a:rPr>
                <a:t>知识库</a:t>
              </a:r>
              <a:endParaRPr lang="en-US" altLang="zh-CN" sz="2400" dirty="0">
                <a:solidFill>
                  <a:srgbClr val="FFFFFF"/>
                </a:solidFill>
                <a:latin typeface="微软雅黑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MH_Other_14"/>
            <p:cNvSpPr/>
            <p:nvPr>
              <p:custDataLst>
                <p:tags r:id="rId7"/>
              </p:custDataLst>
            </p:nvPr>
          </p:nvSpPr>
          <p:spPr bwMode="auto">
            <a:xfrm rot="21283523">
              <a:off x="8797973" y="2259879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MH_Other_15"/>
            <p:cNvSpPr/>
            <p:nvPr>
              <p:custDataLst>
                <p:tags r:id="rId8"/>
              </p:custDataLst>
            </p:nvPr>
          </p:nvSpPr>
          <p:spPr bwMode="auto">
            <a:xfrm rot="21283523">
              <a:off x="10513581" y="2141085"/>
              <a:ext cx="105147" cy="78863"/>
            </a:xfrm>
            <a:prstGeom prst="ellipse">
              <a:avLst/>
            </a:prstGeom>
            <a:gradFill flip="none" rotWithShape="1">
              <a:gsLst>
                <a:gs pos="46000">
                  <a:srgbClr val="5C5C5C"/>
                </a:gs>
                <a:gs pos="100000">
                  <a:srgbClr val="888888"/>
                </a:gs>
                <a:gs pos="0">
                  <a:srgbClr val="888888"/>
                </a:gs>
              </a:gsLst>
              <a:path path="circle">
                <a:fillToRect l="50000" t="50000" r="50000" b="50000"/>
              </a:path>
              <a:tileRect/>
            </a:gra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anchor="ctr">
              <a:normAutofit fontScale="25000" lnSpcReduction="20000"/>
            </a:bodyPr>
            <a:lstStyle/>
            <a:p>
              <a:pPr algn="ctr">
                <a:defRPr/>
              </a:pPr>
              <a:endPara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66777" y="1643052"/>
              <a:ext cx="9644131" cy="3951849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Linux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目录含义：</a:t>
              </a:r>
              <a:endParaRPr lang="en-US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：根目录，作为整个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Linux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文件系统的起点。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/boot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：系统启动和内核。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/bin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：系统基本命令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(bin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是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的缩写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/lib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：系统库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不能直接运行的代码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)(lib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是</a:t>
              </a:r>
              <a:r>
                <a:rPr lang="en-US" b="1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libary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的缩写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/dev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：设备驱动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(dev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是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device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的缩写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</a:t>
              </a:r>
              <a:r>
                <a:rPr lang="en-US" b="1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usr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：是“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Universal Software Resource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”的缩写，有点类似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Windows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里面的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Program Files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，即用来安装应用程序的地方。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/etc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：是“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Editable Text Configuration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”的缩写，是专门存放配置文件的地方。</a:t>
              </a:r>
              <a:b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</a:t>
              </a:r>
              <a:r>
                <a:rPr lang="en-US" b="1" dirty="0" err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var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：是“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variable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”的缩写，中文意为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“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变动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”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，现在主要用来存放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log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、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lock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等文件。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/home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：用来存放用户自己产生的数据。例如：用户是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Tom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，那么目录就是</a:t>
              </a:r>
              <a:r>
                <a:rPr 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/home/Tom</a:t>
              </a:r>
              <a:r>
                <a:rPr lang="zh-CN" altLang="en-US" b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。</a:t>
              </a:r>
              <a:endParaRPr lang="zh-CN" altLang="en-US" b="1" dirty="0">
                <a:solidFill>
                  <a:schemeClr val="tx2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>
    <p:cover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61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8350" y="3071811"/>
            <a:ext cx="4071967" cy="301396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62467" name="图片 619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39077" y="3071811"/>
            <a:ext cx="2735655" cy="300039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3099042" y="6215085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1-22  </a:t>
            </a:r>
            <a:r>
              <a:rPr lang="zh-CN" altLang="en-US" sz="1500" dirty="0"/>
              <a:t>“网络和主机名”界面</a:t>
            </a:r>
          </a:p>
        </p:txBody>
      </p:sp>
      <p:sp>
        <p:nvSpPr>
          <p:cNvPr id="7" name="矩形 6"/>
          <p:cNvSpPr/>
          <p:nvPr/>
        </p:nvSpPr>
        <p:spPr>
          <a:xfrm>
            <a:off x="7739077" y="6215085"/>
            <a:ext cx="283602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1-23  </a:t>
            </a:r>
            <a:r>
              <a:rPr lang="zh-CN" altLang="en-US" sz="1500" dirty="0"/>
              <a:t>“正在编辑</a:t>
            </a:r>
            <a:r>
              <a:rPr lang="en-US" sz="1500" dirty="0"/>
              <a:t>......</a:t>
            </a:r>
            <a:r>
              <a:rPr lang="zh-CN" altLang="en-US" sz="1500" dirty="0"/>
              <a:t>”对话框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5217462" y="4357695"/>
            <a:ext cx="1000132" cy="357191"/>
          </a:xfrm>
          <a:prstGeom prst="wedgeRoundRectCallout">
            <a:avLst>
              <a:gd name="adj1" fmla="val -6987"/>
              <a:gd name="adj2" fmla="val -157499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146024" y="4357697"/>
            <a:ext cx="1159288" cy="384719"/>
          </a:xfrm>
          <a:prstGeom prst="rect">
            <a:avLst/>
          </a:prstGeom>
          <a:noFill/>
          <a:ln w="19050">
            <a:noFill/>
          </a:ln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连接开关</a:t>
            </a:r>
          </a:p>
        </p:txBody>
      </p:sp>
      <p:sp>
        <p:nvSpPr>
          <p:cNvPr id="11" name="矩形 10"/>
          <p:cNvSpPr/>
          <p:nvPr/>
        </p:nvSpPr>
        <p:spPr>
          <a:xfrm>
            <a:off x="5667372" y="5286388"/>
            <a:ext cx="571504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67373" y="3571876"/>
            <a:ext cx="500067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095340" y="1214423"/>
            <a:ext cx="9787005" cy="1714512"/>
            <a:chOff x="998007" y="2503488"/>
            <a:chExt cx="9787005" cy="1714512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7" y="2503489"/>
              <a:ext cx="1006477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14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3" y="2503488"/>
              <a:ext cx="8780529" cy="171451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在“安装信息摘要”界面单击“网络和主机名”选项，打开“网络和主机名”界面，如图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1-22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所示。在“网络和主机名”界面，单击“配置”按钮，弹出“正在编辑</a:t>
              </a:r>
              <a:r>
                <a:rPr lang="en-US" altLang="zh-CN" b="1" dirty="0">
                  <a:solidFill>
                    <a:schemeClr val="tx1"/>
                  </a:solidFill>
                </a:rPr>
                <a:t>......</a:t>
              </a:r>
              <a:r>
                <a:rPr lang="zh-CN" altLang="en-US" b="1" dirty="0">
                  <a:solidFill>
                    <a:schemeClr val="tx1"/>
                  </a:solidFill>
                </a:rPr>
                <a:t>”对话框，如图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1-23</a:t>
              </a:r>
              <a:r>
                <a:rPr lang="zh-CN" altLang="en-US" b="1" dirty="0">
                  <a:solidFill>
                    <a:schemeClr val="tx1"/>
                  </a:solidFill>
                </a:rPr>
                <a:t>所示，根据实际情况进行配置，然后单击“保存”按钮回到“网络和主机名”界面。将连接开关设为“开启”，此时网络连接建立成功。单击“完成”按钮回到“安装信息摘要”界面。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2" y="2071679"/>
            <a:ext cx="5295791" cy="285752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8239142" y="5286390"/>
            <a:ext cx="1585682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1-24  </a:t>
            </a:r>
            <a:r>
              <a:rPr lang="zh-CN" altLang="en-US" sz="1500" dirty="0"/>
              <a:t>安装过程</a:t>
            </a:r>
          </a:p>
        </p:txBody>
      </p:sp>
      <p:sp>
        <p:nvSpPr>
          <p:cNvPr id="13" name="矩形 12"/>
          <p:cNvSpPr/>
          <p:nvPr/>
        </p:nvSpPr>
        <p:spPr>
          <a:xfrm>
            <a:off x="7024695" y="2928933"/>
            <a:ext cx="1571636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167833" y="2928935"/>
            <a:ext cx="2214579" cy="571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238216" y="2071679"/>
            <a:ext cx="3857653" cy="3000396"/>
            <a:chOff x="998008" y="2503488"/>
            <a:chExt cx="3857652" cy="3000396"/>
          </a:xfrm>
        </p:grpSpPr>
        <p:sp>
          <p:nvSpPr>
            <p:cNvPr id="16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15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 “安装信息摘要”界面中其他选项保持默认设置即可。设置完毕后，单击“开始安装”按钮，进入安装过程，如图</a:t>
              </a:r>
              <a:r>
                <a:rPr lang="en-US" sz="2000" b="1" dirty="0">
                  <a:solidFill>
                    <a:schemeClr val="tx1"/>
                  </a:solidFill>
                </a:rPr>
                <a:t>1-24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6200"/>
          <p:cNvPicPr>
            <a:picLocks noChangeAspect="1" noChangeArrowheads="1"/>
          </p:cNvPicPr>
          <p:nvPr/>
        </p:nvPicPr>
        <p:blipFill>
          <a:blip r:embed="rId4" cstate="print"/>
          <a:srcRect b="45151"/>
          <a:stretch>
            <a:fillRect/>
          </a:stretch>
        </p:blipFill>
        <p:spPr bwMode="auto">
          <a:xfrm>
            <a:off x="1666845" y="3286126"/>
            <a:ext cx="4548763" cy="175707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809853" y="5407242"/>
            <a:ext cx="241379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1-25  </a:t>
            </a:r>
            <a:r>
              <a:rPr lang="zh-CN" altLang="en-US" sz="1500" dirty="0"/>
              <a:t>“</a:t>
            </a:r>
            <a:r>
              <a:rPr lang="en-US" sz="1500" dirty="0"/>
              <a:t>ROOT</a:t>
            </a:r>
            <a:r>
              <a:rPr lang="zh-CN" altLang="en-US" sz="1500" dirty="0"/>
              <a:t>密码”界面</a:t>
            </a:r>
          </a:p>
        </p:txBody>
      </p:sp>
      <p:pic>
        <p:nvPicPr>
          <p:cNvPr id="64515" name="图片 6201"/>
          <p:cNvPicPr>
            <a:picLocks noChangeAspect="1" noChangeArrowheads="1"/>
          </p:cNvPicPr>
          <p:nvPr/>
        </p:nvPicPr>
        <p:blipFill>
          <a:blip r:embed="rId5" cstate="print"/>
          <a:srcRect b="20039"/>
          <a:stretch>
            <a:fillRect/>
          </a:stretch>
        </p:blipFill>
        <p:spPr bwMode="auto">
          <a:xfrm>
            <a:off x="6667506" y="2643183"/>
            <a:ext cx="4392676" cy="242889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7810513" y="5407242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1-26  </a:t>
            </a:r>
            <a:r>
              <a:rPr lang="zh-CN" altLang="en-US" sz="1500" dirty="0"/>
              <a:t>“创建用户”界面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238217" y="1357299"/>
            <a:ext cx="10144195" cy="714380"/>
            <a:chOff x="998008" y="2503487"/>
            <a:chExt cx="9858444" cy="714380"/>
          </a:xfrm>
        </p:grpSpPr>
        <p:sp>
          <p:nvSpPr>
            <p:cNvPr id="10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16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7"/>
              <a:ext cx="8851968" cy="71438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在安装过程中，用户可以设置“</a:t>
              </a:r>
              <a:r>
                <a:rPr lang="en-US" altLang="zh-CN" b="1" dirty="0">
                  <a:solidFill>
                    <a:schemeClr val="tx1"/>
                  </a:solidFill>
                </a:rPr>
                <a:t>ROOT</a:t>
              </a:r>
              <a:r>
                <a:rPr lang="zh-CN" altLang="en-US" b="1" dirty="0">
                  <a:solidFill>
                    <a:schemeClr val="tx1"/>
                  </a:solidFill>
                </a:rPr>
                <a:t>密码”（</a:t>
              </a:r>
              <a:r>
                <a:rPr lang="zh-CN" altLang="en-US" b="1" dirty="0">
                  <a:solidFill>
                    <a:srgbClr val="FF0000"/>
                  </a:solidFill>
                </a:rPr>
                <a:t>务必记清楚个人密码，建议统一设置为</a:t>
              </a:r>
              <a:r>
                <a:rPr lang="en-US" altLang="zh-CN" b="1" dirty="0">
                  <a:solidFill>
                    <a:srgbClr val="FF0000"/>
                  </a:solidFill>
                </a:rPr>
                <a:t>root</a:t>
              </a:r>
              <a:r>
                <a:rPr lang="zh-CN" altLang="en-US" b="1" dirty="0">
                  <a:solidFill>
                    <a:srgbClr val="FF0000"/>
                  </a:solidFill>
                </a:rPr>
                <a:t>即可</a:t>
              </a:r>
              <a:r>
                <a:rPr lang="zh-CN" altLang="en-US" b="1" dirty="0">
                  <a:solidFill>
                    <a:schemeClr val="tx1"/>
                  </a:solidFill>
                </a:rPr>
                <a:t>）和“创建用户”，如图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1-25</a:t>
              </a:r>
              <a:r>
                <a:rPr lang="zh-CN" altLang="en-US" b="1" dirty="0">
                  <a:solidFill>
                    <a:schemeClr val="tx1"/>
                  </a:solidFill>
                </a:rPr>
                <a:t>和图</a:t>
              </a:r>
              <a:r>
                <a:rPr lang="en-US" altLang="zh-CN" b="1" dirty="0">
                  <a:solidFill>
                    <a:schemeClr val="tx1"/>
                  </a:solidFill>
                </a:rPr>
                <a:t>1-26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6202"/>
          <p:cNvPicPr>
            <a:picLocks noChangeAspect="1" noChangeArrowheads="1"/>
          </p:cNvPicPr>
          <p:nvPr/>
        </p:nvPicPr>
        <p:blipFill>
          <a:blip r:embed="rId4" cstate="print"/>
          <a:srcRect b="15718"/>
          <a:stretch>
            <a:fillRect/>
          </a:stretch>
        </p:blipFill>
        <p:spPr bwMode="auto">
          <a:xfrm>
            <a:off x="1523969" y="2214553"/>
            <a:ext cx="4900307" cy="307183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95606" y="5643581"/>
            <a:ext cx="1585682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1-27  </a:t>
            </a:r>
            <a:r>
              <a:rPr lang="zh-CN" altLang="en-US" sz="1500" dirty="0"/>
              <a:t>安装完成</a:t>
            </a:r>
          </a:p>
        </p:txBody>
      </p:sp>
      <p:sp>
        <p:nvSpPr>
          <p:cNvPr id="18" name="矩形 17"/>
          <p:cNvSpPr/>
          <p:nvPr/>
        </p:nvSpPr>
        <p:spPr>
          <a:xfrm>
            <a:off x="6024563" y="5000637"/>
            <a:ext cx="357191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381885" y="2285993"/>
            <a:ext cx="3929089" cy="3000396"/>
            <a:chOff x="2030378" y="2571744"/>
            <a:chExt cx="3929088" cy="3000396"/>
          </a:xfrm>
        </p:grpSpPr>
        <p:sp>
          <p:nvSpPr>
            <p:cNvPr id="12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1077912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17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安装完成后，单击“配置”界面“重启”按钮，重启虚拟机，如图</a:t>
              </a:r>
              <a:r>
                <a:rPr lang="en-US" sz="2000" b="1" dirty="0">
                  <a:solidFill>
                    <a:schemeClr val="tx1"/>
                  </a:solidFill>
                </a:rPr>
                <a:t>1-27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67441" y="2071679"/>
            <a:ext cx="5254783" cy="314327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7953389" y="5715018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1-28  </a:t>
            </a:r>
            <a:r>
              <a:rPr lang="zh-CN" altLang="en-US" sz="1500" dirty="0"/>
              <a:t>“初始设置”界面</a:t>
            </a:r>
          </a:p>
        </p:txBody>
      </p:sp>
      <p:sp>
        <p:nvSpPr>
          <p:cNvPr id="12" name="矩形 11"/>
          <p:cNvSpPr/>
          <p:nvPr/>
        </p:nvSpPr>
        <p:spPr>
          <a:xfrm>
            <a:off x="10668034" y="4929199"/>
            <a:ext cx="714380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309655" y="2143118"/>
            <a:ext cx="3929091" cy="3000396"/>
            <a:chOff x="926570" y="2503488"/>
            <a:chExt cx="3929090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926570" y="2503489"/>
              <a:ext cx="1077914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18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重启后，进入“初始设置”界面，单击“许可信息”按钮，如图</a:t>
              </a:r>
              <a:r>
                <a:rPr lang="en-US" sz="2000" b="1" dirty="0">
                  <a:solidFill>
                    <a:schemeClr val="tx1"/>
                  </a:solidFill>
                </a:rPr>
                <a:t>1-28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indent="457178">
                <a:lnSpc>
                  <a:spcPct val="150000"/>
                </a:lnSpc>
              </a:pP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>
    <p:cover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6204"/>
          <p:cNvPicPr>
            <a:picLocks noChangeAspect="1" noChangeArrowheads="1"/>
          </p:cNvPicPr>
          <p:nvPr/>
        </p:nvPicPr>
        <p:blipFill>
          <a:blip r:embed="rId4" cstate="print"/>
          <a:srcRect b="5765"/>
          <a:stretch>
            <a:fillRect/>
          </a:stretch>
        </p:blipFill>
        <p:spPr bwMode="auto">
          <a:xfrm>
            <a:off x="1238218" y="2000240"/>
            <a:ext cx="5788865" cy="342902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881291" y="5857894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1-29  </a:t>
            </a:r>
            <a:r>
              <a:rPr lang="zh-CN" altLang="en-US" sz="1500" dirty="0"/>
              <a:t>“许可信息”界面</a:t>
            </a:r>
          </a:p>
        </p:txBody>
      </p:sp>
      <p:sp>
        <p:nvSpPr>
          <p:cNvPr id="14" name="矩形 13"/>
          <p:cNvSpPr/>
          <p:nvPr/>
        </p:nvSpPr>
        <p:spPr>
          <a:xfrm>
            <a:off x="1238218" y="2143118"/>
            <a:ext cx="428628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738281" y="5000638"/>
            <a:ext cx="857256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7667637" y="2285994"/>
            <a:ext cx="3857651" cy="3000396"/>
            <a:chOff x="2030378" y="2571744"/>
            <a:chExt cx="3857650" cy="3000396"/>
          </a:xfrm>
        </p:grpSpPr>
        <p:sp>
          <p:nvSpPr>
            <p:cNvPr id="17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1006474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19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进入“许可信息”界面，勾选“我同意许可信息”复选框，并单击“完成”按钮回到“初始设置”界面，如图</a:t>
              </a:r>
              <a:r>
                <a:rPr lang="en-US" sz="2000" b="1" dirty="0">
                  <a:solidFill>
                    <a:schemeClr val="tx1"/>
                  </a:solidFill>
                </a:rPr>
                <a:t>1-29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38943" y="1428738"/>
            <a:ext cx="4429156" cy="421707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8096267" y="5835870"/>
            <a:ext cx="216276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1-30  </a:t>
            </a:r>
            <a:r>
              <a:rPr lang="zh-CN" altLang="en-US" sz="1500" dirty="0"/>
              <a:t>“</a:t>
            </a:r>
            <a:r>
              <a:rPr lang="en-US" sz="1500" dirty="0" err="1">
                <a:latin typeface="Times New Roman" pitchFamily="18" charset="0"/>
                <a:cs typeface="Times New Roman" pitchFamily="18" charset="0"/>
              </a:rPr>
              <a:t>Kdump</a:t>
            </a:r>
            <a:r>
              <a:rPr lang="zh-CN" altLang="en-US" sz="1500" dirty="0"/>
              <a:t>”界面</a:t>
            </a:r>
          </a:p>
        </p:txBody>
      </p:sp>
      <p:sp>
        <p:nvSpPr>
          <p:cNvPr id="6" name="矩形 5"/>
          <p:cNvSpPr/>
          <p:nvPr/>
        </p:nvSpPr>
        <p:spPr>
          <a:xfrm>
            <a:off x="6953256" y="2214553"/>
            <a:ext cx="857256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18" y="2357429"/>
            <a:ext cx="642943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525157" y="5286389"/>
            <a:ext cx="500067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381092" y="1928803"/>
            <a:ext cx="4000528" cy="3214711"/>
            <a:chOff x="998009" y="2503488"/>
            <a:chExt cx="4000527" cy="3214710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9" y="2503489"/>
              <a:ext cx="1006475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20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994052" cy="321471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 lnSpcReduction="20000"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进入“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Kdump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”界面。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Kdump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是一个内存崩溃转储机制。选择“启用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Kdump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”复选框，“为</a:t>
              </a:r>
              <a:r>
                <a:rPr lang="en-US" sz="2000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Kdump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保留的内存”选择“自动”。然后，单击“前进”按钮，如图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1-30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>
    <p:cover dir="d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4" cstate="print"/>
          <a:srcRect l="1978"/>
          <a:stretch>
            <a:fillRect/>
          </a:stretch>
        </p:blipFill>
        <p:spPr bwMode="auto">
          <a:xfrm>
            <a:off x="1309655" y="1928801"/>
            <a:ext cx="5333176" cy="364333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452665" y="5857894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1-31  </a:t>
            </a:r>
            <a:r>
              <a:rPr lang="zh-CN" altLang="en-US" sz="1500" dirty="0"/>
              <a:t>“订阅管理注册”界面</a:t>
            </a:r>
          </a:p>
        </p:txBody>
      </p:sp>
      <p:sp>
        <p:nvSpPr>
          <p:cNvPr id="6" name="矩形 5"/>
          <p:cNvSpPr/>
          <p:nvPr/>
        </p:nvSpPr>
        <p:spPr>
          <a:xfrm>
            <a:off x="1666846" y="4500571"/>
            <a:ext cx="1500199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67373" y="5000638"/>
            <a:ext cx="785819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7596200" y="2214555"/>
            <a:ext cx="3929089" cy="3000396"/>
            <a:chOff x="2030378" y="2571744"/>
            <a:chExt cx="3929088" cy="3000396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3" y="2571744"/>
              <a:ext cx="1077913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进入“订阅管理注册”界面，选择“不，我想以后注册。”单选钮。然后单击“完成”按钮，如图</a:t>
              </a:r>
              <a:r>
                <a:rPr lang="en-US" sz="2000" b="1" dirty="0">
                  <a:solidFill>
                    <a:schemeClr val="tx1"/>
                  </a:solidFill>
                </a:rPr>
                <a:t>1-31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00" y="2571746"/>
            <a:ext cx="3429024" cy="310355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96134" y="2500307"/>
            <a:ext cx="3286148" cy="3101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809854" y="3429002"/>
            <a:ext cx="2428892" cy="642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81886" y="3786191"/>
            <a:ext cx="2357455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603138" y="5857894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1-32  </a:t>
            </a:r>
            <a:r>
              <a:rPr lang="zh-CN" altLang="en-US" sz="1500" dirty="0"/>
              <a:t>系统登录界面</a:t>
            </a:r>
          </a:p>
        </p:txBody>
      </p:sp>
      <p:sp>
        <p:nvSpPr>
          <p:cNvPr id="9" name="矩形 8"/>
          <p:cNvSpPr/>
          <p:nvPr/>
        </p:nvSpPr>
        <p:spPr>
          <a:xfrm>
            <a:off x="8953520" y="4429134"/>
            <a:ext cx="857256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238218" y="1357299"/>
            <a:ext cx="9858444" cy="857256"/>
            <a:chOff x="998008" y="2503488"/>
            <a:chExt cx="9858444" cy="857256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8851968" cy="85725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出现系统登录界面，单击相应的用户名并输入密码，然后单击“登录”按钮进入系统，如图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1-32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620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53256" y="2357432"/>
            <a:ext cx="3714776" cy="273145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8382018" y="4214819"/>
            <a:ext cx="928695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024826" y="5500705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1-33  </a:t>
            </a:r>
            <a:r>
              <a:rPr lang="zh-CN" altLang="en-US" sz="1500" dirty="0"/>
              <a:t>“欢迎”界面</a:t>
            </a:r>
          </a:p>
        </p:txBody>
      </p:sp>
      <p:sp>
        <p:nvSpPr>
          <p:cNvPr id="18" name="矩形 17"/>
          <p:cNvSpPr/>
          <p:nvPr/>
        </p:nvSpPr>
        <p:spPr>
          <a:xfrm>
            <a:off x="10167965" y="4786323"/>
            <a:ext cx="500067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666844" y="2285994"/>
            <a:ext cx="3857653" cy="3000396"/>
            <a:chOff x="998008" y="2503488"/>
            <a:chExt cx="3857652" cy="3000396"/>
          </a:xfrm>
        </p:grpSpPr>
        <p:sp>
          <p:nvSpPr>
            <p:cNvPr id="12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进入系统后，首先出现的是“欢迎”界面，在该界面选择语言为“汉语（中国）”。然后，单击“前进”按钮，如图</a:t>
              </a:r>
              <a:r>
                <a:rPr lang="en-US" b="1" dirty="0">
                  <a:solidFill>
                    <a:schemeClr val="tx1"/>
                  </a:solidFill>
                </a:rPr>
                <a:t>1-33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2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5405" y="2071679"/>
            <a:ext cx="4499155" cy="328614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2809855" y="5715018"/>
            <a:ext cx="216276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1-34  </a:t>
            </a:r>
            <a:r>
              <a:rPr lang="zh-CN" altLang="en-US" sz="1500" dirty="0"/>
              <a:t>“输入源”界面</a:t>
            </a:r>
          </a:p>
        </p:txBody>
      </p:sp>
      <p:sp>
        <p:nvSpPr>
          <p:cNvPr id="14" name="矩形 13"/>
          <p:cNvSpPr/>
          <p:nvPr/>
        </p:nvSpPr>
        <p:spPr>
          <a:xfrm>
            <a:off x="5453059" y="5072073"/>
            <a:ext cx="571504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166909" y="2643183"/>
            <a:ext cx="3357587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310448" y="2285994"/>
            <a:ext cx="3929089" cy="3000396"/>
            <a:chOff x="2030378" y="2571744"/>
            <a:chExt cx="3929088" cy="3000396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3" y="2571744"/>
              <a:ext cx="1077913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24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出现“输入源”界面，在“选择输入源”列表中选择“汉语（</a:t>
              </a:r>
              <a:r>
                <a:rPr lang="en-US" sz="2000" b="1" dirty="0">
                  <a:solidFill>
                    <a:schemeClr val="tx1"/>
                  </a:solidFill>
                </a:rPr>
                <a:t>Intelligent Pinyin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）”作为输入源。然后单击“前进”按钮，如图</a:t>
              </a:r>
              <a:r>
                <a:rPr lang="en-US" sz="2000" b="1" dirty="0">
                  <a:solidFill>
                    <a:schemeClr val="tx1"/>
                  </a:solidFill>
                </a:rPr>
                <a:t>1-34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62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4628" y="2071679"/>
            <a:ext cx="4489984" cy="32861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7739075" y="5786457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1-35  </a:t>
            </a:r>
            <a:r>
              <a:rPr lang="zh-CN" altLang="en-US" sz="1500" dirty="0"/>
              <a:t>“在线账号”界面</a:t>
            </a:r>
          </a:p>
        </p:txBody>
      </p:sp>
      <p:sp>
        <p:nvSpPr>
          <p:cNvPr id="17" name="矩形 16"/>
          <p:cNvSpPr/>
          <p:nvPr/>
        </p:nvSpPr>
        <p:spPr>
          <a:xfrm>
            <a:off x="10382280" y="5000636"/>
            <a:ext cx="571504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238216" y="2143118"/>
            <a:ext cx="3857653" cy="3000396"/>
            <a:chOff x="998008" y="2503488"/>
            <a:chExt cx="3857652" cy="3000396"/>
          </a:xfrm>
        </p:grpSpPr>
        <p:sp>
          <p:nvSpPr>
            <p:cNvPr id="11" name="MH_Other_1"/>
            <p:cNvSpPr/>
            <p:nvPr>
              <p:custDataLst>
                <p:tags r:id="rId1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25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出现“在线账号”界面，直接单击“前进”按钮，如图</a:t>
              </a:r>
              <a:r>
                <a:rPr lang="en-US" b="1" dirty="0">
                  <a:solidFill>
                    <a:schemeClr val="tx1"/>
                  </a:solidFill>
                </a:rPr>
                <a:t>1-35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6212"/>
          <p:cNvPicPr>
            <a:picLocks noChangeAspect="1" noChangeArrowheads="1"/>
          </p:cNvPicPr>
          <p:nvPr/>
        </p:nvPicPr>
        <p:blipFill>
          <a:blip r:embed="rId4" cstate="print"/>
          <a:srcRect l="883" t="229" r="883" b="1378"/>
          <a:stretch>
            <a:fillRect/>
          </a:stretch>
        </p:blipFill>
        <p:spPr bwMode="auto">
          <a:xfrm>
            <a:off x="1738283" y="2000240"/>
            <a:ext cx="4520076" cy="342902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24166" y="5786457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1-36  </a:t>
            </a:r>
            <a:r>
              <a:rPr lang="zh-CN" altLang="en-US" sz="1500" dirty="0"/>
              <a:t>“谢谢”界面</a:t>
            </a:r>
          </a:p>
        </p:txBody>
      </p:sp>
      <p:sp>
        <p:nvSpPr>
          <p:cNvPr id="12" name="矩形 11"/>
          <p:cNvSpPr/>
          <p:nvPr/>
        </p:nvSpPr>
        <p:spPr>
          <a:xfrm>
            <a:off x="2809852" y="4500571"/>
            <a:ext cx="2286016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524761" y="2285994"/>
            <a:ext cx="3857651" cy="3000396"/>
            <a:chOff x="2030378" y="2571744"/>
            <a:chExt cx="3857650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1006474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26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出现“谢谢”界面，如图</a:t>
              </a:r>
              <a:r>
                <a:rPr lang="en-US" sz="2000" b="1" dirty="0">
                  <a:solidFill>
                    <a:schemeClr val="tx1"/>
                  </a:solidFill>
                </a:rPr>
                <a:t>1-36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所示。至此，你可以单击“</a:t>
              </a:r>
              <a:r>
                <a:rPr lang="en-US" sz="2000" b="1" dirty="0">
                  <a:solidFill>
                    <a:schemeClr val="tx1"/>
                  </a:solidFill>
                </a:rPr>
                <a:t>Start using Red Hat Enterprise Linux Server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”按钮开始你的</a:t>
              </a:r>
              <a:r>
                <a:rPr lang="en-US" sz="2000" b="1" dirty="0">
                  <a:solidFill>
                    <a:schemeClr val="tx1"/>
                  </a:solidFill>
                </a:rPr>
                <a:t>RHEL 7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之旅了！</a:t>
              </a:r>
            </a:p>
          </p:txBody>
        </p:sp>
      </p:grpSp>
    </p:spTree>
  </p:cSld>
  <p:clrMapOvr>
    <a:masterClrMapping/>
  </p:clrMapOvr>
  <p:transition>
    <p:cover dir="d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1027" y="1142986"/>
            <a:ext cx="3614447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1.2.3  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在真实主机上安装</a:t>
            </a:r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RHEL 7</a:t>
            </a:r>
            <a:endParaRPr lang="zh-CN" altLang="en-US" b="1" dirty="0">
              <a:solidFill>
                <a:srgbClr val="3B79CE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81819" y="1571613"/>
            <a:ext cx="4857784" cy="36433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8167703" y="5572142"/>
            <a:ext cx="25154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1-37  BIOS</a:t>
            </a:r>
            <a:r>
              <a:rPr lang="zh-CN" altLang="en-US" sz="1500" dirty="0"/>
              <a:t>的“</a:t>
            </a:r>
            <a:r>
              <a:rPr lang="en-US" sz="1500" dirty="0"/>
              <a:t>Boot</a:t>
            </a:r>
            <a:r>
              <a:rPr lang="zh-CN" altLang="en-US" sz="1500" dirty="0"/>
              <a:t>”界面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019667" y="1785925"/>
            <a:ext cx="5433524" cy="3844219"/>
            <a:chOff x="1019667" y="1785926"/>
            <a:chExt cx="5433524" cy="3844218"/>
          </a:xfrm>
        </p:grpSpPr>
        <p:sp>
          <p:nvSpPr>
            <p:cNvPr id="8" name="MH_Other_1"/>
            <p:cNvSpPr/>
            <p:nvPr>
              <p:custDataLst>
                <p:tags r:id="rId1"/>
              </p:custDataLst>
            </p:nvPr>
          </p:nvSpPr>
          <p:spPr>
            <a:xfrm rot="19840690" flipH="1">
              <a:off x="3159203" y="4659573"/>
              <a:ext cx="2372247" cy="970571"/>
            </a:xfrm>
            <a:prstGeom prst="rtTriangle">
              <a:avLst/>
            </a:prstGeom>
            <a:solidFill>
              <a:srgbClr val="EC970E"/>
            </a:solidFill>
            <a:ln w="25400" cap="flat" cmpd="sng" algn="ctr">
              <a:noFill/>
              <a:prstDash val="solid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sz="1300" kern="0" dirty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9" name="MH_Desc_1"/>
            <p:cNvSpPr/>
            <p:nvPr>
              <p:custDataLst>
                <p:tags r:id="rId2"/>
              </p:custDataLst>
            </p:nvPr>
          </p:nvSpPr>
          <p:spPr>
            <a:xfrm>
              <a:off x="1023903" y="1785926"/>
              <a:ext cx="5429288" cy="2851157"/>
            </a:xfrm>
            <a:custGeom>
              <a:avLst/>
              <a:gdLst>
                <a:gd name="connsiteX0" fmla="*/ 0 w 7056784"/>
                <a:gd name="connsiteY0" fmla="*/ 0 h 3168352"/>
                <a:gd name="connsiteX1" fmla="*/ 7056784 w 7056784"/>
                <a:gd name="connsiteY1" fmla="*/ 0 h 3168352"/>
                <a:gd name="connsiteX2" fmla="*/ 7056784 w 7056784"/>
                <a:gd name="connsiteY2" fmla="*/ 3168352 h 3168352"/>
                <a:gd name="connsiteX3" fmla="*/ 0 w 7056784"/>
                <a:gd name="connsiteY3" fmla="*/ 3168352 h 3168352"/>
                <a:gd name="connsiteX4" fmla="*/ 0 w 7056784"/>
                <a:gd name="connsiteY4" fmla="*/ 0 h 3168352"/>
                <a:gd name="connsiteX0" fmla="*/ 0 w 7056784"/>
                <a:gd name="connsiteY0" fmla="*/ 844062 h 4012414"/>
                <a:gd name="connsiteX1" fmla="*/ 7033338 w 7056784"/>
                <a:gd name="connsiteY1" fmla="*/ 0 h 4012414"/>
                <a:gd name="connsiteX2" fmla="*/ 7056784 w 7056784"/>
                <a:gd name="connsiteY2" fmla="*/ 4012414 h 4012414"/>
                <a:gd name="connsiteX3" fmla="*/ 0 w 7056784"/>
                <a:gd name="connsiteY3" fmla="*/ 4012414 h 4012414"/>
                <a:gd name="connsiteX4" fmla="*/ 0 w 7056784"/>
                <a:gd name="connsiteY4" fmla="*/ 844062 h 4012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6784" h="4012414">
                  <a:moveTo>
                    <a:pt x="0" y="844062"/>
                  </a:moveTo>
                  <a:lnTo>
                    <a:pt x="7033338" y="0"/>
                  </a:lnTo>
                  <a:lnTo>
                    <a:pt x="7056784" y="4012414"/>
                  </a:lnTo>
                  <a:lnTo>
                    <a:pt x="0" y="4012414"/>
                  </a:lnTo>
                  <a:lnTo>
                    <a:pt x="0" y="844062"/>
                  </a:lnTo>
                  <a:close/>
                </a:path>
              </a:pathLst>
            </a:custGeom>
            <a:solidFill>
              <a:srgbClr val="F9D499"/>
            </a:solidFill>
            <a:ln w="19050" cap="flat" cmpd="sng" algn="ctr">
              <a:noFill/>
              <a:prstDash val="solid"/>
            </a:ln>
            <a:effectLst/>
          </p:spPr>
          <p:txBody>
            <a:bodyPr lIns="91438" tIns="215995" rIns="91438" bIns="45719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与虚拟机相比，在真实主机上安装</a:t>
              </a: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的一个区别是需要物理安装光盘而非镜像文件，与虚拟机安装的另一个区别是安装前需要进入</a:t>
              </a: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BIOS</a:t>
              </a: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设置光驱为第一驱动器，如图</a:t>
              </a: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1-37</a:t>
              </a: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所示。其他步骤同虚拟机安装</a:t>
              </a:r>
              <a:r>
                <a:rPr lang="en-US" b="1" dirty="0">
                  <a:latin typeface="Times New Roman" pitchFamily="18" charset="0"/>
                  <a:cs typeface="Times New Roman" pitchFamily="18" charset="0"/>
                </a:rPr>
                <a:t>RHEL</a:t>
              </a: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的过程。</a:t>
              </a:r>
            </a:p>
          </p:txBody>
        </p:sp>
        <p:sp>
          <p:nvSpPr>
            <p:cNvPr id="10" name="MH_Other_2"/>
            <p:cNvSpPr/>
            <p:nvPr>
              <p:custDataLst>
                <p:tags r:id="rId3"/>
              </p:custDataLst>
            </p:nvPr>
          </p:nvSpPr>
          <p:spPr>
            <a:xfrm flipH="1" flipV="1">
              <a:off x="1019667" y="4537241"/>
              <a:ext cx="4688727" cy="614191"/>
            </a:xfrm>
            <a:custGeom>
              <a:avLst/>
              <a:gdLst>
                <a:gd name="connsiteX0" fmla="*/ 0 w 5836060"/>
                <a:gd name="connsiteY0" fmla="*/ 864096 h 864096"/>
                <a:gd name="connsiteX1" fmla="*/ 0 w 5836060"/>
                <a:gd name="connsiteY1" fmla="*/ 0 h 864096"/>
                <a:gd name="connsiteX2" fmla="*/ 5836060 w 5836060"/>
                <a:gd name="connsiteY2" fmla="*/ 864096 h 864096"/>
                <a:gd name="connsiteX3" fmla="*/ 0 w 5836060"/>
                <a:gd name="connsiteY3" fmla="*/ 864096 h 864096"/>
                <a:gd name="connsiteX0" fmla="*/ 457200 w 5836060"/>
                <a:gd name="connsiteY0" fmla="*/ 864096 h 864096"/>
                <a:gd name="connsiteX1" fmla="*/ 0 w 5836060"/>
                <a:gd name="connsiteY1" fmla="*/ 0 h 864096"/>
                <a:gd name="connsiteX2" fmla="*/ 5836060 w 5836060"/>
                <a:gd name="connsiteY2" fmla="*/ 864096 h 864096"/>
                <a:gd name="connsiteX3" fmla="*/ 457200 w 5836060"/>
                <a:gd name="connsiteY3" fmla="*/ 864096 h 86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36060" h="864096">
                  <a:moveTo>
                    <a:pt x="457200" y="864096"/>
                  </a:moveTo>
                  <a:lnTo>
                    <a:pt x="0" y="0"/>
                  </a:lnTo>
                  <a:lnTo>
                    <a:pt x="5836060" y="864096"/>
                  </a:lnTo>
                  <a:lnTo>
                    <a:pt x="457200" y="864096"/>
                  </a:lnTo>
                  <a:close/>
                </a:path>
              </a:pathLst>
            </a:custGeom>
            <a:solidFill>
              <a:srgbClr val="F5B751"/>
            </a:solidFill>
            <a:ln w="25400" cap="flat" cmpd="sng" algn="ctr">
              <a:noFill/>
              <a:prstDash val="solid"/>
            </a:ln>
            <a:effectLst/>
          </p:spPr>
          <p:txBody>
            <a:bodyPr lIns="91438" tIns="45719" rIns="91438" bIns="45719" anchor="ctr"/>
            <a:lstStyle/>
            <a:p>
              <a:pPr algn="ctr">
                <a:defRPr/>
              </a:pPr>
              <a:endParaRPr lang="zh-CN" altLang="en-US" sz="1300" kern="0" dirty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9167835" y="1714490"/>
            <a:ext cx="428628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239010" y="2143118"/>
            <a:ext cx="928695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over dir="d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H_Other_1"/>
          <p:cNvSpPr>
            <a:spLocks/>
          </p:cNvSpPr>
          <p:nvPr>
            <p:custDataLst>
              <p:tags r:id="rId2"/>
            </p:custDataLst>
          </p:nvPr>
        </p:nvSpPr>
        <p:spPr bwMode="auto">
          <a:xfrm flipH="1">
            <a:off x="2120902" y="1643574"/>
            <a:ext cx="1157817" cy="1154113"/>
          </a:xfrm>
          <a:custGeom>
            <a:avLst/>
            <a:gdLst>
              <a:gd name="T0" fmla="*/ 1535 w 1535"/>
              <a:gd name="T1" fmla="*/ 853 h 2041"/>
              <a:gd name="T2" fmla="*/ 1273 w 1535"/>
              <a:gd name="T3" fmla="*/ 130 h 2041"/>
              <a:gd name="T4" fmla="*/ 505 w 1535"/>
              <a:gd name="T5" fmla="*/ 0 h 2041"/>
              <a:gd name="T6" fmla="*/ 0 w 1535"/>
              <a:gd name="T7" fmla="*/ 594 h 2041"/>
              <a:gd name="T8" fmla="*/ 281 w 1535"/>
              <a:gd name="T9" fmla="*/ 1317 h 2041"/>
              <a:gd name="T10" fmla="*/ 618 w 1535"/>
              <a:gd name="T11" fmla="*/ 1373 h 2041"/>
              <a:gd name="T12" fmla="*/ 543 w 1535"/>
              <a:gd name="T13" fmla="*/ 2041 h 2041"/>
              <a:gd name="T14" fmla="*/ 1535 w 1535"/>
              <a:gd name="T15" fmla="*/ 853 h 20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35" h="2041">
                <a:moveTo>
                  <a:pt x="1535" y="853"/>
                </a:moveTo>
                <a:lnTo>
                  <a:pt x="1273" y="130"/>
                </a:lnTo>
                <a:lnTo>
                  <a:pt x="505" y="0"/>
                </a:lnTo>
                <a:lnTo>
                  <a:pt x="0" y="594"/>
                </a:lnTo>
                <a:lnTo>
                  <a:pt x="281" y="1317"/>
                </a:lnTo>
                <a:lnTo>
                  <a:pt x="618" y="1373"/>
                </a:lnTo>
                <a:lnTo>
                  <a:pt x="543" y="2041"/>
                </a:lnTo>
                <a:lnTo>
                  <a:pt x="1535" y="853"/>
                </a:lnTo>
                <a:close/>
              </a:path>
            </a:pathLst>
          </a:custGeom>
          <a:solidFill>
            <a:srgbClr val="DE5C92"/>
          </a:solidFill>
          <a:ln>
            <a:noFill/>
          </a:ln>
        </p:spPr>
        <p:txBody>
          <a:bodyPr lIns="68577" tIns="34290" rIns="68577" bIns="34290"/>
          <a:lstStyle/>
          <a:p>
            <a:pPr>
              <a:defRPr/>
            </a:pPr>
            <a:endParaRPr lang="zh-CN" altLang="en-US" sz="1300" kern="0" dirty="0">
              <a:solidFill>
                <a:srgbClr val="FFFFFF"/>
              </a:solidFill>
            </a:endParaRPr>
          </a:p>
        </p:txBody>
      </p:sp>
      <p:sp>
        <p:nvSpPr>
          <p:cNvPr id="11" name="MH_Other_2"/>
          <p:cNvSpPr>
            <a:spLocks/>
          </p:cNvSpPr>
          <p:nvPr>
            <p:custDataLst>
              <p:tags r:id="rId3"/>
            </p:custDataLst>
          </p:nvPr>
        </p:nvSpPr>
        <p:spPr bwMode="auto">
          <a:xfrm flipH="1">
            <a:off x="2533651" y="1635636"/>
            <a:ext cx="762000" cy="650875"/>
          </a:xfrm>
          <a:custGeom>
            <a:avLst/>
            <a:gdLst>
              <a:gd name="T0" fmla="*/ 992 w 992"/>
              <a:gd name="T1" fmla="*/ 649 h 1150"/>
              <a:gd name="T2" fmla="*/ 992 w 992"/>
              <a:gd name="T3" fmla="*/ 93 h 1150"/>
              <a:gd name="T4" fmla="*/ 842 w 992"/>
              <a:gd name="T5" fmla="*/ 56 h 1150"/>
              <a:gd name="T6" fmla="*/ 505 w 992"/>
              <a:gd name="T7" fmla="*/ 0 h 1150"/>
              <a:gd name="T8" fmla="*/ 0 w 992"/>
              <a:gd name="T9" fmla="*/ 594 h 1150"/>
              <a:gd name="T10" fmla="*/ 168 w 992"/>
              <a:gd name="T11" fmla="*/ 1058 h 1150"/>
              <a:gd name="T12" fmla="*/ 449 w 992"/>
              <a:gd name="T13" fmla="*/ 1150 h 1150"/>
              <a:gd name="T14" fmla="*/ 992 w 992"/>
              <a:gd name="T15" fmla="*/ 649 h 1150"/>
              <a:gd name="connsiteX0" fmla="*/ 10170 w 10170"/>
              <a:gd name="connsiteY0" fmla="*/ 5643 h 10000"/>
              <a:gd name="connsiteX1" fmla="*/ 10170 w 10170"/>
              <a:gd name="connsiteY1" fmla="*/ 809 h 10000"/>
              <a:gd name="connsiteX2" fmla="*/ 8658 w 10170"/>
              <a:gd name="connsiteY2" fmla="*/ 487 h 10000"/>
              <a:gd name="connsiteX3" fmla="*/ 5261 w 10170"/>
              <a:gd name="connsiteY3" fmla="*/ 0 h 10000"/>
              <a:gd name="connsiteX4" fmla="*/ 0 w 10170"/>
              <a:gd name="connsiteY4" fmla="*/ 5165 h 10000"/>
              <a:gd name="connsiteX5" fmla="*/ 1864 w 10170"/>
              <a:gd name="connsiteY5" fmla="*/ 9200 h 10000"/>
              <a:gd name="connsiteX6" fmla="*/ 4696 w 10170"/>
              <a:gd name="connsiteY6" fmla="*/ 10000 h 10000"/>
              <a:gd name="connsiteX7" fmla="*/ 10170 w 10170"/>
              <a:gd name="connsiteY7" fmla="*/ 564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70" h="10000">
                <a:moveTo>
                  <a:pt x="10170" y="5643"/>
                </a:moveTo>
                <a:lnTo>
                  <a:pt x="10170" y="809"/>
                </a:lnTo>
                <a:lnTo>
                  <a:pt x="8658" y="487"/>
                </a:lnTo>
                <a:lnTo>
                  <a:pt x="5261" y="0"/>
                </a:lnTo>
                <a:lnTo>
                  <a:pt x="0" y="5165"/>
                </a:lnTo>
                <a:lnTo>
                  <a:pt x="1864" y="9200"/>
                </a:lnTo>
                <a:lnTo>
                  <a:pt x="4696" y="10000"/>
                </a:lnTo>
                <a:lnTo>
                  <a:pt x="10170" y="5643"/>
                </a:lnTo>
                <a:close/>
              </a:path>
            </a:pathLst>
          </a:custGeom>
          <a:solidFill>
            <a:srgbClr val="DE5C92">
              <a:lumMod val="20000"/>
              <a:lumOff val="80000"/>
            </a:srgbClr>
          </a:solidFill>
          <a:ln>
            <a:noFill/>
          </a:ln>
        </p:spPr>
        <p:txBody>
          <a:bodyPr lIns="68577" tIns="34290" rIns="68577" bIns="34290"/>
          <a:lstStyle/>
          <a:p>
            <a:pPr>
              <a:defRPr/>
            </a:pPr>
            <a:endParaRPr lang="zh-CN" altLang="en-US" sz="1300" kern="0" dirty="0">
              <a:solidFill>
                <a:srgbClr val="FFFFFF"/>
              </a:solidFill>
            </a:endParaRPr>
          </a:p>
        </p:txBody>
      </p:sp>
      <p:sp>
        <p:nvSpPr>
          <p:cNvPr id="12" name="MH_Other_3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0800000" flipH="1" flipV="1">
            <a:off x="8303686" y="4504249"/>
            <a:ext cx="1155700" cy="1154113"/>
          </a:xfrm>
          <a:custGeom>
            <a:avLst/>
            <a:gdLst>
              <a:gd name="T0" fmla="*/ 1535 w 1535"/>
              <a:gd name="T1" fmla="*/ 853 h 2041"/>
              <a:gd name="T2" fmla="*/ 1273 w 1535"/>
              <a:gd name="T3" fmla="*/ 130 h 2041"/>
              <a:gd name="T4" fmla="*/ 505 w 1535"/>
              <a:gd name="T5" fmla="*/ 0 h 2041"/>
              <a:gd name="T6" fmla="*/ 0 w 1535"/>
              <a:gd name="T7" fmla="*/ 594 h 2041"/>
              <a:gd name="T8" fmla="*/ 281 w 1535"/>
              <a:gd name="T9" fmla="*/ 1317 h 2041"/>
              <a:gd name="T10" fmla="*/ 618 w 1535"/>
              <a:gd name="T11" fmla="*/ 1373 h 2041"/>
              <a:gd name="T12" fmla="*/ 543 w 1535"/>
              <a:gd name="T13" fmla="*/ 2041 h 2041"/>
              <a:gd name="T14" fmla="*/ 1535 w 1535"/>
              <a:gd name="T15" fmla="*/ 853 h 20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35" h="2041">
                <a:moveTo>
                  <a:pt x="1535" y="853"/>
                </a:moveTo>
                <a:lnTo>
                  <a:pt x="1273" y="130"/>
                </a:lnTo>
                <a:lnTo>
                  <a:pt x="505" y="0"/>
                </a:lnTo>
                <a:lnTo>
                  <a:pt x="0" y="594"/>
                </a:lnTo>
                <a:lnTo>
                  <a:pt x="281" y="1317"/>
                </a:lnTo>
                <a:lnTo>
                  <a:pt x="618" y="1373"/>
                </a:lnTo>
                <a:lnTo>
                  <a:pt x="543" y="2041"/>
                </a:lnTo>
                <a:lnTo>
                  <a:pt x="1535" y="853"/>
                </a:lnTo>
                <a:close/>
              </a:path>
            </a:pathLst>
          </a:custGeom>
          <a:solidFill>
            <a:srgbClr val="DE5C92"/>
          </a:solidFill>
          <a:ln>
            <a:noFill/>
          </a:ln>
        </p:spPr>
        <p:txBody>
          <a:bodyPr lIns="68577" tIns="34290" rIns="68577" bIns="34290"/>
          <a:lstStyle/>
          <a:p>
            <a:pPr>
              <a:defRPr/>
            </a:pPr>
            <a:endParaRPr lang="zh-CN" altLang="en-US" sz="1300" kern="0" dirty="0">
              <a:solidFill>
                <a:srgbClr val="FFFFFF"/>
              </a:solidFill>
            </a:endParaRPr>
          </a:p>
        </p:txBody>
      </p:sp>
      <p:sp>
        <p:nvSpPr>
          <p:cNvPr id="13" name="MH_Other_4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10800000" flipH="1" flipV="1">
            <a:off x="8295219" y="4496311"/>
            <a:ext cx="753533" cy="649287"/>
          </a:xfrm>
          <a:custGeom>
            <a:avLst/>
            <a:gdLst>
              <a:gd name="T0" fmla="*/ 992 w 992"/>
              <a:gd name="T1" fmla="*/ 649 h 1150"/>
              <a:gd name="T2" fmla="*/ 992 w 992"/>
              <a:gd name="T3" fmla="*/ 93 h 1150"/>
              <a:gd name="T4" fmla="*/ 842 w 992"/>
              <a:gd name="T5" fmla="*/ 56 h 1150"/>
              <a:gd name="T6" fmla="*/ 505 w 992"/>
              <a:gd name="T7" fmla="*/ 0 h 1150"/>
              <a:gd name="T8" fmla="*/ 0 w 992"/>
              <a:gd name="T9" fmla="*/ 594 h 1150"/>
              <a:gd name="T10" fmla="*/ 168 w 992"/>
              <a:gd name="T11" fmla="*/ 1058 h 1150"/>
              <a:gd name="T12" fmla="*/ 449 w 992"/>
              <a:gd name="T13" fmla="*/ 1150 h 1150"/>
              <a:gd name="T14" fmla="*/ 992 w 992"/>
              <a:gd name="T15" fmla="*/ 649 h 1150"/>
              <a:gd name="connsiteX0" fmla="*/ 10057 w 10057"/>
              <a:gd name="connsiteY0" fmla="*/ 5643 h 10000"/>
              <a:gd name="connsiteX1" fmla="*/ 10057 w 10057"/>
              <a:gd name="connsiteY1" fmla="*/ 809 h 10000"/>
              <a:gd name="connsiteX2" fmla="*/ 8545 w 10057"/>
              <a:gd name="connsiteY2" fmla="*/ 487 h 10000"/>
              <a:gd name="connsiteX3" fmla="*/ 5148 w 10057"/>
              <a:gd name="connsiteY3" fmla="*/ 0 h 10000"/>
              <a:gd name="connsiteX4" fmla="*/ 0 w 10057"/>
              <a:gd name="connsiteY4" fmla="*/ 5214 h 10000"/>
              <a:gd name="connsiteX5" fmla="*/ 1751 w 10057"/>
              <a:gd name="connsiteY5" fmla="*/ 9200 h 10000"/>
              <a:gd name="connsiteX6" fmla="*/ 4583 w 10057"/>
              <a:gd name="connsiteY6" fmla="*/ 10000 h 10000"/>
              <a:gd name="connsiteX7" fmla="*/ 10057 w 10057"/>
              <a:gd name="connsiteY7" fmla="*/ 5643 h 10000"/>
              <a:gd name="connsiteX0" fmla="*/ 10057 w 10057"/>
              <a:gd name="connsiteY0" fmla="*/ 5643 h 10000"/>
              <a:gd name="connsiteX1" fmla="*/ 10057 w 10057"/>
              <a:gd name="connsiteY1" fmla="*/ 809 h 10000"/>
              <a:gd name="connsiteX2" fmla="*/ 8545 w 10057"/>
              <a:gd name="connsiteY2" fmla="*/ 487 h 10000"/>
              <a:gd name="connsiteX3" fmla="*/ 5148 w 10057"/>
              <a:gd name="connsiteY3" fmla="*/ 0 h 10000"/>
              <a:gd name="connsiteX4" fmla="*/ 0 w 10057"/>
              <a:gd name="connsiteY4" fmla="*/ 5177 h 10000"/>
              <a:gd name="connsiteX5" fmla="*/ 1751 w 10057"/>
              <a:gd name="connsiteY5" fmla="*/ 9200 h 10000"/>
              <a:gd name="connsiteX6" fmla="*/ 4583 w 10057"/>
              <a:gd name="connsiteY6" fmla="*/ 10000 h 10000"/>
              <a:gd name="connsiteX7" fmla="*/ 10057 w 10057"/>
              <a:gd name="connsiteY7" fmla="*/ 5643 h 10000"/>
              <a:gd name="connsiteX0" fmla="*/ 10171 w 10171"/>
              <a:gd name="connsiteY0" fmla="*/ 5643 h 10000"/>
              <a:gd name="connsiteX1" fmla="*/ 10171 w 10171"/>
              <a:gd name="connsiteY1" fmla="*/ 809 h 10000"/>
              <a:gd name="connsiteX2" fmla="*/ 8659 w 10171"/>
              <a:gd name="connsiteY2" fmla="*/ 487 h 10000"/>
              <a:gd name="connsiteX3" fmla="*/ 5262 w 10171"/>
              <a:gd name="connsiteY3" fmla="*/ 0 h 10000"/>
              <a:gd name="connsiteX4" fmla="*/ 0 w 10171"/>
              <a:gd name="connsiteY4" fmla="*/ 5177 h 10000"/>
              <a:gd name="connsiteX5" fmla="*/ 1865 w 10171"/>
              <a:gd name="connsiteY5" fmla="*/ 9200 h 10000"/>
              <a:gd name="connsiteX6" fmla="*/ 4697 w 10171"/>
              <a:gd name="connsiteY6" fmla="*/ 10000 h 10000"/>
              <a:gd name="connsiteX7" fmla="*/ 10171 w 10171"/>
              <a:gd name="connsiteY7" fmla="*/ 564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71" h="10000">
                <a:moveTo>
                  <a:pt x="10171" y="5643"/>
                </a:moveTo>
                <a:lnTo>
                  <a:pt x="10171" y="809"/>
                </a:lnTo>
                <a:lnTo>
                  <a:pt x="8659" y="487"/>
                </a:lnTo>
                <a:lnTo>
                  <a:pt x="5262" y="0"/>
                </a:lnTo>
                <a:lnTo>
                  <a:pt x="0" y="5177"/>
                </a:lnTo>
                <a:lnTo>
                  <a:pt x="1865" y="9200"/>
                </a:lnTo>
                <a:lnTo>
                  <a:pt x="4697" y="10000"/>
                </a:lnTo>
                <a:lnTo>
                  <a:pt x="10171" y="5643"/>
                </a:lnTo>
                <a:close/>
              </a:path>
            </a:pathLst>
          </a:custGeom>
          <a:solidFill>
            <a:srgbClr val="DE5C92">
              <a:lumMod val="20000"/>
              <a:lumOff val="80000"/>
            </a:srgbClr>
          </a:solidFill>
          <a:ln>
            <a:noFill/>
          </a:ln>
        </p:spPr>
        <p:txBody>
          <a:bodyPr lIns="68577" tIns="34290" rIns="68577" bIns="34290"/>
          <a:lstStyle/>
          <a:p>
            <a:pPr>
              <a:defRPr/>
            </a:pPr>
            <a:endParaRPr lang="zh-CN" altLang="en-US" sz="1300" kern="0" dirty="0">
              <a:solidFill>
                <a:srgbClr val="FFFFFF"/>
              </a:solidFill>
            </a:endParaRPr>
          </a:p>
        </p:txBody>
      </p:sp>
      <p:sp>
        <p:nvSpPr>
          <p:cNvPr id="14" name="MH_Desc_1"/>
          <p:cNvSpPr/>
          <p:nvPr>
            <p:custDataLst>
              <p:tags r:id="rId6"/>
            </p:custDataLst>
          </p:nvPr>
        </p:nvSpPr>
        <p:spPr>
          <a:xfrm>
            <a:off x="3452795" y="2285994"/>
            <a:ext cx="4572032" cy="2730729"/>
          </a:xfrm>
          <a:custGeom>
            <a:avLst/>
            <a:gdLst>
              <a:gd name="connsiteX0" fmla="*/ 0 w 3456384"/>
              <a:gd name="connsiteY0" fmla="*/ 3836610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0 h 3882329"/>
              <a:gd name="connsiteX5" fmla="*/ 3456384 w 3456384"/>
              <a:gd name="connsiteY5" fmla="*/ 0 h 3882329"/>
              <a:gd name="connsiteX6" fmla="*/ 3456384 w 3456384"/>
              <a:gd name="connsiteY6" fmla="*/ 45719 h 3882329"/>
              <a:gd name="connsiteX7" fmla="*/ 0 w 3456384"/>
              <a:gd name="connsiteY7" fmla="*/ 45719 h 3882329"/>
              <a:gd name="connsiteX0" fmla="*/ 0 w 3456384"/>
              <a:gd name="connsiteY0" fmla="*/ 3836610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3836610 h 3882329"/>
              <a:gd name="connsiteX5" fmla="*/ 0 w 3456384"/>
              <a:gd name="connsiteY5" fmla="*/ 0 h 3882329"/>
              <a:gd name="connsiteX6" fmla="*/ 3456384 w 3456384"/>
              <a:gd name="connsiteY6" fmla="*/ 0 h 3882329"/>
              <a:gd name="connsiteX7" fmla="*/ 3456384 w 3456384"/>
              <a:gd name="connsiteY7" fmla="*/ 45719 h 3882329"/>
              <a:gd name="connsiteX8" fmla="*/ 0 w 3456384"/>
              <a:gd name="connsiteY8" fmla="*/ 0 h 3882329"/>
              <a:gd name="connsiteX0" fmla="*/ 0 w 3456384"/>
              <a:gd name="connsiteY0" fmla="*/ 3836610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3836610 h 3882329"/>
              <a:gd name="connsiteX5" fmla="*/ 0 w 3456384"/>
              <a:gd name="connsiteY5" fmla="*/ 0 h 3882329"/>
              <a:gd name="connsiteX6" fmla="*/ 3456384 w 3456384"/>
              <a:gd name="connsiteY6" fmla="*/ 0 h 3882329"/>
              <a:gd name="connsiteX7" fmla="*/ 0 w 3456384"/>
              <a:gd name="connsiteY7" fmla="*/ 0 h 3882329"/>
              <a:gd name="connsiteX0" fmla="*/ 0 w 3456384"/>
              <a:gd name="connsiteY0" fmla="*/ 3836610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3836610 h 3882329"/>
              <a:gd name="connsiteX5" fmla="*/ 0 w 3456384"/>
              <a:gd name="connsiteY5" fmla="*/ 0 h 3882329"/>
              <a:gd name="connsiteX6" fmla="*/ 3456384 w 3456384"/>
              <a:gd name="connsiteY6" fmla="*/ 0 h 3882329"/>
              <a:gd name="connsiteX7" fmla="*/ 0 w 3456384"/>
              <a:gd name="connsiteY7" fmla="*/ 0 h 3882329"/>
              <a:gd name="connsiteX0" fmla="*/ 0 w 3456384"/>
              <a:gd name="connsiteY0" fmla="*/ 3836610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3836610 h 3882329"/>
              <a:gd name="connsiteX5" fmla="*/ 0 w 3456384"/>
              <a:gd name="connsiteY5" fmla="*/ 0 h 3882329"/>
              <a:gd name="connsiteX6" fmla="*/ 3456384 w 3456384"/>
              <a:gd name="connsiteY6" fmla="*/ 0 h 3882329"/>
              <a:gd name="connsiteX7" fmla="*/ 0 w 3456384"/>
              <a:gd name="connsiteY7" fmla="*/ 0 h 3882329"/>
              <a:gd name="connsiteX0" fmla="*/ 0 w 3456384"/>
              <a:gd name="connsiteY0" fmla="*/ 3882329 h 3882329"/>
              <a:gd name="connsiteX1" fmla="*/ 3456384 w 3456384"/>
              <a:gd name="connsiteY1" fmla="*/ 3836610 h 3882329"/>
              <a:gd name="connsiteX2" fmla="*/ 3456384 w 3456384"/>
              <a:gd name="connsiteY2" fmla="*/ 3882329 h 3882329"/>
              <a:gd name="connsiteX3" fmla="*/ 0 w 3456384"/>
              <a:gd name="connsiteY3" fmla="*/ 3882329 h 3882329"/>
              <a:gd name="connsiteX4" fmla="*/ 0 w 3456384"/>
              <a:gd name="connsiteY4" fmla="*/ 0 h 3882329"/>
              <a:gd name="connsiteX5" fmla="*/ 3456384 w 3456384"/>
              <a:gd name="connsiteY5" fmla="*/ 0 h 3882329"/>
              <a:gd name="connsiteX6" fmla="*/ 0 w 3456384"/>
              <a:gd name="connsiteY6" fmla="*/ 0 h 3882329"/>
              <a:gd name="connsiteX0" fmla="*/ 0 w 3456384"/>
              <a:gd name="connsiteY0" fmla="*/ 3882329 h 3882329"/>
              <a:gd name="connsiteX1" fmla="*/ 3456384 w 3456384"/>
              <a:gd name="connsiteY1" fmla="*/ 3882329 h 3882329"/>
              <a:gd name="connsiteX2" fmla="*/ 0 w 3456384"/>
              <a:gd name="connsiteY2" fmla="*/ 3882329 h 3882329"/>
              <a:gd name="connsiteX3" fmla="*/ 0 w 3456384"/>
              <a:gd name="connsiteY3" fmla="*/ 0 h 3882329"/>
              <a:gd name="connsiteX4" fmla="*/ 3456384 w 3456384"/>
              <a:gd name="connsiteY4" fmla="*/ 0 h 3882329"/>
              <a:gd name="connsiteX5" fmla="*/ 0 w 3456384"/>
              <a:gd name="connsiteY5" fmla="*/ 0 h 3882329"/>
              <a:gd name="connsiteX0" fmla="*/ 0 w 3456384"/>
              <a:gd name="connsiteY0" fmla="*/ 3882329 h 3882329"/>
              <a:gd name="connsiteX1" fmla="*/ 3456384 w 3456384"/>
              <a:gd name="connsiteY1" fmla="*/ 3882329 h 3882329"/>
              <a:gd name="connsiteX2" fmla="*/ 0 w 3456384"/>
              <a:gd name="connsiteY2" fmla="*/ 3882329 h 3882329"/>
              <a:gd name="connsiteX3" fmla="*/ 0 w 3456384"/>
              <a:gd name="connsiteY3" fmla="*/ 0 h 3882329"/>
              <a:gd name="connsiteX4" fmla="*/ 3456384 w 3456384"/>
              <a:gd name="connsiteY4" fmla="*/ 0 h 3882329"/>
              <a:gd name="connsiteX5" fmla="*/ 0 w 3456384"/>
              <a:gd name="connsiteY5" fmla="*/ 0 h 3882329"/>
              <a:gd name="connsiteX0" fmla="*/ 0 w 3456384"/>
              <a:gd name="connsiteY0" fmla="*/ 3882329 h 3882329"/>
              <a:gd name="connsiteX1" fmla="*/ 3456384 w 3456384"/>
              <a:gd name="connsiteY1" fmla="*/ 3882329 h 3882329"/>
              <a:gd name="connsiteX2" fmla="*/ 0 w 3456384"/>
              <a:gd name="connsiteY2" fmla="*/ 3882329 h 3882329"/>
              <a:gd name="connsiteX3" fmla="*/ 0 w 3456384"/>
              <a:gd name="connsiteY3" fmla="*/ 0 h 3882329"/>
              <a:gd name="connsiteX4" fmla="*/ 3456384 w 3456384"/>
              <a:gd name="connsiteY4" fmla="*/ 0 h 3882329"/>
              <a:gd name="connsiteX5" fmla="*/ 0 w 3456384"/>
              <a:gd name="connsiteY5" fmla="*/ 0 h 388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6384" h="3882329">
                <a:moveTo>
                  <a:pt x="0" y="3882329"/>
                </a:moveTo>
                <a:lnTo>
                  <a:pt x="3456384" y="3882329"/>
                </a:lnTo>
                <a:lnTo>
                  <a:pt x="0" y="3882329"/>
                </a:lnTo>
                <a:close/>
                <a:moveTo>
                  <a:pt x="0" y="0"/>
                </a:moveTo>
                <a:lnTo>
                  <a:pt x="3456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DE5C92"/>
          </a:solidFill>
          <a:ln w="22225" cap="flat" cmpd="sng" algn="ctr">
            <a:gradFill flip="none" rotWithShape="1">
              <a:gsLst>
                <a:gs pos="0">
                  <a:srgbClr val="DE5C92">
                    <a:alpha val="0"/>
                  </a:srgbClr>
                </a:gs>
                <a:gs pos="50000">
                  <a:srgbClr val="DE5C92"/>
                </a:gs>
                <a:gs pos="100000">
                  <a:srgbClr val="DE5C92">
                    <a:alpha val="0"/>
                  </a:srgbClr>
                </a:gs>
              </a:gsLst>
              <a:lin ang="0" scaled="0"/>
              <a:tileRect/>
            </a:gradFill>
            <a:prstDash val="solid"/>
            <a:round/>
          </a:ln>
          <a:effectLst/>
        </p:spPr>
        <p:txBody>
          <a:bodyPr lIns="0" tIns="0" rIns="0" bIns="0">
            <a:normAutofit fontScale="92500" lnSpcReduction="10000"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如果安装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双系统，则需要先安装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系统，再安装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系统，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这样做是因为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无法识别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的文件系统，而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可以识别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的文件系统。安装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系统时，将磁盘分成两个独立的分区，一个分区安装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，而另一个稍后用来安装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Linux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90" y="1071549"/>
            <a:ext cx="3002741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</a:rPr>
              <a:t>1.3.1  </a:t>
            </a:r>
            <a:r>
              <a:rPr lang="zh-CN" altLang="en-US" b="1" dirty="0">
                <a:solidFill>
                  <a:srgbClr val="3B79CE"/>
                </a:solidFill>
              </a:rPr>
              <a:t>启动过程与运行级别</a:t>
            </a:r>
          </a:p>
        </p:txBody>
      </p:sp>
      <p:sp>
        <p:nvSpPr>
          <p:cNvPr id="3" name="矩形 2"/>
          <p:cNvSpPr/>
          <p:nvPr/>
        </p:nvSpPr>
        <p:spPr>
          <a:xfrm>
            <a:off x="881029" y="1500177"/>
            <a:ext cx="5233095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indent="457178"/>
            <a:r>
              <a:rPr lang="en-US" dirty="0">
                <a:latin typeface="Times New Roman" pitchFamily="18" charset="0"/>
                <a:cs typeface="Times New Roman" pitchFamily="18" charset="0"/>
              </a:rPr>
              <a:t>RHEL 7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的启动过程分为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个步骤，分别是：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381621" y="4948259"/>
            <a:ext cx="5530851" cy="1409701"/>
            <a:chOff x="6105530" y="5214950"/>
            <a:chExt cx="5530850" cy="1409701"/>
          </a:xfrm>
        </p:grpSpPr>
        <p:sp>
          <p:nvSpPr>
            <p:cNvPr id="4" name="MH_Text_3"/>
            <p:cNvSpPr/>
            <p:nvPr>
              <p:custDataLst>
                <p:tags r:id="rId7"/>
              </p:custDataLst>
            </p:nvPr>
          </p:nvSpPr>
          <p:spPr>
            <a:xfrm>
              <a:off x="6810380" y="5740414"/>
              <a:ext cx="4826000" cy="884237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ysDash"/>
              <a:miter lim="800000"/>
            </a:ln>
            <a:effectLst/>
          </p:spPr>
          <p:txBody>
            <a:bodyPr lIns="360000" tIns="36000" bIns="36000" anchor="ctr">
              <a:normAutofit/>
            </a:bodyPr>
            <a:lstStyle/>
            <a:p>
              <a:pPr indent="457178">
                <a:lnSpc>
                  <a:spcPct val="130000"/>
                </a:lnSpc>
                <a:defRPr/>
              </a:pPr>
              <a:r>
                <a:rPr lang="zh-CN" altLang="en-US" b="1" dirty="0">
                  <a:latin typeface="+mn-ea"/>
                </a:rPr>
                <a:t>启动内核：内核负责系统前期启动，而后启动</a:t>
              </a:r>
              <a:r>
                <a:rPr lang="en-US" b="1" dirty="0">
                  <a:latin typeface="+mn-ea"/>
                </a:rPr>
                <a:t>init</a:t>
              </a:r>
              <a:r>
                <a:rPr lang="zh-CN" altLang="en-US" b="1" dirty="0">
                  <a:latin typeface="+mn-ea"/>
                </a:rPr>
                <a:t>进程。</a:t>
              </a:r>
              <a:endPara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5" name="MH_SubTitle_3"/>
            <p:cNvSpPr/>
            <p:nvPr>
              <p:custDataLst>
                <p:tags r:id="rId8"/>
              </p:custDataLst>
            </p:nvPr>
          </p:nvSpPr>
          <p:spPr>
            <a:xfrm>
              <a:off x="6810380" y="5214950"/>
              <a:ext cx="4826000" cy="515938"/>
            </a:xfrm>
            <a:custGeom>
              <a:avLst/>
              <a:gdLst>
                <a:gd name="connsiteX0" fmla="*/ 0 w 2808312"/>
                <a:gd name="connsiteY0" fmla="*/ 0 h 537742"/>
                <a:gd name="connsiteX1" fmla="*/ 2808312 w 2808312"/>
                <a:gd name="connsiteY1" fmla="*/ 0 h 537742"/>
                <a:gd name="connsiteX2" fmla="*/ 2808312 w 2808312"/>
                <a:gd name="connsiteY2" fmla="*/ 537742 h 537742"/>
                <a:gd name="connsiteX3" fmla="*/ 0 w 2808312"/>
                <a:gd name="connsiteY3" fmla="*/ 537742 h 537742"/>
                <a:gd name="connsiteX4" fmla="*/ 0 w 2808312"/>
                <a:gd name="connsiteY4" fmla="*/ 0 h 537742"/>
                <a:gd name="connsiteX0" fmla="*/ 0 w 2808312"/>
                <a:gd name="connsiteY0" fmla="*/ 263236 h 800978"/>
                <a:gd name="connsiteX1" fmla="*/ 2808312 w 2808312"/>
                <a:gd name="connsiteY1" fmla="*/ 0 h 800978"/>
                <a:gd name="connsiteX2" fmla="*/ 2808312 w 2808312"/>
                <a:gd name="connsiteY2" fmla="*/ 800978 h 800978"/>
                <a:gd name="connsiteX3" fmla="*/ 0 w 2808312"/>
                <a:gd name="connsiteY3" fmla="*/ 800978 h 800978"/>
                <a:gd name="connsiteX4" fmla="*/ 0 w 2808312"/>
                <a:gd name="connsiteY4" fmla="*/ 263236 h 800978"/>
                <a:gd name="connsiteX0" fmla="*/ 0 w 3002276"/>
                <a:gd name="connsiteY0" fmla="*/ 429491 h 800978"/>
                <a:gd name="connsiteX1" fmla="*/ 3002276 w 3002276"/>
                <a:gd name="connsiteY1" fmla="*/ 0 h 800978"/>
                <a:gd name="connsiteX2" fmla="*/ 3002276 w 3002276"/>
                <a:gd name="connsiteY2" fmla="*/ 800978 h 800978"/>
                <a:gd name="connsiteX3" fmla="*/ 193964 w 3002276"/>
                <a:gd name="connsiteY3" fmla="*/ 800978 h 800978"/>
                <a:gd name="connsiteX4" fmla="*/ 0 w 3002276"/>
                <a:gd name="connsiteY4" fmla="*/ 429491 h 80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76" h="800978">
                  <a:moveTo>
                    <a:pt x="0" y="429491"/>
                  </a:moveTo>
                  <a:lnTo>
                    <a:pt x="3002276" y="0"/>
                  </a:lnTo>
                  <a:lnTo>
                    <a:pt x="3002276" y="800978"/>
                  </a:lnTo>
                  <a:lnTo>
                    <a:pt x="193964" y="800978"/>
                  </a:lnTo>
                  <a:lnTo>
                    <a:pt x="0" y="429491"/>
                  </a:lnTo>
                  <a:close/>
                </a:path>
              </a:pathLst>
            </a:custGeom>
            <a:solidFill>
              <a:srgbClr val="4A66A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anchor="b">
              <a:normAutofit/>
            </a:bodyPr>
            <a:lstStyle/>
            <a:p>
              <a:pPr algn="r">
                <a:defRPr/>
              </a:pPr>
              <a:endParaRPr lang="zh-CN" altLang="en-US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MH_Other_1"/>
            <p:cNvSpPr/>
            <p:nvPr>
              <p:custDataLst>
                <p:tags r:id="rId9"/>
              </p:custDataLst>
            </p:nvPr>
          </p:nvSpPr>
          <p:spPr>
            <a:xfrm>
              <a:off x="6105530" y="5426089"/>
              <a:ext cx="1079500" cy="809625"/>
            </a:xfrm>
            <a:prstGeom prst="ellipse">
              <a:avLst/>
            </a:prstGeom>
            <a:solidFill>
              <a:srgbClr val="4A66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sz="2800" kern="0" dirty="0">
                  <a:solidFill>
                    <a:srgbClr val="FFFFFF"/>
                  </a:solidFill>
                </a:rPr>
                <a:t>03</a:t>
              </a:r>
              <a:endParaRPr lang="zh-CN" altLang="en-US" sz="28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381093" y="2071680"/>
            <a:ext cx="5530851" cy="1409701"/>
            <a:chOff x="1319184" y="2143116"/>
            <a:chExt cx="5530850" cy="1409701"/>
          </a:xfrm>
        </p:grpSpPr>
        <p:sp>
          <p:nvSpPr>
            <p:cNvPr id="7" name="MH_Text_1"/>
            <p:cNvSpPr/>
            <p:nvPr>
              <p:custDataLst>
                <p:tags r:id="rId4"/>
              </p:custDataLst>
            </p:nvPr>
          </p:nvSpPr>
          <p:spPr>
            <a:xfrm>
              <a:off x="2024034" y="2668580"/>
              <a:ext cx="4826000" cy="884237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ysDash"/>
              <a:miter lim="800000"/>
            </a:ln>
            <a:effectLst/>
          </p:spPr>
          <p:txBody>
            <a:bodyPr lIns="360000" tIns="36000" bIns="36000" anchor="ctr">
              <a:normAutofit/>
            </a:bodyPr>
            <a:lstStyle/>
            <a:p>
              <a:pPr indent="457178">
                <a:lnSpc>
                  <a:spcPct val="130000"/>
                </a:lnSpc>
                <a:defRPr/>
              </a:pPr>
              <a:r>
                <a:rPr lang="zh-CN" altLang="en-US" b="1" dirty="0"/>
                <a:t>上电自检：计算机上电自检，并读取硬盘主引导分区中的启动引导程序。</a:t>
              </a:r>
              <a:endPara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MH_SubTitle_1"/>
            <p:cNvSpPr/>
            <p:nvPr>
              <p:custDataLst>
                <p:tags r:id="rId5"/>
              </p:custDataLst>
            </p:nvPr>
          </p:nvSpPr>
          <p:spPr>
            <a:xfrm>
              <a:off x="2024034" y="2143116"/>
              <a:ext cx="4826000" cy="515938"/>
            </a:xfrm>
            <a:custGeom>
              <a:avLst/>
              <a:gdLst>
                <a:gd name="connsiteX0" fmla="*/ 0 w 2808312"/>
                <a:gd name="connsiteY0" fmla="*/ 0 h 537742"/>
                <a:gd name="connsiteX1" fmla="*/ 2808312 w 2808312"/>
                <a:gd name="connsiteY1" fmla="*/ 0 h 537742"/>
                <a:gd name="connsiteX2" fmla="*/ 2808312 w 2808312"/>
                <a:gd name="connsiteY2" fmla="*/ 537742 h 537742"/>
                <a:gd name="connsiteX3" fmla="*/ 0 w 2808312"/>
                <a:gd name="connsiteY3" fmla="*/ 537742 h 537742"/>
                <a:gd name="connsiteX4" fmla="*/ 0 w 2808312"/>
                <a:gd name="connsiteY4" fmla="*/ 0 h 537742"/>
                <a:gd name="connsiteX0" fmla="*/ 0 w 2808312"/>
                <a:gd name="connsiteY0" fmla="*/ 263236 h 800978"/>
                <a:gd name="connsiteX1" fmla="*/ 2808312 w 2808312"/>
                <a:gd name="connsiteY1" fmla="*/ 0 h 800978"/>
                <a:gd name="connsiteX2" fmla="*/ 2808312 w 2808312"/>
                <a:gd name="connsiteY2" fmla="*/ 800978 h 800978"/>
                <a:gd name="connsiteX3" fmla="*/ 0 w 2808312"/>
                <a:gd name="connsiteY3" fmla="*/ 800978 h 800978"/>
                <a:gd name="connsiteX4" fmla="*/ 0 w 2808312"/>
                <a:gd name="connsiteY4" fmla="*/ 263236 h 800978"/>
                <a:gd name="connsiteX0" fmla="*/ 0 w 3002276"/>
                <a:gd name="connsiteY0" fmla="*/ 429491 h 800978"/>
                <a:gd name="connsiteX1" fmla="*/ 3002276 w 3002276"/>
                <a:gd name="connsiteY1" fmla="*/ 0 h 800978"/>
                <a:gd name="connsiteX2" fmla="*/ 3002276 w 3002276"/>
                <a:gd name="connsiteY2" fmla="*/ 800978 h 800978"/>
                <a:gd name="connsiteX3" fmla="*/ 193964 w 3002276"/>
                <a:gd name="connsiteY3" fmla="*/ 800978 h 800978"/>
                <a:gd name="connsiteX4" fmla="*/ 0 w 3002276"/>
                <a:gd name="connsiteY4" fmla="*/ 429491 h 80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76" h="800978">
                  <a:moveTo>
                    <a:pt x="0" y="429491"/>
                  </a:moveTo>
                  <a:lnTo>
                    <a:pt x="3002276" y="0"/>
                  </a:lnTo>
                  <a:lnTo>
                    <a:pt x="3002276" y="800978"/>
                  </a:lnTo>
                  <a:lnTo>
                    <a:pt x="193964" y="800978"/>
                  </a:lnTo>
                  <a:lnTo>
                    <a:pt x="0" y="429491"/>
                  </a:lnTo>
                  <a:close/>
                </a:path>
              </a:pathLst>
            </a:custGeom>
            <a:solidFill>
              <a:srgbClr val="4A66A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anchor="b">
              <a:normAutofit/>
            </a:bodyPr>
            <a:lstStyle/>
            <a:p>
              <a:pPr algn="r">
                <a:defRPr/>
              </a:pPr>
              <a:endParaRPr lang="zh-CN" altLang="en-US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MH_Other_2"/>
            <p:cNvSpPr/>
            <p:nvPr>
              <p:custDataLst>
                <p:tags r:id="rId6"/>
              </p:custDataLst>
            </p:nvPr>
          </p:nvSpPr>
          <p:spPr>
            <a:xfrm>
              <a:off x="1319184" y="2354255"/>
              <a:ext cx="1079500" cy="809625"/>
            </a:xfrm>
            <a:prstGeom prst="ellipse">
              <a:avLst/>
            </a:prstGeom>
            <a:solidFill>
              <a:srgbClr val="4A66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sz="2800" kern="0" dirty="0">
                  <a:solidFill>
                    <a:srgbClr val="FFFFFF"/>
                  </a:solidFill>
                </a:rPr>
                <a:t>01</a:t>
              </a:r>
              <a:endParaRPr lang="zh-CN" altLang="en-US" sz="28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09917" y="3500440"/>
            <a:ext cx="5530851" cy="1409699"/>
            <a:chOff x="3605200" y="3617919"/>
            <a:chExt cx="5530850" cy="1409699"/>
          </a:xfrm>
        </p:grpSpPr>
        <p:sp>
          <p:nvSpPr>
            <p:cNvPr id="10" name="MH_Text_2"/>
            <p:cNvSpPr/>
            <p:nvPr>
              <p:custDataLst>
                <p:tags r:id="rId1"/>
              </p:custDataLst>
            </p:nvPr>
          </p:nvSpPr>
          <p:spPr>
            <a:xfrm>
              <a:off x="4310050" y="4143380"/>
              <a:ext cx="4826000" cy="884238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ysDash"/>
              <a:miter lim="800000"/>
            </a:ln>
            <a:effectLst/>
          </p:spPr>
          <p:txBody>
            <a:bodyPr lIns="360000" tIns="36000" bIns="36000" anchor="ctr">
              <a:normAutofit/>
            </a:bodyPr>
            <a:lstStyle/>
            <a:p>
              <a:pPr indent="457178">
                <a:lnSpc>
                  <a:spcPct val="130000"/>
                </a:lnSpc>
                <a:defRPr/>
              </a:pPr>
              <a:r>
                <a:rPr lang="zh-CN" altLang="en-US" b="1" dirty="0">
                  <a:latin typeface="+mn-ea"/>
                </a:rPr>
                <a:t>启动引导：启动引导程序加载</a:t>
              </a:r>
              <a:r>
                <a:rPr lang="en-US" b="1" dirty="0">
                  <a:latin typeface="+mn-ea"/>
                </a:rPr>
                <a:t>Linux</a:t>
              </a:r>
              <a:r>
                <a:rPr lang="zh-CN" altLang="en-US" b="1" dirty="0">
                  <a:latin typeface="+mn-ea"/>
                </a:rPr>
                <a:t>内核。</a:t>
              </a:r>
              <a:endPara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11" name="MH_SubTitle_2"/>
            <p:cNvSpPr/>
            <p:nvPr>
              <p:custDataLst>
                <p:tags r:id="rId2"/>
              </p:custDataLst>
            </p:nvPr>
          </p:nvSpPr>
          <p:spPr>
            <a:xfrm>
              <a:off x="4310050" y="3617919"/>
              <a:ext cx="4826000" cy="515937"/>
            </a:xfrm>
            <a:custGeom>
              <a:avLst/>
              <a:gdLst>
                <a:gd name="connsiteX0" fmla="*/ 0 w 2808312"/>
                <a:gd name="connsiteY0" fmla="*/ 0 h 537742"/>
                <a:gd name="connsiteX1" fmla="*/ 2808312 w 2808312"/>
                <a:gd name="connsiteY1" fmla="*/ 0 h 537742"/>
                <a:gd name="connsiteX2" fmla="*/ 2808312 w 2808312"/>
                <a:gd name="connsiteY2" fmla="*/ 537742 h 537742"/>
                <a:gd name="connsiteX3" fmla="*/ 0 w 2808312"/>
                <a:gd name="connsiteY3" fmla="*/ 537742 h 537742"/>
                <a:gd name="connsiteX4" fmla="*/ 0 w 2808312"/>
                <a:gd name="connsiteY4" fmla="*/ 0 h 537742"/>
                <a:gd name="connsiteX0" fmla="*/ 0 w 2808312"/>
                <a:gd name="connsiteY0" fmla="*/ 263236 h 800978"/>
                <a:gd name="connsiteX1" fmla="*/ 2808312 w 2808312"/>
                <a:gd name="connsiteY1" fmla="*/ 0 h 800978"/>
                <a:gd name="connsiteX2" fmla="*/ 2808312 w 2808312"/>
                <a:gd name="connsiteY2" fmla="*/ 800978 h 800978"/>
                <a:gd name="connsiteX3" fmla="*/ 0 w 2808312"/>
                <a:gd name="connsiteY3" fmla="*/ 800978 h 800978"/>
                <a:gd name="connsiteX4" fmla="*/ 0 w 2808312"/>
                <a:gd name="connsiteY4" fmla="*/ 263236 h 800978"/>
                <a:gd name="connsiteX0" fmla="*/ 0 w 3002276"/>
                <a:gd name="connsiteY0" fmla="*/ 429491 h 800978"/>
                <a:gd name="connsiteX1" fmla="*/ 3002276 w 3002276"/>
                <a:gd name="connsiteY1" fmla="*/ 0 h 800978"/>
                <a:gd name="connsiteX2" fmla="*/ 3002276 w 3002276"/>
                <a:gd name="connsiteY2" fmla="*/ 800978 h 800978"/>
                <a:gd name="connsiteX3" fmla="*/ 193964 w 3002276"/>
                <a:gd name="connsiteY3" fmla="*/ 800978 h 800978"/>
                <a:gd name="connsiteX4" fmla="*/ 0 w 3002276"/>
                <a:gd name="connsiteY4" fmla="*/ 429491 h 80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76" h="800978">
                  <a:moveTo>
                    <a:pt x="0" y="429491"/>
                  </a:moveTo>
                  <a:lnTo>
                    <a:pt x="3002276" y="0"/>
                  </a:lnTo>
                  <a:lnTo>
                    <a:pt x="3002276" y="800978"/>
                  </a:lnTo>
                  <a:lnTo>
                    <a:pt x="193964" y="800978"/>
                  </a:lnTo>
                  <a:lnTo>
                    <a:pt x="0" y="429491"/>
                  </a:lnTo>
                  <a:close/>
                </a:path>
              </a:pathLst>
            </a:custGeom>
            <a:solidFill>
              <a:srgbClr val="4A66A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anchor="b">
              <a:normAutofit/>
            </a:bodyPr>
            <a:lstStyle/>
            <a:p>
              <a:pPr algn="r">
                <a:defRPr/>
              </a:pPr>
              <a:endParaRPr lang="zh-CN" altLang="en-US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MH_Other_3"/>
            <p:cNvSpPr/>
            <p:nvPr>
              <p:custDataLst>
                <p:tags r:id="rId3"/>
              </p:custDataLst>
            </p:nvPr>
          </p:nvSpPr>
          <p:spPr>
            <a:xfrm>
              <a:off x="3605200" y="3829055"/>
              <a:ext cx="1079500" cy="809625"/>
            </a:xfrm>
            <a:prstGeom prst="ellipse">
              <a:avLst/>
            </a:prstGeom>
            <a:solidFill>
              <a:srgbClr val="4A66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sz="2800" kern="0" dirty="0">
                  <a:solidFill>
                    <a:srgbClr val="FFFFFF"/>
                  </a:solidFill>
                </a:rPr>
                <a:t>02</a:t>
              </a:r>
              <a:endParaRPr lang="zh-CN" altLang="en-US" sz="2800" kern="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ransition>
    <p:cover dir="ld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H_Text_1"/>
          <p:cNvSpPr/>
          <p:nvPr>
            <p:custDataLst>
              <p:tags r:id="rId2"/>
            </p:custDataLst>
          </p:nvPr>
        </p:nvSpPr>
        <p:spPr>
          <a:xfrm>
            <a:off x="1523970" y="1571614"/>
            <a:ext cx="9286940" cy="464347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ysDash"/>
            <a:miter lim="800000"/>
          </a:ln>
          <a:effectLst/>
        </p:spPr>
        <p:txBody>
          <a:bodyPr lIns="359982" tIns="35998" rIns="91436" bIns="35998" anchor="ctr">
            <a:normAutofit/>
          </a:bodyPr>
          <a:lstStyle/>
          <a:p>
            <a:pPr algn="just">
              <a:lnSpc>
                <a:spcPct val="130000"/>
              </a:lnSpc>
              <a:defRPr/>
            </a:pPr>
            <a:endParaRPr lang="zh-CN" altLang="en-US" sz="1500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MH_SubTitle_1"/>
          <p:cNvSpPr/>
          <p:nvPr>
            <p:custDataLst>
              <p:tags r:id="rId3"/>
            </p:custDataLst>
          </p:nvPr>
        </p:nvSpPr>
        <p:spPr>
          <a:xfrm>
            <a:off x="1238218" y="1071545"/>
            <a:ext cx="9572692" cy="515939"/>
          </a:xfrm>
          <a:custGeom>
            <a:avLst/>
            <a:gdLst>
              <a:gd name="connsiteX0" fmla="*/ 0 w 2808312"/>
              <a:gd name="connsiteY0" fmla="*/ 0 h 537742"/>
              <a:gd name="connsiteX1" fmla="*/ 2808312 w 2808312"/>
              <a:gd name="connsiteY1" fmla="*/ 0 h 537742"/>
              <a:gd name="connsiteX2" fmla="*/ 2808312 w 2808312"/>
              <a:gd name="connsiteY2" fmla="*/ 537742 h 537742"/>
              <a:gd name="connsiteX3" fmla="*/ 0 w 2808312"/>
              <a:gd name="connsiteY3" fmla="*/ 537742 h 537742"/>
              <a:gd name="connsiteX4" fmla="*/ 0 w 2808312"/>
              <a:gd name="connsiteY4" fmla="*/ 0 h 537742"/>
              <a:gd name="connsiteX0" fmla="*/ 0 w 2808312"/>
              <a:gd name="connsiteY0" fmla="*/ 263236 h 800978"/>
              <a:gd name="connsiteX1" fmla="*/ 2808312 w 2808312"/>
              <a:gd name="connsiteY1" fmla="*/ 0 h 800978"/>
              <a:gd name="connsiteX2" fmla="*/ 2808312 w 2808312"/>
              <a:gd name="connsiteY2" fmla="*/ 800978 h 800978"/>
              <a:gd name="connsiteX3" fmla="*/ 0 w 2808312"/>
              <a:gd name="connsiteY3" fmla="*/ 800978 h 800978"/>
              <a:gd name="connsiteX4" fmla="*/ 0 w 2808312"/>
              <a:gd name="connsiteY4" fmla="*/ 263236 h 800978"/>
              <a:gd name="connsiteX0" fmla="*/ 0 w 3002276"/>
              <a:gd name="connsiteY0" fmla="*/ 429491 h 800978"/>
              <a:gd name="connsiteX1" fmla="*/ 3002276 w 3002276"/>
              <a:gd name="connsiteY1" fmla="*/ 0 h 800978"/>
              <a:gd name="connsiteX2" fmla="*/ 3002276 w 3002276"/>
              <a:gd name="connsiteY2" fmla="*/ 800978 h 800978"/>
              <a:gd name="connsiteX3" fmla="*/ 193964 w 3002276"/>
              <a:gd name="connsiteY3" fmla="*/ 800978 h 800978"/>
              <a:gd name="connsiteX4" fmla="*/ 0 w 3002276"/>
              <a:gd name="connsiteY4" fmla="*/ 429491 h 800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2276" h="800978">
                <a:moveTo>
                  <a:pt x="0" y="429491"/>
                </a:moveTo>
                <a:lnTo>
                  <a:pt x="3002276" y="0"/>
                </a:lnTo>
                <a:lnTo>
                  <a:pt x="3002276" y="800978"/>
                </a:lnTo>
                <a:lnTo>
                  <a:pt x="193964" y="800978"/>
                </a:lnTo>
                <a:lnTo>
                  <a:pt x="0" y="429491"/>
                </a:lnTo>
                <a:close/>
              </a:path>
            </a:pathLst>
          </a:custGeom>
          <a:solidFill>
            <a:srgbClr val="4A66AC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59982" tIns="45718" rIns="91436" bIns="45718" anchor="b">
            <a:normAutofit/>
          </a:bodyPr>
          <a:lstStyle/>
          <a:p>
            <a:pPr algn="r">
              <a:defRPr/>
            </a:pPr>
            <a:endParaRPr lang="zh-CN" altLang="en-US" sz="20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MH_Other_2"/>
          <p:cNvSpPr/>
          <p:nvPr>
            <p:custDataLst>
              <p:tags r:id="rId4"/>
            </p:custDataLst>
          </p:nvPr>
        </p:nvSpPr>
        <p:spPr>
          <a:xfrm>
            <a:off x="819119" y="1257290"/>
            <a:ext cx="1079500" cy="809625"/>
          </a:xfrm>
          <a:prstGeom prst="ellipse">
            <a:avLst/>
          </a:prstGeom>
          <a:solidFill>
            <a:srgbClr val="4A66AC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zh-CN" sz="2800" kern="0" dirty="0">
                <a:solidFill>
                  <a:srgbClr val="FFFFFF"/>
                </a:solidFill>
              </a:rPr>
              <a:t>04</a:t>
            </a:r>
            <a:endParaRPr lang="zh-CN" altLang="en-US" sz="2800" kern="0" dirty="0">
              <a:solidFill>
                <a:srgbClr val="FFFFFF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66844" y="1643051"/>
            <a:ext cx="9144064" cy="3918313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178">
              <a:lnSpc>
                <a:spcPct val="120000"/>
              </a:lnSpc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启动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进程：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进程根据配置文件执行相应的启动程序，并使系统进入相应运行级别。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进程的进程号永远为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，它的配置文件为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/etc/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inittab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。配置文件指明了系统的运行级别，每个级别有其各自的功能。各级别含义如下：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：表示关闭系统。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：单用户模式，类似于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的安全模式。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：字符界面的多用户模式，该模式无法使用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NFS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：字符界面的完全多用户模式，标准运行级别。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：保留。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：图形界面的多用户模式。</a:t>
            </a:r>
          </a:p>
          <a:p>
            <a:pPr indent="457178">
              <a:lnSpc>
                <a:spcPct val="12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：重启系统。</a:t>
            </a:r>
            <a:endParaRPr lang="en-US" altLang="zh-CN" b="1" dirty="0">
              <a:latin typeface="Times New Roman" pitchFamily="18" charset="0"/>
              <a:cs typeface="Times New Roman" pitchFamily="18" charset="0"/>
            </a:endParaRPr>
          </a:p>
          <a:p>
            <a:pPr indent="457178">
              <a:lnSpc>
                <a:spcPct val="120000"/>
              </a:lnSpc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命令“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runlevel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”可以查询当前默认运行级别。</a:t>
            </a:r>
          </a:p>
        </p:txBody>
      </p:sp>
    </p:spTree>
    <p:custDataLst>
      <p:tags r:id="rId1"/>
    </p:custDataLst>
  </p:cSld>
  <p:clrMapOvr>
    <a:masterClrMapping/>
  </p:clrMapOvr>
  <p:transition>
    <p:cover dir="ld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851033" y="1928804"/>
            <a:ext cx="5530851" cy="1409701"/>
            <a:chOff x="3462324" y="2071678"/>
            <a:chExt cx="5530850" cy="1409701"/>
          </a:xfrm>
        </p:grpSpPr>
        <p:sp>
          <p:nvSpPr>
            <p:cNvPr id="2" name="MH_Text_1"/>
            <p:cNvSpPr/>
            <p:nvPr>
              <p:custDataLst>
                <p:tags r:id="rId4"/>
              </p:custDataLst>
            </p:nvPr>
          </p:nvSpPr>
          <p:spPr>
            <a:xfrm>
              <a:off x="4167174" y="2597142"/>
              <a:ext cx="4826000" cy="884237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ysDash"/>
              <a:miter lim="800000"/>
            </a:ln>
            <a:effectLst/>
          </p:spPr>
          <p:txBody>
            <a:bodyPr lIns="360000" tIns="36000" bIns="36000" anchor="ctr">
              <a:normAutofit/>
            </a:bodyPr>
            <a:lstStyle/>
            <a:p>
              <a:pPr indent="457178">
                <a:lnSpc>
                  <a:spcPct val="130000"/>
                </a:lnSpc>
                <a:defRPr/>
              </a:pPr>
              <a:r>
                <a:rPr lang="zh-CN" altLang="en-US" b="1" dirty="0"/>
                <a:t>启动服务程序：在不同运行级别中，根据相应服务程序。</a:t>
              </a:r>
              <a:endPara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MH_SubTitle_1"/>
            <p:cNvSpPr/>
            <p:nvPr>
              <p:custDataLst>
                <p:tags r:id="rId5"/>
              </p:custDataLst>
            </p:nvPr>
          </p:nvSpPr>
          <p:spPr>
            <a:xfrm>
              <a:off x="4167174" y="2071678"/>
              <a:ext cx="4826000" cy="515938"/>
            </a:xfrm>
            <a:custGeom>
              <a:avLst/>
              <a:gdLst>
                <a:gd name="connsiteX0" fmla="*/ 0 w 2808312"/>
                <a:gd name="connsiteY0" fmla="*/ 0 h 537742"/>
                <a:gd name="connsiteX1" fmla="*/ 2808312 w 2808312"/>
                <a:gd name="connsiteY1" fmla="*/ 0 h 537742"/>
                <a:gd name="connsiteX2" fmla="*/ 2808312 w 2808312"/>
                <a:gd name="connsiteY2" fmla="*/ 537742 h 537742"/>
                <a:gd name="connsiteX3" fmla="*/ 0 w 2808312"/>
                <a:gd name="connsiteY3" fmla="*/ 537742 h 537742"/>
                <a:gd name="connsiteX4" fmla="*/ 0 w 2808312"/>
                <a:gd name="connsiteY4" fmla="*/ 0 h 537742"/>
                <a:gd name="connsiteX0" fmla="*/ 0 w 2808312"/>
                <a:gd name="connsiteY0" fmla="*/ 263236 h 800978"/>
                <a:gd name="connsiteX1" fmla="*/ 2808312 w 2808312"/>
                <a:gd name="connsiteY1" fmla="*/ 0 h 800978"/>
                <a:gd name="connsiteX2" fmla="*/ 2808312 w 2808312"/>
                <a:gd name="connsiteY2" fmla="*/ 800978 h 800978"/>
                <a:gd name="connsiteX3" fmla="*/ 0 w 2808312"/>
                <a:gd name="connsiteY3" fmla="*/ 800978 h 800978"/>
                <a:gd name="connsiteX4" fmla="*/ 0 w 2808312"/>
                <a:gd name="connsiteY4" fmla="*/ 263236 h 800978"/>
                <a:gd name="connsiteX0" fmla="*/ 0 w 3002276"/>
                <a:gd name="connsiteY0" fmla="*/ 429491 h 800978"/>
                <a:gd name="connsiteX1" fmla="*/ 3002276 w 3002276"/>
                <a:gd name="connsiteY1" fmla="*/ 0 h 800978"/>
                <a:gd name="connsiteX2" fmla="*/ 3002276 w 3002276"/>
                <a:gd name="connsiteY2" fmla="*/ 800978 h 800978"/>
                <a:gd name="connsiteX3" fmla="*/ 193964 w 3002276"/>
                <a:gd name="connsiteY3" fmla="*/ 800978 h 800978"/>
                <a:gd name="connsiteX4" fmla="*/ 0 w 3002276"/>
                <a:gd name="connsiteY4" fmla="*/ 429491 h 80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76" h="800978">
                  <a:moveTo>
                    <a:pt x="0" y="429491"/>
                  </a:moveTo>
                  <a:lnTo>
                    <a:pt x="3002276" y="0"/>
                  </a:lnTo>
                  <a:lnTo>
                    <a:pt x="3002276" y="800978"/>
                  </a:lnTo>
                  <a:lnTo>
                    <a:pt x="193964" y="800978"/>
                  </a:lnTo>
                  <a:lnTo>
                    <a:pt x="0" y="429491"/>
                  </a:lnTo>
                  <a:close/>
                </a:path>
              </a:pathLst>
            </a:custGeom>
            <a:solidFill>
              <a:srgbClr val="4A66A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anchor="b">
              <a:normAutofit/>
            </a:bodyPr>
            <a:lstStyle/>
            <a:p>
              <a:pPr algn="r">
                <a:defRPr/>
              </a:pPr>
              <a:endParaRPr lang="zh-CN" altLang="en-US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MH_Other_2"/>
            <p:cNvSpPr/>
            <p:nvPr>
              <p:custDataLst>
                <p:tags r:id="rId6"/>
              </p:custDataLst>
            </p:nvPr>
          </p:nvSpPr>
          <p:spPr>
            <a:xfrm>
              <a:off x="3462324" y="2282817"/>
              <a:ext cx="1079500" cy="809625"/>
            </a:xfrm>
            <a:prstGeom prst="ellipse">
              <a:avLst/>
            </a:prstGeom>
            <a:solidFill>
              <a:srgbClr val="4A66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sz="2800" kern="0" dirty="0">
                  <a:solidFill>
                    <a:srgbClr val="FFFFFF"/>
                  </a:solidFill>
                </a:rPr>
                <a:t>05</a:t>
              </a:r>
              <a:endParaRPr lang="zh-CN" altLang="en-US" sz="2800" kern="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65677" y="3643316"/>
            <a:ext cx="5530851" cy="1409699"/>
            <a:chOff x="3462324" y="3749667"/>
            <a:chExt cx="5530850" cy="1409699"/>
          </a:xfrm>
        </p:grpSpPr>
        <p:sp>
          <p:nvSpPr>
            <p:cNvPr id="5" name="MH_Text_2"/>
            <p:cNvSpPr/>
            <p:nvPr>
              <p:custDataLst>
                <p:tags r:id="rId1"/>
              </p:custDataLst>
            </p:nvPr>
          </p:nvSpPr>
          <p:spPr>
            <a:xfrm>
              <a:off x="4167174" y="4275128"/>
              <a:ext cx="4826000" cy="884238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ysDash"/>
              <a:miter lim="800000"/>
            </a:ln>
            <a:effectLst/>
          </p:spPr>
          <p:txBody>
            <a:bodyPr lIns="360000" tIns="36000" bIns="36000" anchor="ctr">
              <a:normAutofit/>
            </a:bodyPr>
            <a:lstStyle/>
            <a:p>
              <a:pPr indent="457178">
                <a:lnSpc>
                  <a:spcPct val="130000"/>
                </a:lnSpc>
                <a:defRPr/>
              </a:pPr>
              <a:r>
                <a:rPr lang="zh-CN" altLang="en-US" b="1" dirty="0"/>
                <a:t>启动控制台程序：启动控制台程序，要求用户输入用户名和密码。</a:t>
              </a:r>
              <a:endPara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endParaRPr>
            </a:p>
          </p:txBody>
        </p:sp>
        <p:sp>
          <p:nvSpPr>
            <p:cNvPr id="6" name="MH_SubTitle_2"/>
            <p:cNvSpPr/>
            <p:nvPr>
              <p:custDataLst>
                <p:tags r:id="rId2"/>
              </p:custDataLst>
            </p:nvPr>
          </p:nvSpPr>
          <p:spPr>
            <a:xfrm>
              <a:off x="4167174" y="3749667"/>
              <a:ext cx="4826000" cy="515937"/>
            </a:xfrm>
            <a:custGeom>
              <a:avLst/>
              <a:gdLst>
                <a:gd name="connsiteX0" fmla="*/ 0 w 2808312"/>
                <a:gd name="connsiteY0" fmla="*/ 0 h 537742"/>
                <a:gd name="connsiteX1" fmla="*/ 2808312 w 2808312"/>
                <a:gd name="connsiteY1" fmla="*/ 0 h 537742"/>
                <a:gd name="connsiteX2" fmla="*/ 2808312 w 2808312"/>
                <a:gd name="connsiteY2" fmla="*/ 537742 h 537742"/>
                <a:gd name="connsiteX3" fmla="*/ 0 w 2808312"/>
                <a:gd name="connsiteY3" fmla="*/ 537742 h 537742"/>
                <a:gd name="connsiteX4" fmla="*/ 0 w 2808312"/>
                <a:gd name="connsiteY4" fmla="*/ 0 h 537742"/>
                <a:gd name="connsiteX0" fmla="*/ 0 w 2808312"/>
                <a:gd name="connsiteY0" fmla="*/ 263236 h 800978"/>
                <a:gd name="connsiteX1" fmla="*/ 2808312 w 2808312"/>
                <a:gd name="connsiteY1" fmla="*/ 0 h 800978"/>
                <a:gd name="connsiteX2" fmla="*/ 2808312 w 2808312"/>
                <a:gd name="connsiteY2" fmla="*/ 800978 h 800978"/>
                <a:gd name="connsiteX3" fmla="*/ 0 w 2808312"/>
                <a:gd name="connsiteY3" fmla="*/ 800978 h 800978"/>
                <a:gd name="connsiteX4" fmla="*/ 0 w 2808312"/>
                <a:gd name="connsiteY4" fmla="*/ 263236 h 800978"/>
                <a:gd name="connsiteX0" fmla="*/ 0 w 3002276"/>
                <a:gd name="connsiteY0" fmla="*/ 429491 h 800978"/>
                <a:gd name="connsiteX1" fmla="*/ 3002276 w 3002276"/>
                <a:gd name="connsiteY1" fmla="*/ 0 h 800978"/>
                <a:gd name="connsiteX2" fmla="*/ 3002276 w 3002276"/>
                <a:gd name="connsiteY2" fmla="*/ 800978 h 800978"/>
                <a:gd name="connsiteX3" fmla="*/ 193964 w 3002276"/>
                <a:gd name="connsiteY3" fmla="*/ 800978 h 800978"/>
                <a:gd name="connsiteX4" fmla="*/ 0 w 3002276"/>
                <a:gd name="connsiteY4" fmla="*/ 429491 h 80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2276" h="800978">
                  <a:moveTo>
                    <a:pt x="0" y="429491"/>
                  </a:moveTo>
                  <a:lnTo>
                    <a:pt x="3002276" y="0"/>
                  </a:lnTo>
                  <a:lnTo>
                    <a:pt x="3002276" y="800978"/>
                  </a:lnTo>
                  <a:lnTo>
                    <a:pt x="193964" y="800978"/>
                  </a:lnTo>
                  <a:lnTo>
                    <a:pt x="0" y="429491"/>
                  </a:lnTo>
                  <a:close/>
                </a:path>
              </a:pathLst>
            </a:custGeom>
            <a:solidFill>
              <a:srgbClr val="4A66AC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0" anchor="b">
              <a:normAutofit/>
            </a:bodyPr>
            <a:lstStyle/>
            <a:p>
              <a:pPr algn="r">
                <a:defRPr/>
              </a:pPr>
              <a:endParaRPr lang="zh-CN" altLang="en-US" sz="2000" kern="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MH_Other_3"/>
            <p:cNvSpPr/>
            <p:nvPr>
              <p:custDataLst>
                <p:tags r:id="rId3"/>
              </p:custDataLst>
            </p:nvPr>
          </p:nvSpPr>
          <p:spPr>
            <a:xfrm>
              <a:off x="3462324" y="3960803"/>
              <a:ext cx="1079500" cy="809625"/>
            </a:xfrm>
            <a:prstGeom prst="ellipse">
              <a:avLst/>
            </a:prstGeom>
            <a:solidFill>
              <a:srgbClr val="4A66AC"/>
            </a:solidFill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zh-CN" sz="2800" kern="0" dirty="0">
                  <a:solidFill>
                    <a:srgbClr val="FFFFFF"/>
                  </a:solidFill>
                </a:rPr>
                <a:t>06</a:t>
              </a:r>
              <a:endParaRPr lang="zh-CN" altLang="en-US" sz="2800" kern="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ransition>
    <p:cover dir="l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1029" y="1071549"/>
            <a:ext cx="202170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</a:rPr>
              <a:t>1.3.2  </a:t>
            </a:r>
            <a:r>
              <a:rPr lang="zh-CN" altLang="en-US" b="1" dirty="0">
                <a:solidFill>
                  <a:srgbClr val="3B79CE"/>
                </a:solidFill>
              </a:rPr>
              <a:t>登录与退出</a:t>
            </a:r>
          </a:p>
        </p:txBody>
      </p:sp>
      <p:pic>
        <p:nvPicPr>
          <p:cNvPr id="73730" name="图片 3361"/>
          <p:cNvPicPr>
            <a:picLocks noChangeAspect="1" noChangeArrowheads="1"/>
          </p:cNvPicPr>
          <p:nvPr/>
        </p:nvPicPr>
        <p:blipFill>
          <a:blip r:embed="rId11" cstate="print"/>
          <a:srcRect l="33922" t="30446" r="35461" b="31230"/>
          <a:stretch>
            <a:fillRect/>
          </a:stretch>
        </p:blipFill>
        <p:spPr bwMode="auto">
          <a:xfrm>
            <a:off x="1309656" y="3143249"/>
            <a:ext cx="2927747" cy="22145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3731" name="图片 3373"/>
          <p:cNvPicPr preferRelativeResize="0">
            <a:picLocks noChangeArrowheads="1"/>
          </p:cNvPicPr>
          <p:nvPr/>
        </p:nvPicPr>
        <p:blipFill>
          <a:blip r:embed="rId12" cstate="print"/>
          <a:srcRect l="33617" t="35349" r="33408" b="26724"/>
          <a:stretch>
            <a:fillRect/>
          </a:stretch>
        </p:blipFill>
        <p:spPr bwMode="auto">
          <a:xfrm>
            <a:off x="4881555" y="3143249"/>
            <a:ext cx="2714644" cy="22145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3732" name="图片 3374"/>
          <p:cNvPicPr preferRelativeResize="0">
            <a:picLocks noChangeAspect="1" noChangeArrowheads="1"/>
          </p:cNvPicPr>
          <p:nvPr/>
        </p:nvPicPr>
        <p:blipFill>
          <a:blip r:embed="rId13" cstate="print"/>
          <a:srcRect l="33423" t="33171" r="34428" b="26709"/>
          <a:stretch>
            <a:fillRect/>
          </a:stretch>
        </p:blipFill>
        <p:spPr bwMode="auto">
          <a:xfrm>
            <a:off x="8239142" y="3143250"/>
            <a:ext cx="2973908" cy="214314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8" name="矩形 7"/>
          <p:cNvSpPr/>
          <p:nvPr/>
        </p:nvSpPr>
        <p:spPr>
          <a:xfrm>
            <a:off x="10310843" y="4643445"/>
            <a:ext cx="714380" cy="5000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167308" y="5643581"/>
            <a:ext cx="2510616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1-38  RHEL 7</a:t>
            </a:r>
            <a:r>
              <a:rPr lang="zh-CN" altLang="en-US" sz="1500" dirty="0"/>
              <a:t>图形登录界面</a:t>
            </a:r>
          </a:p>
        </p:txBody>
      </p:sp>
      <p:cxnSp>
        <p:nvCxnSpPr>
          <p:cNvPr id="14" name="MH_Other_3"/>
          <p:cNvCxnSpPr/>
          <p:nvPr>
            <p:custDataLst>
              <p:tags r:id="rId1"/>
            </p:custDataLst>
          </p:nvPr>
        </p:nvCxnSpPr>
        <p:spPr>
          <a:xfrm rot="16200000" flipH="1">
            <a:off x="3452795" y="4286258"/>
            <a:ext cx="2143143" cy="1"/>
          </a:xfrm>
          <a:prstGeom prst="line">
            <a:avLst/>
          </a:prstGeom>
          <a:ln w="19050">
            <a:solidFill>
              <a:srgbClr val="EE5C22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MH_Other_3"/>
          <p:cNvCxnSpPr/>
          <p:nvPr>
            <p:custDataLst>
              <p:tags r:id="rId2"/>
            </p:custDataLst>
          </p:nvPr>
        </p:nvCxnSpPr>
        <p:spPr>
          <a:xfrm rot="5400000">
            <a:off x="6811173" y="4286257"/>
            <a:ext cx="2142347" cy="795"/>
          </a:xfrm>
          <a:prstGeom prst="line">
            <a:avLst/>
          </a:prstGeom>
          <a:ln w="19050">
            <a:solidFill>
              <a:srgbClr val="EE5C22"/>
            </a:solidFill>
            <a:prstDash val="solid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H_Other_5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791734" y="1539867"/>
            <a:ext cx="446617" cy="1279525"/>
          </a:xfrm>
          <a:custGeom>
            <a:avLst/>
            <a:gdLst>
              <a:gd name="T0" fmla="*/ 0 w 58"/>
              <a:gd name="T1" fmla="*/ 204 h 229"/>
              <a:gd name="T2" fmla="*/ 31 w 58"/>
              <a:gd name="T3" fmla="*/ 217 h 229"/>
              <a:gd name="T4" fmla="*/ 58 w 58"/>
              <a:gd name="T5" fmla="*/ 229 h 229"/>
              <a:gd name="T6" fmla="*/ 58 w 58"/>
              <a:gd name="T7" fmla="*/ 183 h 229"/>
              <a:gd name="T8" fmla="*/ 58 w 58"/>
              <a:gd name="T9" fmla="*/ 105 h 229"/>
              <a:gd name="T10" fmla="*/ 58 w 58"/>
              <a:gd name="T11" fmla="*/ 59 h 229"/>
              <a:gd name="T12" fmla="*/ 31 w 58"/>
              <a:gd name="T13" fmla="*/ 32 h 229"/>
              <a:gd name="T14" fmla="*/ 0 w 58"/>
              <a:gd name="T15" fmla="*/ 0 h 229"/>
              <a:gd name="T16" fmla="*/ 0 w 58"/>
              <a:gd name="T17" fmla="*/ 55 h 229"/>
              <a:gd name="T18" fmla="*/ 0 w 58"/>
              <a:gd name="T19" fmla="*/ 148 h 229"/>
              <a:gd name="T20" fmla="*/ 0 w 58"/>
              <a:gd name="T21" fmla="*/ 204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8" h="229">
                <a:moveTo>
                  <a:pt x="0" y="204"/>
                </a:moveTo>
                <a:cubicBezTo>
                  <a:pt x="11" y="208"/>
                  <a:pt x="21" y="213"/>
                  <a:pt x="31" y="217"/>
                </a:cubicBezTo>
                <a:cubicBezTo>
                  <a:pt x="40" y="221"/>
                  <a:pt x="49" y="225"/>
                  <a:pt x="58" y="229"/>
                </a:cubicBezTo>
                <a:cubicBezTo>
                  <a:pt x="58" y="213"/>
                  <a:pt x="58" y="198"/>
                  <a:pt x="58" y="183"/>
                </a:cubicBezTo>
                <a:cubicBezTo>
                  <a:pt x="58" y="157"/>
                  <a:pt x="58" y="131"/>
                  <a:pt x="58" y="105"/>
                </a:cubicBezTo>
                <a:cubicBezTo>
                  <a:pt x="58" y="90"/>
                  <a:pt x="58" y="74"/>
                  <a:pt x="58" y="59"/>
                </a:cubicBezTo>
                <a:cubicBezTo>
                  <a:pt x="49" y="50"/>
                  <a:pt x="40" y="41"/>
                  <a:pt x="31" y="32"/>
                </a:cubicBezTo>
                <a:cubicBezTo>
                  <a:pt x="21" y="21"/>
                  <a:pt x="11" y="11"/>
                  <a:pt x="0" y="0"/>
                </a:cubicBezTo>
                <a:cubicBezTo>
                  <a:pt x="0" y="18"/>
                  <a:pt x="0" y="37"/>
                  <a:pt x="0" y="55"/>
                </a:cubicBezTo>
                <a:cubicBezTo>
                  <a:pt x="0" y="86"/>
                  <a:pt x="0" y="117"/>
                  <a:pt x="0" y="148"/>
                </a:cubicBezTo>
                <a:cubicBezTo>
                  <a:pt x="0" y="167"/>
                  <a:pt x="0" y="185"/>
                  <a:pt x="0" y="204"/>
                </a:cubicBezTo>
                <a:close/>
              </a:path>
            </a:pathLst>
          </a:custGeom>
          <a:solidFill>
            <a:srgbClr val="FFCA08">
              <a:lumMod val="75000"/>
            </a:srgbClr>
          </a:solidFill>
          <a:ln>
            <a:noFill/>
          </a:ln>
        </p:spPr>
        <p:txBody>
          <a:bodyPr lIns="68577" tIns="34290" rIns="68577" bIns="34290"/>
          <a:lstStyle/>
          <a:p>
            <a:pPr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0" name="MH_Other_1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55283" y="1844664"/>
            <a:ext cx="1272116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6" tIns="45718" rIns="91436" bIns="45718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endParaRPr lang="zh-CN" altLang="en-US" sz="6000" dirty="0">
              <a:solidFill>
                <a:srgbClr val="FFFFFF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069951" y="1544630"/>
            <a:ext cx="10312461" cy="1276348"/>
            <a:chOff x="1069951" y="1544630"/>
            <a:chExt cx="10312461" cy="1276348"/>
          </a:xfrm>
        </p:grpSpPr>
        <p:sp>
          <p:nvSpPr>
            <p:cNvPr id="17" name="MH_Other_1"/>
            <p:cNvSpPr/>
            <p:nvPr>
              <p:custDataLst>
                <p:tags r:id="rId6"/>
              </p:custDataLst>
            </p:nvPr>
          </p:nvSpPr>
          <p:spPr>
            <a:xfrm>
              <a:off x="2238348" y="1857366"/>
              <a:ext cx="9144064" cy="963612"/>
            </a:xfrm>
            <a:custGeom>
              <a:avLst/>
              <a:gdLst>
                <a:gd name="connsiteX0" fmla="*/ 0 w 4636613"/>
                <a:gd name="connsiteY0" fmla="*/ 0 h 1153351"/>
                <a:gd name="connsiteX1" fmla="*/ 4636613 w 4636613"/>
                <a:gd name="connsiteY1" fmla="*/ 0 h 1153351"/>
                <a:gd name="connsiteX2" fmla="*/ 4636613 w 4636613"/>
                <a:gd name="connsiteY2" fmla="*/ 1153351 h 1153351"/>
                <a:gd name="connsiteX3" fmla="*/ 0 w 4636613"/>
                <a:gd name="connsiteY3" fmla="*/ 1153351 h 1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6613" h="1153351">
                  <a:moveTo>
                    <a:pt x="0" y="0"/>
                  </a:moveTo>
                  <a:lnTo>
                    <a:pt x="4636613" y="0"/>
                  </a:lnTo>
                  <a:lnTo>
                    <a:pt x="4636613" y="1153351"/>
                  </a:lnTo>
                  <a:lnTo>
                    <a:pt x="0" y="1153351"/>
                  </a:lnTo>
                  <a:close/>
                </a:path>
              </a:pathLst>
            </a:custGeom>
            <a:solidFill>
              <a:srgbClr val="FFCA0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36" tIns="45718" rIns="91436" bIns="45718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8" name="MH_Other_4"/>
            <p:cNvSpPr>
              <a:spLocks noChangeArrowheads="1" noTextEdit="1"/>
            </p:cNvSpPr>
            <p:nvPr>
              <p:custDataLst>
                <p:tags r:id="rId7"/>
              </p:custDataLst>
            </p:nvPr>
          </p:nvSpPr>
          <p:spPr bwMode="auto">
            <a:xfrm>
              <a:off x="1069951" y="1544630"/>
              <a:ext cx="723900" cy="1139825"/>
            </a:xfrm>
            <a:prstGeom prst="rect">
              <a:avLst/>
            </a:prstGeom>
            <a:solidFill>
              <a:srgbClr val="FFCA08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77" tIns="34290" rIns="68577" bIns="34290"/>
            <a:lstStyle/>
            <a:p>
              <a:pPr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1" name="MH_SubTitle_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95539" y="1714490"/>
              <a:ext cx="8715436" cy="1104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6" tIns="45718" rIns="91436" bIns="45718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indent="457178">
                <a:lnSpc>
                  <a:spcPct val="150000"/>
                </a:lnSpc>
              </a:pPr>
              <a:r>
                <a:rPr lang="en-US" sz="1800" b="1" dirty="0"/>
                <a:t>RHEL 7</a:t>
              </a:r>
              <a:r>
                <a:rPr lang="zh-CN" altLang="en-US" sz="1800" b="1" dirty="0"/>
                <a:t>登录有两种方式：图形方式和命令行方式。默认是图形方式。如果登录的用户名存在，则如图</a:t>
              </a:r>
              <a:r>
                <a:rPr lang="en-US" sz="1800" b="1" dirty="0"/>
                <a:t>1-38</a:t>
              </a:r>
              <a:r>
                <a:rPr lang="zh-CN" altLang="en-US" sz="1800" b="1" dirty="0"/>
                <a:t>所示，单击后出现输入密码提示，输入密码后，即可登录。</a:t>
              </a:r>
            </a:p>
          </p:txBody>
        </p:sp>
        <p:sp>
          <p:nvSpPr>
            <p:cNvPr id="22" name="MH_Other_20"/>
            <p:cNvSpPr/>
            <p:nvPr>
              <p:custDataLst>
                <p:tags r:id="rId9"/>
              </p:custDataLst>
            </p:nvPr>
          </p:nvSpPr>
          <p:spPr>
            <a:xfrm rot="16200000">
              <a:off x="1474499" y="1930128"/>
              <a:ext cx="1081087" cy="446617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>
                    <a:alpha val="27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36" tIns="45718" rIns="91436" bIns="45718"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cxnSp>
        <p:nvCxnSpPr>
          <p:cNvPr id="23" name="MH_Other_23"/>
          <p:cNvCxnSpPr>
            <a:cxnSpLocks noChangeShapeType="1"/>
          </p:cNvCxnSpPr>
          <p:nvPr>
            <p:custDataLst>
              <p:tags r:id="rId5"/>
            </p:custDataLst>
          </p:nvPr>
        </p:nvCxnSpPr>
        <p:spPr bwMode="auto">
          <a:xfrm>
            <a:off x="2524100" y="2071681"/>
            <a:ext cx="0" cy="623887"/>
          </a:xfrm>
          <a:prstGeom prst="line">
            <a:avLst/>
          </a:prstGeom>
          <a:noFill/>
          <a:ln w="19050" algn="ctr">
            <a:solidFill>
              <a:srgbClr val="FFFFFF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矩形 23"/>
          <p:cNvSpPr/>
          <p:nvPr/>
        </p:nvSpPr>
        <p:spPr>
          <a:xfrm>
            <a:off x="5024431" y="3929067"/>
            <a:ext cx="2428892" cy="642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over dir="ld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19"/>
          <p:cNvGrpSpPr/>
          <p:nvPr/>
        </p:nvGrpSpPr>
        <p:grpSpPr>
          <a:xfrm>
            <a:off x="955119" y="1133463"/>
            <a:ext cx="10427295" cy="1652596"/>
            <a:chOff x="883680" y="1133462"/>
            <a:chExt cx="10427294" cy="1389064"/>
          </a:xfrm>
        </p:grpSpPr>
        <p:sp>
          <p:nvSpPr>
            <p:cNvPr id="39" name="MH_Other_6"/>
            <p:cNvSpPr>
              <a:spLocks noChangeArrowheads="1" noTextEdit="1"/>
            </p:cNvSpPr>
            <p:nvPr>
              <p:custDataLst>
                <p:tags r:id="rId2"/>
              </p:custDataLst>
            </p:nvPr>
          </p:nvSpPr>
          <p:spPr bwMode="auto">
            <a:xfrm>
              <a:off x="923897" y="1244588"/>
              <a:ext cx="723900" cy="1141413"/>
            </a:xfrm>
            <a:prstGeom prst="rect">
              <a:avLst/>
            </a:prstGeom>
            <a:solidFill>
              <a:srgbClr val="F8931D"/>
            </a:solidFill>
            <a:ln>
              <a:noFill/>
            </a:ln>
            <a:effectLst>
              <a:outerShdw blurRad="177800" dist="1016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0" name="MH_Other_7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1645680" y="1243001"/>
              <a:ext cx="446617" cy="1277937"/>
            </a:xfrm>
            <a:custGeom>
              <a:avLst/>
              <a:gdLst>
                <a:gd name="T0" fmla="*/ 0 w 58"/>
                <a:gd name="T1" fmla="*/ 204 h 229"/>
                <a:gd name="T2" fmla="*/ 31 w 58"/>
                <a:gd name="T3" fmla="*/ 217 h 229"/>
                <a:gd name="T4" fmla="*/ 58 w 58"/>
                <a:gd name="T5" fmla="*/ 229 h 229"/>
                <a:gd name="T6" fmla="*/ 58 w 58"/>
                <a:gd name="T7" fmla="*/ 183 h 229"/>
                <a:gd name="T8" fmla="*/ 58 w 58"/>
                <a:gd name="T9" fmla="*/ 105 h 229"/>
                <a:gd name="T10" fmla="*/ 58 w 58"/>
                <a:gd name="T11" fmla="*/ 59 h 229"/>
                <a:gd name="T12" fmla="*/ 31 w 58"/>
                <a:gd name="T13" fmla="*/ 32 h 229"/>
                <a:gd name="T14" fmla="*/ 0 w 58"/>
                <a:gd name="T15" fmla="*/ 0 h 229"/>
                <a:gd name="T16" fmla="*/ 0 w 58"/>
                <a:gd name="T17" fmla="*/ 55 h 229"/>
                <a:gd name="T18" fmla="*/ 0 w 58"/>
                <a:gd name="T19" fmla="*/ 148 h 229"/>
                <a:gd name="T20" fmla="*/ 0 w 58"/>
                <a:gd name="T21" fmla="*/ 20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229">
                  <a:moveTo>
                    <a:pt x="0" y="204"/>
                  </a:moveTo>
                  <a:cubicBezTo>
                    <a:pt x="11" y="208"/>
                    <a:pt x="21" y="213"/>
                    <a:pt x="31" y="217"/>
                  </a:cubicBezTo>
                  <a:cubicBezTo>
                    <a:pt x="40" y="221"/>
                    <a:pt x="49" y="225"/>
                    <a:pt x="58" y="229"/>
                  </a:cubicBezTo>
                  <a:cubicBezTo>
                    <a:pt x="58" y="213"/>
                    <a:pt x="58" y="198"/>
                    <a:pt x="58" y="183"/>
                  </a:cubicBezTo>
                  <a:cubicBezTo>
                    <a:pt x="58" y="157"/>
                    <a:pt x="58" y="131"/>
                    <a:pt x="58" y="105"/>
                  </a:cubicBezTo>
                  <a:cubicBezTo>
                    <a:pt x="58" y="90"/>
                    <a:pt x="58" y="74"/>
                    <a:pt x="58" y="59"/>
                  </a:cubicBezTo>
                  <a:cubicBezTo>
                    <a:pt x="49" y="50"/>
                    <a:pt x="40" y="41"/>
                    <a:pt x="31" y="32"/>
                  </a:cubicBezTo>
                  <a:cubicBezTo>
                    <a:pt x="21" y="21"/>
                    <a:pt x="11" y="11"/>
                    <a:pt x="0" y="0"/>
                  </a:cubicBezTo>
                  <a:cubicBezTo>
                    <a:pt x="0" y="18"/>
                    <a:pt x="0" y="37"/>
                    <a:pt x="0" y="55"/>
                  </a:cubicBezTo>
                  <a:cubicBezTo>
                    <a:pt x="0" y="86"/>
                    <a:pt x="0" y="117"/>
                    <a:pt x="0" y="148"/>
                  </a:cubicBezTo>
                  <a:cubicBezTo>
                    <a:pt x="0" y="167"/>
                    <a:pt x="0" y="185"/>
                    <a:pt x="0" y="204"/>
                  </a:cubicBezTo>
                  <a:close/>
                </a:path>
              </a:pathLst>
            </a:custGeom>
            <a:solidFill>
              <a:srgbClr val="F8931D">
                <a:lumMod val="75000"/>
              </a:srgbClr>
            </a:solidFill>
            <a:ln>
              <a:noFill/>
            </a:ln>
          </p:spPr>
          <p:txBody>
            <a:bodyPr lIns="68580" tIns="34290" rIns="68580" bIns="34290"/>
            <a:lstStyle/>
            <a:p>
              <a:pPr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1" name="MH_Other_8"/>
            <p:cNvSpPr/>
            <p:nvPr>
              <p:custDataLst>
                <p:tags r:id="rId4"/>
              </p:custDataLst>
            </p:nvPr>
          </p:nvSpPr>
          <p:spPr>
            <a:xfrm>
              <a:off x="2092296" y="1558913"/>
              <a:ext cx="9218678" cy="963613"/>
            </a:xfrm>
            <a:custGeom>
              <a:avLst/>
              <a:gdLst>
                <a:gd name="connsiteX0" fmla="*/ 0 w 4121103"/>
                <a:gd name="connsiteY0" fmla="*/ 0 h 1153351"/>
                <a:gd name="connsiteX1" fmla="*/ 4121103 w 4121103"/>
                <a:gd name="connsiteY1" fmla="*/ 0 h 1153351"/>
                <a:gd name="connsiteX2" fmla="*/ 4121103 w 4121103"/>
                <a:gd name="connsiteY2" fmla="*/ 1153351 h 1153351"/>
                <a:gd name="connsiteX3" fmla="*/ 0 w 4121103"/>
                <a:gd name="connsiteY3" fmla="*/ 1153351 h 115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21103" h="1153351">
                  <a:moveTo>
                    <a:pt x="0" y="0"/>
                  </a:moveTo>
                  <a:lnTo>
                    <a:pt x="4121103" y="0"/>
                  </a:lnTo>
                  <a:lnTo>
                    <a:pt x="4121103" y="1153351"/>
                  </a:lnTo>
                  <a:lnTo>
                    <a:pt x="0" y="1153351"/>
                  </a:lnTo>
                  <a:close/>
                </a:path>
              </a:pathLst>
            </a:custGeom>
            <a:solidFill>
              <a:srgbClr val="F8931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2" name="MH_Other_18"/>
            <p:cNvSpPr/>
            <p:nvPr>
              <p:custDataLst>
                <p:tags r:id="rId5"/>
              </p:custDataLst>
            </p:nvPr>
          </p:nvSpPr>
          <p:spPr>
            <a:xfrm rot="16200000">
              <a:off x="616186" y="1400956"/>
              <a:ext cx="1335088" cy="80010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>
                    <a:alpha val="48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5" name="MH_Other_21"/>
            <p:cNvSpPr/>
            <p:nvPr>
              <p:custDataLst>
                <p:tags r:id="rId6"/>
              </p:custDataLst>
            </p:nvPr>
          </p:nvSpPr>
          <p:spPr>
            <a:xfrm rot="16200000">
              <a:off x="1328445" y="1642785"/>
              <a:ext cx="1081087" cy="446617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>
                    <a:alpha val="27000"/>
                  </a:sysClr>
                </a:gs>
                <a:gs pos="100000">
                  <a:sysClr val="window" lastClr="FFFFFF">
                    <a:alpha val="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cxnSp>
          <p:nvCxnSpPr>
            <p:cNvPr id="32795" name="MH_Other_24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2381224" y="1785926"/>
              <a:ext cx="0" cy="625475"/>
            </a:xfrm>
            <a:prstGeom prst="line">
              <a:avLst/>
            </a:prstGeom>
            <a:noFill/>
            <a:ln w="19050" algn="ctr">
              <a:solidFill>
                <a:srgbClr val="FFFFFF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00" name="MH_SubTitle_2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381224" y="1571612"/>
              <a:ext cx="8858312" cy="944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defRPr>
              </a:lvl9pPr>
            </a:lstStyle>
            <a:p>
              <a:pPr indent="457178">
                <a:lnSpc>
                  <a:spcPct val="120000"/>
                </a:lnSpc>
              </a:pPr>
              <a:r>
                <a:rPr lang="zh-CN" altLang="en-US" b="1" dirty="0"/>
                <a:t>如果登录的用户名没有存在于列表中，则如图</a:t>
              </a:r>
              <a:r>
                <a:rPr lang="en-US" b="1" dirty="0"/>
                <a:t>1-39</a:t>
              </a:r>
              <a:r>
                <a:rPr lang="zh-CN" altLang="en-US" b="1" dirty="0"/>
                <a:t>所示，单击“未列出？”链接，弹出要求输入用户名的页面，输入用户名，单击“下一步”按钮，弹出要求输入密码的页面，输入密码，单击“登录”按钮，登入系统。</a:t>
              </a:r>
              <a:endParaRPr lang="zh-CN" altLang="en-US" b="1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endParaRPr>
            </a:p>
          </p:txBody>
        </p:sp>
      </p:grpSp>
      <p:pic>
        <p:nvPicPr>
          <p:cNvPr id="74754" name="图片 3376"/>
          <p:cNvPicPr preferRelativeResize="0">
            <a:picLocks noChangeAspect="1" noChangeArrowheads="1"/>
          </p:cNvPicPr>
          <p:nvPr/>
        </p:nvPicPr>
        <p:blipFill>
          <a:blip r:embed="rId10" cstate="print"/>
          <a:srcRect l="34836" t="34045" r="35635" b="36417"/>
          <a:stretch>
            <a:fillRect/>
          </a:stretch>
        </p:blipFill>
        <p:spPr bwMode="auto">
          <a:xfrm>
            <a:off x="952465" y="3264099"/>
            <a:ext cx="3299707" cy="20002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4755" name="图片 3385"/>
          <p:cNvPicPr>
            <a:picLocks noChangeAspect="1" noChangeArrowheads="1"/>
          </p:cNvPicPr>
          <p:nvPr/>
        </p:nvPicPr>
        <p:blipFill>
          <a:blip r:embed="rId11" cstate="print"/>
          <a:srcRect l="35970" t="40826" r="35556" b="35271"/>
          <a:stretch>
            <a:fillRect/>
          </a:stretch>
        </p:blipFill>
        <p:spPr bwMode="auto">
          <a:xfrm>
            <a:off x="4381490" y="3264099"/>
            <a:ext cx="3500463" cy="20002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4756" name="图片 3390"/>
          <p:cNvPicPr>
            <a:picLocks noChangeAspect="1" noChangeArrowheads="1"/>
          </p:cNvPicPr>
          <p:nvPr/>
        </p:nvPicPr>
        <p:blipFill>
          <a:blip r:embed="rId12" cstate="print"/>
          <a:srcRect l="36292" t="41736" r="35789" b="33813"/>
          <a:stretch>
            <a:fillRect/>
          </a:stretch>
        </p:blipFill>
        <p:spPr bwMode="auto">
          <a:xfrm>
            <a:off x="7990413" y="3264099"/>
            <a:ext cx="3606315" cy="20002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6" name="矩形 45"/>
          <p:cNvSpPr/>
          <p:nvPr/>
        </p:nvSpPr>
        <p:spPr>
          <a:xfrm>
            <a:off x="4667240" y="5478680"/>
            <a:ext cx="3664778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1-39  RHEL 7</a:t>
            </a:r>
            <a:r>
              <a:rPr lang="zh-CN" altLang="en-US" sz="1500" dirty="0"/>
              <a:t>未列出用户的图形登录界面</a:t>
            </a:r>
          </a:p>
        </p:txBody>
      </p:sp>
      <p:sp>
        <p:nvSpPr>
          <p:cNvPr id="47" name="矩形 46"/>
          <p:cNvSpPr/>
          <p:nvPr/>
        </p:nvSpPr>
        <p:spPr>
          <a:xfrm>
            <a:off x="1023903" y="4549983"/>
            <a:ext cx="714380" cy="428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452925" y="3692727"/>
            <a:ext cx="3357587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061851" y="3621289"/>
            <a:ext cx="3500463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705055" y="4549985"/>
            <a:ext cx="857256" cy="6429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7549026"/>
      </p:ext>
    </p:extLst>
  </p:cSld>
  <p:clrMapOvr>
    <a:masterClrMapping/>
  </p:clrMapOvr>
  <p:transition spd="slow">
    <p:pull dir="ld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H_Other_1"/>
          <p:cNvSpPr/>
          <p:nvPr>
            <p:custDataLst>
              <p:tags r:id="rId1"/>
            </p:custDataLst>
          </p:nvPr>
        </p:nvSpPr>
        <p:spPr>
          <a:xfrm>
            <a:off x="1809721" y="1355713"/>
            <a:ext cx="3357587" cy="896687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b="1" dirty="0"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MH_Other_2"/>
          <p:cNvSpPr/>
          <p:nvPr>
            <p:custDataLst>
              <p:tags r:id="rId2"/>
            </p:custDataLst>
          </p:nvPr>
        </p:nvSpPr>
        <p:spPr>
          <a:xfrm>
            <a:off x="2381227" y="1214423"/>
            <a:ext cx="2320647" cy="1137693"/>
          </a:xfrm>
          <a:custGeom>
            <a:avLst/>
            <a:gdLst>
              <a:gd name="connsiteX0" fmla="*/ 602379 w 1204758"/>
              <a:gd name="connsiteY0" fmla="*/ 0 h 575726"/>
              <a:gd name="connsiteX1" fmla="*/ 1195447 w 1204758"/>
              <a:gd name="connsiteY1" fmla="*/ 483365 h 575726"/>
              <a:gd name="connsiteX2" fmla="*/ 1204758 w 1204758"/>
              <a:gd name="connsiteY2" fmla="*/ 575726 h 575726"/>
              <a:gd name="connsiteX3" fmla="*/ 0 w 1204758"/>
              <a:gd name="connsiteY3" fmla="*/ 575726 h 575726"/>
              <a:gd name="connsiteX4" fmla="*/ 9311 w 1204758"/>
              <a:gd name="connsiteY4" fmla="*/ 483365 h 575726"/>
              <a:gd name="connsiteX5" fmla="*/ 602379 w 1204758"/>
              <a:gd name="connsiteY5" fmla="*/ 0 h 575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4758" h="575726">
                <a:moveTo>
                  <a:pt x="602379" y="0"/>
                </a:moveTo>
                <a:cubicBezTo>
                  <a:pt x="894922" y="0"/>
                  <a:pt x="1138999" y="207509"/>
                  <a:pt x="1195447" y="483365"/>
                </a:cubicBezTo>
                <a:lnTo>
                  <a:pt x="1204758" y="575726"/>
                </a:lnTo>
                <a:lnTo>
                  <a:pt x="0" y="575726"/>
                </a:lnTo>
                <a:lnTo>
                  <a:pt x="9311" y="483365"/>
                </a:lnTo>
                <a:cubicBezTo>
                  <a:pt x="65759" y="207509"/>
                  <a:pt x="309836" y="0"/>
                  <a:pt x="602379" y="0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01A5B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b="1" dirty="0">
              <a:solidFill>
                <a:srgbClr val="01A5B3"/>
              </a:solidFill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MH_SubTitle_1"/>
          <p:cNvSpPr/>
          <p:nvPr>
            <p:custDataLst>
              <p:tags r:id="rId3"/>
            </p:custDataLst>
          </p:nvPr>
        </p:nvSpPr>
        <p:spPr>
          <a:xfrm>
            <a:off x="1595407" y="1857365"/>
            <a:ext cx="4000528" cy="4214843"/>
          </a:xfrm>
          <a:custGeom>
            <a:avLst/>
            <a:gdLst>
              <a:gd name="connsiteX0" fmla="*/ 0 w 1337733"/>
              <a:gd name="connsiteY0" fmla="*/ 0 h 1811867"/>
              <a:gd name="connsiteX1" fmla="*/ 149970 w 1337733"/>
              <a:gd name="connsiteY1" fmla="*/ 0 h 1811867"/>
              <a:gd name="connsiteX2" fmla="*/ 184150 w 1337733"/>
              <a:gd name="connsiteY2" fmla="*/ 101600 h 1811867"/>
              <a:gd name="connsiteX3" fmla="*/ 1153583 w 1337733"/>
              <a:gd name="connsiteY3" fmla="*/ 101600 h 1811867"/>
              <a:gd name="connsiteX4" fmla="*/ 1187763 w 1337733"/>
              <a:gd name="connsiteY4" fmla="*/ 0 h 1811867"/>
              <a:gd name="connsiteX5" fmla="*/ 1337733 w 1337733"/>
              <a:gd name="connsiteY5" fmla="*/ 0 h 1811867"/>
              <a:gd name="connsiteX6" fmla="*/ 1337733 w 1337733"/>
              <a:gd name="connsiteY6" fmla="*/ 1811867 h 1811867"/>
              <a:gd name="connsiteX7" fmla="*/ 0 w 1337733"/>
              <a:gd name="connsiteY7" fmla="*/ 1811867 h 181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7733" h="1811867">
                <a:moveTo>
                  <a:pt x="0" y="0"/>
                </a:moveTo>
                <a:lnTo>
                  <a:pt x="149970" y="0"/>
                </a:lnTo>
                <a:lnTo>
                  <a:pt x="184150" y="101600"/>
                </a:lnTo>
                <a:lnTo>
                  <a:pt x="1153583" y="101600"/>
                </a:lnTo>
                <a:lnTo>
                  <a:pt x="1187763" y="0"/>
                </a:lnTo>
                <a:lnTo>
                  <a:pt x="1337733" y="0"/>
                </a:lnTo>
                <a:lnTo>
                  <a:pt x="1337733" y="1811867"/>
                </a:lnTo>
                <a:lnTo>
                  <a:pt x="0" y="1811867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143992" rIns="91436" bIns="71997" anchor="ctr">
            <a:normAutofit/>
          </a:bodyPr>
          <a:lstStyle/>
          <a:p>
            <a:pPr indent="457178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在图形界面模式下（必须使用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账号登录），打开“应用程序→终端”</a:t>
            </a:r>
            <a:endParaRPr lang="en-US" altLang="zh-C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7178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在终端中输入“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 3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”，即可进入命令行界面登录模式。在命令行界面登录模式下，如图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1-40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所示，依次输入用户名和密码，可以命令行界面登入系统。</a:t>
            </a:r>
            <a:endParaRPr lang="en-US" altLang="zh-C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457178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在命令行界面下，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用户可以通过输入 “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init 5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”切换到图形界面模式</a:t>
            </a:r>
            <a:r>
              <a:rPr lang="en-US" altLang="zh-CN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5778" name="图片 6181"/>
          <p:cNvPicPr>
            <a:picLocks noChangeAspect="1" noChangeArrowheads="1"/>
          </p:cNvPicPr>
          <p:nvPr/>
        </p:nvPicPr>
        <p:blipFill>
          <a:blip r:embed="rId5" cstate="print"/>
          <a:srcRect t="5513" b="3412"/>
          <a:stretch>
            <a:fillRect/>
          </a:stretch>
        </p:blipFill>
        <p:spPr bwMode="auto">
          <a:xfrm>
            <a:off x="6167439" y="3000374"/>
            <a:ext cx="5162908" cy="18573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7596201" y="5143514"/>
            <a:ext cx="2702976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1-40  RHEL 7</a:t>
            </a:r>
            <a:r>
              <a:rPr lang="zh-CN" altLang="en-US" sz="1500" dirty="0"/>
              <a:t>命令行登录界面</a:t>
            </a:r>
          </a:p>
        </p:txBody>
      </p:sp>
    </p:spTree>
  </p:cSld>
  <p:clrMapOvr>
    <a:masterClrMapping/>
  </p:clrMapOvr>
  <p:transition>
    <p:cover dir="ld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H_Other_3"/>
          <p:cNvSpPr/>
          <p:nvPr>
            <p:custDataLst>
              <p:tags r:id="rId2"/>
            </p:custDataLst>
          </p:nvPr>
        </p:nvSpPr>
        <p:spPr>
          <a:xfrm>
            <a:off x="1381093" y="1570026"/>
            <a:ext cx="2502955" cy="784601"/>
          </a:xfrm>
          <a:prstGeom prst="trapezoid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b="1" dirty="0"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MH_Other_4"/>
          <p:cNvSpPr/>
          <p:nvPr>
            <p:custDataLst>
              <p:tags r:id="rId3"/>
            </p:custDataLst>
          </p:nvPr>
        </p:nvSpPr>
        <p:spPr>
          <a:xfrm>
            <a:off x="1677427" y="1490651"/>
            <a:ext cx="1765711" cy="995481"/>
          </a:xfrm>
          <a:custGeom>
            <a:avLst/>
            <a:gdLst>
              <a:gd name="connsiteX0" fmla="*/ 602379 w 1204758"/>
              <a:gd name="connsiteY0" fmla="*/ 0 h 575726"/>
              <a:gd name="connsiteX1" fmla="*/ 1195447 w 1204758"/>
              <a:gd name="connsiteY1" fmla="*/ 483365 h 575726"/>
              <a:gd name="connsiteX2" fmla="*/ 1204758 w 1204758"/>
              <a:gd name="connsiteY2" fmla="*/ 575726 h 575726"/>
              <a:gd name="connsiteX3" fmla="*/ 0 w 1204758"/>
              <a:gd name="connsiteY3" fmla="*/ 575726 h 575726"/>
              <a:gd name="connsiteX4" fmla="*/ 9311 w 1204758"/>
              <a:gd name="connsiteY4" fmla="*/ 483365 h 575726"/>
              <a:gd name="connsiteX5" fmla="*/ 602379 w 1204758"/>
              <a:gd name="connsiteY5" fmla="*/ 0 h 575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4758" h="575726">
                <a:moveTo>
                  <a:pt x="602379" y="0"/>
                </a:moveTo>
                <a:cubicBezTo>
                  <a:pt x="894922" y="0"/>
                  <a:pt x="1138999" y="207509"/>
                  <a:pt x="1195447" y="483365"/>
                </a:cubicBezTo>
                <a:lnTo>
                  <a:pt x="1204758" y="575726"/>
                </a:lnTo>
                <a:lnTo>
                  <a:pt x="0" y="575726"/>
                </a:lnTo>
                <a:lnTo>
                  <a:pt x="9311" y="483365"/>
                </a:lnTo>
                <a:cubicBezTo>
                  <a:pt x="65759" y="207509"/>
                  <a:pt x="309836" y="0"/>
                  <a:pt x="602379" y="0"/>
                </a:cubicBezTo>
                <a:close/>
              </a:path>
            </a:pathLst>
          </a:custGeom>
          <a:solidFill>
            <a:srgbClr val="FFFFFF"/>
          </a:solidFill>
          <a:ln w="3175">
            <a:solidFill>
              <a:srgbClr val="88BC22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b="1" dirty="0">
              <a:solidFill>
                <a:srgbClr val="88BC22"/>
              </a:solidFill>
              <a:latin typeface="Agency FB" panose="020B0503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MH_SubTitle_2"/>
          <p:cNvSpPr/>
          <p:nvPr>
            <p:custDataLst>
              <p:tags r:id="rId4"/>
            </p:custDataLst>
          </p:nvPr>
        </p:nvSpPr>
        <p:spPr>
          <a:xfrm>
            <a:off x="1381093" y="1857364"/>
            <a:ext cx="2500331" cy="4000528"/>
          </a:xfrm>
          <a:custGeom>
            <a:avLst/>
            <a:gdLst>
              <a:gd name="connsiteX0" fmla="*/ 0 w 1337733"/>
              <a:gd name="connsiteY0" fmla="*/ 0 h 1811867"/>
              <a:gd name="connsiteX1" fmla="*/ 149970 w 1337733"/>
              <a:gd name="connsiteY1" fmla="*/ 0 h 1811867"/>
              <a:gd name="connsiteX2" fmla="*/ 184150 w 1337733"/>
              <a:gd name="connsiteY2" fmla="*/ 101600 h 1811867"/>
              <a:gd name="connsiteX3" fmla="*/ 1153583 w 1337733"/>
              <a:gd name="connsiteY3" fmla="*/ 101600 h 1811867"/>
              <a:gd name="connsiteX4" fmla="*/ 1187763 w 1337733"/>
              <a:gd name="connsiteY4" fmla="*/ 0 h 1811867"/>
              <a:gd name="connsiteX5" fmla="*/ 1337733 w 1337733"/>
              <a:gd name="connsiteY5" fmla="*/ 0 h 1811867"/>
              <a:gd name="connsiteX6" fmla="*/ 1337733 w 1337733"/>
              <a:gd name="connsiteY6" fmla="*/ 1811867 h 1811867"/>
              <a:gd name="connsiteX7" fmla="*/ 0 w 1337733"/>
              <a:gd name="connsiteY7" fmla="*/ 1811867 h 1811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37733" h="1811867">
                <a:moveTo>
                  <a:pt x="0" y="0"/>
                </a:moveTo>
                <a:lnTo>
                  <a:pt x="149970" y="0"/>
                </a:lnTo>
                <a:lnTo>
                  <a:pt x="184150" y="101600"/>
                </a:lnTo>
                <a:lnTo>
                  <a:pt x="1153583" y="101600"/>
                </a:lnTo>
                <a:lnTo>
                  <a:pt x="1187763" y="0"/>
                </a:lnTo>
                <a:lnTo>
                  <a:pt x="1337733" y="0"/>
                </a:lnTo>
                <a:lnTo>
                  <a:pt x="1337733" y="1811867"/>
                </a:lnTo>
                <a:lnTo>
                  <a:pt x="0" y="1811867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143992" rIns="91436" bIns="71997" anchor="ctr">
            <a:normAutofit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如图</a:t>
            </a:r>
            <a:r>
              <a:rPr lang="en-US" sz="2000" b="1" dirty="0">
                <a:solidFill>
                  <a:schemeClr val="tx1"/>
                </a:solidFill>
              </a:rPr>
              <a:t>1-41</a:t>
            </a:r>
            <a:r>
              <a:rPr lang="zh-CN" altLang="en-US" sz="2000" b="1" dirty="0">
                <a:solidFill>
                  <a:schemeClr val="tx1"/>
                </a:solidFill>
              </a:rPr>
              <a:t>所示，可以通过图形界面右上角的“</a:t>
            </a:r>
            <a:r>
              <a:rPr lang="en-US" sz="2000" b="1" dirty="0">
                <a:solidFill>
                  <a:schemeClr val="tx1"/>
                </a:solidFill>
              </a:rPr>
              <a:t>x</a:t>
            </a:r>
            <a:r>
              <a:rPr lang="zh-CN" altLang="en-US" sz="2000" b="1" dirty="0">
                <a:solidFill>
                  <a:schemeClr val="tx1"/>
                </a:solidFill>
              </a:rPr>
              <a:t>用户名”下拉菜单来注销用户、锁定、关机或者重启。如果是命令行界面登录的，可以通过执行“</a:t>
            </a:r>
            <a:r>
              <a:rPr lang="en-US" sz="2000" b="1" dirty="0">
                <a:solidFill>
                  <a:schemeClr val="tx1"/>
                </a:solidFill>
              </a:rPr>
              <a:t>logout</a:t>
            </a:r>
            <a:r>
              <a:rPr lang="zh-CN" altLang="en-US" sz="2000" b="1" dirty="0">
                <a:solidFill>
                  <a:schemeClr val="tx1"/>
                </a:solidFill>
              </a:rPr>
              <a:t>”命令退出。</a:t>
            </a:r>
          </a:p>
        </p:txBody>
      </p:sp>
      <p:pic>
        <p:nvPicPr>
          <p:cNvPr id="76802" name="图片 618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67242" y="2214555"/>
            <a:ext cx="2474481" cy="32147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6803" name="图片 619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24762" y="4000505"/>
            <a:ext cx="3849455" cy="1357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20" name="矩形 19"/>
          <p:cNvSpPr/>
          <p:nvPr/>
        </p:nvSpPr>
        <p:spPr>
          <a:xfrm>
            <a:off x="6881818" y="5621556"/>
            <a:ext cx="174117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1-41  RHEL 7</a:t>
            </a:r>
            <a:r>
              <a:rPr lang="zh-CN" altLang="en-US" sz="1500" dirty="0"/>
              <a:t>退出</a:t>
            </a:r>
          </a:p>
        </p:txBody>
      </p:sp>
      <p:sp>
        <p:nvSpPr>
          <p:cNvPr id="25" name="矩形 24"/>
          <p:cNvSpPr/>
          <p:nvPr/>
        </p:nvSpPr>
        <p:spPr>
          <a:xfrm>
            <a:off x="9239272" y="5072075"/>
            <a:ext cx="571504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667242" y="4214819"/>
            <a:ext cx="2428892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53191" y="2214553"/>
            <a:ext cx="642943" cy="2857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cover dir="ld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89" y="1071549"/>
            <a:ext cx="2412195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1.3.3  RHEL 7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b="1" dirty="0">
                <a:solidFill>
                  <a:srgbClr val="3B79CE"/>
                </a:solidFill>
                <a:latin typeface="Times New Roman" pitchFamily="18" charset="0"/>
                <a:cs typeface="Times New Roman" pitchFamily="18" charset="0"/>
              </a:rPr>
              <a:t>Shell</a:t>
            </a:r>
            <a:endParaRPr lang="zh-CN" altLang="en-US" b="1" dirty="0">
              <a:solidFill>
                <a:srgbClr val="3B79CE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MH_Other_1"/>
          <p:cNvSpPr/>
          <p:nvPr>
            <p:custDataLst>
              <p:tags r:id="rId1"/>
            </p:custDataLst>
          </p:nvPr>
        </p:nvSpPr>
        <p:spPr>
          <a:xfrm>
            <a:off x="2870183" y="2001831"/>
            <a:ext cx="6076951" cy="2728912"/>
          </a:xfrm>
          <a:prstGeom prst="roundRect">
            <a:avLst>
              <a:gd name="adj" fmla="val 3901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8" name="MH_Other_2"/>
          <p:cNvSpPr/>
          <p:nvPr>
            <p:custDataLst>
              <p:tags r:id="rId2"/>
            </p:custDataLst>
          </p:nvPr>
        </p:nvSpPr>
        <p:spPr>
          <a:xfrm>
            <a:off x="3238483" y="2285992"/>
            <a:ext cx="6076951" cy="3367088"/>
          </a:xfrm>
          <a:custGeom>
            <a:avLst/>
            <a:gdLst>
              <a:gd name="connsiteX0" fmla="*/ 106446 w 4557485"/>
              <a:gd name="connsiteY0" fmla="*/ 0 h 3367314"/>
              <a:gd name="connsiteX1" fmla="*/ 4451039 w 4557485"/>
              <a:gd name="connsiteY1" fmla="*/ 0 h 3367314"/>
              <a:gd name="connsiteX2" fmla="*/ 4557485 w 4557485"/>
              <a:gd name="connsiteY2" fmla="*/ 106446 h 3367314"/>
              <a:gd name="connsiteX3" fmla="*/ 4557485 w 4557485"/>
              <a:gd name="connsiteY3" fmla="*/ 2622239 h 3367314"/>
              <a:gd name="connsiteX4" fmla="*/ 4451039 w 4557485"/>
              <a:gd name="connsiteY4" fmla="*/ 2728685 h 3367314"/>
              <a:gd name="connsiteX5" fmla="*/ 3773714 w 4557485"/>
              <a:gd name="connsiteY5" fmla="*/ 2728685 h 3367314"/>
              <a:gd name="connsiteX6" fmla="*/ 3773714 w 4557485"/>
              <a:gd name="connsiteY6" fmla="*/ 3367314 h 3367314"/>
              <a:gd name="connsiteX7" fmla="*/ 3135085 w 4557485"/>
              <a:gd name="connsiteY7" fmla="*/ 2728685 h 3367314"/>
              <a:gd name="connsiteX8" fmla="*/ 106446 w 4557485"/>
              <a:gd name="connsiteY8" fmla="*/ 2728685 h 3367314"/>
              <a:gd name="connsiteX9" fmla="*/ 0 w 4557485"/>
              <a:gd name="connsiteY9" fmla="*/ 2622239 h 3367314"/>
              <a:gd name="connsiteX10" fmla="*/ 0 w 4557485"/>
              <a:gd name="connsiteY10" fmla="*/ 106446 h 3367314"/>
              <a:gd name="connsiteX11" fmla="*/ 106446 w 4557485"/>
              <a:gd name="connsiteY11" fmla="*/ 0 h 3367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57485" h="3367314">
                <a:moveTo>
                  <a:pt x="106446" y="0"/>
                </a:moveTo>
                <a:lnTo>
                  <a:pt x="4451039" y="0"/>
                </a:lnTo>
                <a:cubicBezTo>
                  <a:pt x="4509828" y="0"/>
                  <a:pt x="4557485" y="47657"/>
                  <a:pt x="4557485" y="106446"/>
                </a:cubicBezTo>
                <a:lnTo>
                  <a:pt x="4557485" y="2622239"/>
                </a:lnTo>
                <a:cubicBezTo>
                  <a:pt x="4557485" y="2681028"/>
                  <a:pt x="4509828" y="2728685"/>
                  <a:pt x="4451039" y="2728685"/>
                </a:cubicBezTo>
                <a:lnTo>
                  <a:pt x="3773714" y="2728685"/>
                </a:lnTo>
                <a:lnTo>
                  <a:pt x="3773714" y="3367314"/>
                </a:lnTo>
                <a:lnTo>
                  <a:pt x="3135085" y="2728685"/>
                </a:lnTo>
                <a:lnTo>
                  <a:pt x="106446" y="2728685"/>
                </a:lnTo>
                <a:cubicBezTo>
                  <a:pt x="47657" y="2728685"/>
                  <a:pt x="0" y="2681028"/>
                  <a:pt x="0" y="2622239"/>
                </a:cubicBezTo>
                <a:lnTo>
                  <a:pt x="0" y="106446"/>
                </a:lnTo>
                <a:cubicBezTo>
                  <a:pt x="0" y="47657"/>
                  <a:pt x="47657" y="0"/>
                  <a:pt x="106446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9" name="MH_Desc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29601" y="2647943"/>
            <a:ext cx="4373033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indent="457178">
              <a:lnSpc>
                <a:spcPct val="120000"/>
              </a:lnSpc>
            </a:pPr>
            <a:r>
              <a:rPr lang="en-US" b="1" dirty="0"/>
              <a:t>Shell</a:t>
            </a:r>
            <a:r>
              <a:rPr lang="zh-CN" altLang="en-US" b="1" dirty="0"/>
              <a:t>即</a:t>
            </a:r>
            <a:r>
              <a:rPr lang="en-US" b="1" dirty="0"/>
              <a:t>Linux</a:t>
            </a:r>
            <a:r>
              <a:rPr lang="zh-CN" altLang="en-US" b="1" dirty="0"/>
              <a:t>系统的外壳，它介于</a:t>
            </a:r>
            <a:r>
              <a:rPr lang="en-US" b="1" dirty="0"/>
              <a:t>Linux</a:t>
            </a:r>
            <a:r>
              <a:rPr lang="zh-CN" altLang="en-US" b="1" dirty="0"/>
              <a:t>内核与用户之间，起到了用户与</a:t>
            </a:r>
            <a:r>
              <a:rPr lang="en-US" b="1" dirty="0"/>
              <a:t>Linux</a:t>
            </a:r>
            <a:r>
              <a:rPr lang="zh-CN" altLang="en-US" b="1" dirty="0"/>
              <a:t>内核间的桥梁作用。通过</a:t>
            </a:r>
            <a:r>
              <a:rPr lang="en-US" b="1" dirty="0"/>
              <a:t>Shell</a:t>
            </a:r>
            <a:r>
              <a:rPr lang="zh-CN" altLang="en-US" b="1" dirty="0"/>
              <a:t>，用户可以向</a:t>
            </a:r>
            <a:r>
              <a:rPr lang="en-US" b="1" dirty="0"/>
              <a:t>Linux</a:t>
            </a:r>
            <a:r>
              <a:rPr lang="zh-CN" altLang="en-US" b="1" dirty="0"/>
              <a:t>内核输入命令，并从</a:t>
            </a:r>
            <a:r>
              <a:rPr lang="en-US" b="1" dirty="0"/>
              <a:t>Linux</a:t>
            </a:r>
            <a:r>
              <a:rPr lang="zh-CN" altLang="en-US" b="1" dirty="0"/>
              <a:t>内核得到运行结果的反馈。</a:t>
            </a:r>
          </a:p>
        </p:txBody>
      </p:sp>
      <p:sp>
        <p:nvSpPr>
          <p:cNvPr id="20" name="MH_Other_3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560213" y="2674931"/>
            <a:ext cx="501651" cy="285751"/>
          </a:xfrm>
          <a:custGeom>
            <a:avLst/>
            <a:gdLst>
              <a:gd name="T0" fmla="*/ 373803 w 376733"/>
              <a:gd name="T1" fmla="*/ 1221 h 285293"/>
              <a:gd name="T2" fmla="*/ 376238 w 376733"/>
              <a:gd name="T3" fmla="*/ 3663 h 285293"/>
              <a:gd name="T4" fmla="*/ 368933 w 376733"/>
              <a:gd name="T5" fmla="*/ 17096 h 285293"/>
              <a:gd name="T6" fmla="*/ 334231 w 376733"/>
              <a:gd name="T7" fmla="*/ 83649 h 285293"/>
              <a:gd name="T8" fmla="*/ 322663 w 376733"/>
              <a:gd name="T9" fmla="*/ 146538 h 285293"/>
              <a:gd name="T10" fmla="*/ 339710 w 376733"/>
              <a:gd name="T11" fmla="*/ 214923 h 285293"/>
              <a:gd name="T12" fmla="*/ 344581 w 376733"/>
              <a:gd name="T13" fmla="*/ 238735 h 285293"/>
              <a:gd name="T14" fmla="*/ 319619 w 376733"/>
              <a:gd name="T15" fmla="*/ 264380 h 285293"/>
              <a:gd name="T16" fmla="*/ 272742 w 376733"/>
              <a:gd name="T17" fmla="*/ 277201 h 285293"/>
              <a:gd name="T18" fmla="*/ 227691 w 376733"/>
              <a:gd name="T19" fmla="*/ 263769 h 285293"/>
              <a:gd name="T20" fmla="*/ 204557 w 376733"/>
              <a:gd name="T21" fmla="*/ 213091 h 285293"/>
              <a:gd name="T22" fmla="*/ 230735 w 376733"/>
              <a:gd name="T23" fmla="*/ 123336 h 285293"/>
              <a:gd name="T24" fmla="*/ 309879 w 376733"/>
              <a:gd name="T25" fmla="*/ 36024 h 285293"/>
              <a:gd name="T26" fmla="*/ 373803 w 376733"/>
              <a:gd name="T27" fmla="*/ 1221 h 285293"/>
              <a:gd name="T28" fmla="*/ 235606 w 376733"/>
              <a:gd name="T29" fmla="*/ 0 h 285293"/>
              <a:gd name="T30" fmla="*/ 242302 w 376733"/>
              <a:gd name="T31" fmla="*/ 2442 h 285293"/>
              <a:gd name="T32" fmla="*/ 232562 w 376733"/>
              <a:gd name="T33" fmla="*/ 14653 h 285293"/>
              <a:gd name="T34" fmla="*/ 159506 w 376733"/>
              <a:gd name="T35" fmla="*/ 101355 h 285293"/>
              <a:gd name="T36" fmla="*/ 136372 w 376733"/>
              <a:gd name="T37" fmla="*/ 175846 h 285293"/>
              <a:gd name="T38" fmla="*/ 140633 w 376733"/>
              <a:gd name="T39" fmla="*/ 219808 h 285293"/>
              <a:gd name="T40" fmla="*/ 144894 w 376733"/>
              <a:gd name="T41" fmla="*/ 240567 h 285293"/>
              <a:gd name="T42" fmla="*/ 121152 w 376733"/>
              <a:gd name="T43" fmla="*/ 272927 h 285293"/>
              <a:gd name="T44" fmla="*/ 77318 w 376733"/>
              <a:gd name="T45" fmla="*/ 285750 h 285293"/>
              <a:gd name="T46" fmla="*/ 28614 w 376733"/>
              <a:gd name="T47" fmla="*/ 268043 h 285293"/>
              <a:gd name="T48" fmla="*/ 0 w 376733"/>
              <a:gd name="T49" fmla="*/ 216144 h 285293"/>
              <a:gd name="T50" fmla="*/ 10959 w 376733"/>
              <a:gd name="T51" fmla="*/ 176456 h 285293"/>
              <a:gd name="T52" fmla="*/ 54184 w 376733"/>
              <a:gd name="T53" fmla="*/ 116620 h 285293"/>
              <a:gd name="T54" fmla="*/ 123586 w 376733"/>
              <a:gd name="T55" fmla="*/ 50067 h 285293"/>
              <a:gd name="T56" fmla="*/ 194816 w 376733"/>
              <a:gd name="T57" fmla="*/ 11601 h 285293"/>
              <a:gd name="T58" fmla="*/ 235606 w 376733"/>
              <a:gd name="T59" fmla="*/ 0 h 28529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376733" h="285293">
                <a:moveTo>
                  <a:pt x="374295" y="1219"/>
                </a:moveTo>
                <a:cubicBezTo>
                  <a:pt x="375920" y="1219"/>
                  <a:pt x="376733" y="2032"/>
                  <a:pt x="376733" y="3657"/>
                </a:cubicBezTo>
                <a:cubicBezTo>
                  <a:pt x="376733" y="6096"/>
                  <a:pt x="374295" y="10566"/>
                  <a:pt x="369418" y="17069"/>
                </a:cubicBezTo>
                <a:cubicBezTo>
                  <a:pt x="353975" y="36576"/>
                  <a:pt x="342392" y="58725"/>
                  <a:pt x="334671" y="83515"/>
                </a:cubicBezTo>
                <a:cubicBezTo>
                  <a:pt x="326949" y="108305"/>
                  <a:pt x="323088" y="129235"/>
                  <a:pt x="323088" y="146304"/>
                </a:cubicBezTo>
                <a:cubicBezTo>
                  <a:pt x="323088" y="163373"/>
                  <a:pt x="328778" y="186131"/>
                  <a:pt x="340157" y="214579"/>
                </a:cubicBezTo>
                <a:cubicBezTo>
                  <a:pt x="343408" y="221894"/>
                  <a:pt x="345034" y="229819"/>
                  <a:pt x="345034" y="238353"/>
                </a:cubicBezTo>
                <a:cubicBezTo>
                  <a:pt x="345034" y="246888"/>
                  <a:pt x="336703" y="255422"/>
                  <a:pt x="320040" y="263957"/>
                </a:cubicBezTo>
                <a:cubicBezTo>
                  <a:pt x="303378" y="272491"/>
                  <a:pt x="287732" y="276758"/>
                  <a:pt x="273101" y="276758"/>
                </a:cubicBezTo>
                <a:cubicBezTo>
                  <a:pt x="258471" y="276758"/>
                  <a:pt x="243434" y="272288"/>
                  <a:pt x="227991" y="263347"/>
                </a:cubicBezTo>
                <a:cubicBezTo>
                  <a:pt x="212548" y="254406"/>
                  <a:pt x="204826" y="237541"/>
                  <a:pt x="204826" y="212750"/>
                </a:cubicBezTo>
                <a:cubicBezTo>
                  <a:pt x="204826" y="187960"/>
                  <a:pt x="213564" y="158089"/>
                  <a:pt x="231039" y="123139"/>
                </a:cubicBezTo>
                <a:cubicBezTo>
                  <a:pt x="248514" y="88189"/>
                  <a:pt x="274930" y="59131"/>
                  <a:pt x="310287" y="35966"/>
                </a:cubicBezTo>
                <a:cubicBezTo>
                  <a:pt x="345644" y="12801"/>
                  <a:pt x="366980" y="1219"/>
                  <a:pt x="374295" y="1219"/>
                </a:cubicBezTo>
                <a:close/>
                <a:moveTo>
                  <a:pt x="235916" y="0"/>
                </a:moveTo>
                <a:cubicBezTo>
                  <a:pt x="240386" y="0"/>
                  <a:pt x="242621" y="813"/>
                  <a:pt x="242621" y="2438"/>
                </a:cubicBezTo>
                <a:cubicBezTo>
                  <a:pt x="242621" y="4877"/>
                  <a:pt x="239370" y="8941"/>
                  <a:pt x="232868" y="14630"/>
                </a:cubicBezTo>
                <a:cubicBezTo>
                  <a:pt x="199543" y="42265"/>
                  <a:pt x="175159" y="71120"/>
                  <a:pt x="159716" y="101193"/>
                </a:cubicBezTo>
                <a:cubicBezTo>
                  <a:pt x="144272" y="131267"/>
                  <a:pt x="136551" y="156057"/>
                  <a:pt x="136551" y="175565"/>
                </a:cubicBezTo>
                <a:cubicBezTo>
                  <a:pt x="136551" y="195072"/>
                  <a:pt x="137973" y="209702"/>
                  <a:pt x="140818" y="219456"/>
                </a:cubicBezTo>
                <a:cubicBezTo>
                  <a:pt x="143663" y="229209"/>
                  <a:pt x="145085" y="236118"/>
                  <a:pt x="145085" y="240182"/>
                </a:cubicBezTo>
                <a:cubicBezTo>
                  <a:pt x="145085" y="253187"/>
                  <a:pt x="137160" y="263957"/>
                  <a:pt x="121311" y="272491"/>
                </a:cubicBezTo>
                <a:cubicBezTo>
                  <a:pt x="105461" y="281025"/>
                  <a:pt x="90831" y="285293"/>
                  <a:pt x="77420" y="285293"/>
                </a:cubicBezTo>
                <a:cubicBezTo>
                  <a:pt x="64008" y="285293"/>
                  <a:pt x="47752" y="279400"/>
                  <a:pt x="28652" y="267614"/>
                </a:cubicBezTo>
                <a:cubicBezTo>
                  <a:pt x="9551" y="255829"/>
                  <a:pt x="0" y="238557"/>
                  <a:pt x="0" y="215798"/>
                </a:cubicBezTo>
                <a:cubicBezTo>
                  <a:pt x="0" y="202793"/>
                  <a:pt x="3658" y="189585"/>
                  <a:pt x="10973" y="176174"/>
                </a:cubicBezTo>
                <a:cubicBezTo>
                  <a:pt x="18288" y="162763"/>
                  <a:pt x="32716" y="142849"/>
                  <a:pt x="54255" y="116433"/>
                </a:cubicBezTo>
                <a:cubicBezTo>
                  <a:pt x="75794" y="90017"/>
                  <a:pt x="98959" y="67869"/>
                  <a:pt x="123749" y="49987"/>
                </a:cubicBezTo>
                <a:cubicBezTo>
                  <a:pt x="148540" y="32105"/>
                  <a:pt x="172314" y="19304"/>
                  <a:pt x="195072" y="11582"/>
                </a:cubicBezTo>
                <a:cubicBezTo>
                  <a:pt x="217831" y="3861"/>
                  <a:pt x="231445" y="0"/>
                  <a:pt x="235916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lIns="91436" tIns="45718" rIns="91436" bIns="45718"/>
          <a:lstStyle/>
          <a:p>
            <a:endParaRPr lang="zh-CN" altLang="en-US"/>
          </a:p>
        </p:txBody>
      </p:sp>
      <p:sp>
        <p:nvSpPr>
          <p:cNvPr id="21" name="MH_Other_4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10800000">
            <a:off x="8411613" y="4405305"/>
            <a:ext cx="501651" cy="284163"/>
          </a:xfrm>
          <a:custGeom>
            <a:avLst/>
            <a:gdLst>
              <a:gd name="T0" fmla="*/ 373803 w 376733"/>
              <a:gd name="T1" fmla="*/ 1214 h 285293"/>
              <a:gd name="T2" fmla="*/ 376238 w 376733"/>
              <a:gd name="T3" fmla="*/ 3643 h 285293"/>
              <a:gd name="T4" fmla="*/ 368933 w 376733"/>
              <a:gd name="T5" fmla="*/ 17001 h 285293"/>
              <a:gd name="T6" fmla="*/ 334231 w 376733"/>
              <a:gd name="T7" fmla="*/ 83184 h 285293"/>
              <a:gd name="T8" fmla="*/ 322663 w 376733"/>
              <a:gd name="T9" fmla="*/ 145724 h 285293"/>
              <a:gd name="T10" fmla="*/ 339710 w 376733"/>
              <a:gd name="T11" fmla="*/ 213728 h 285293"/>
              <a:gd name="T12" fmla="*/ 344581 w 376733"/>
              <a:gd name="T13" fmla="*/ 237408 h 285293"/>
              <a:gd name="T14" fmla="*/ 319619 w 376733"/>
              <a:gd name="T15" fmla="*/ 262911 h 285293"/>
              <a:gd name="T16" fmla="*/ 272742 w 376733"/>
              <a:gd name="T17" fmla="*/ 275661 h 285293"/>
              <a:gd name="T18" fmla="*/ 227691 w 376733"/>
              <a:gd name="T19" fmla="*/ 262303 h 285293"/>
              <a:gd name="T20" fmla="*/ 204557 w 376733"/>
              <a:gd name="T21" fmla="*/ 211907 h 285293"/>
              <a:gd name="T22" fmla="*/ 230735 w 376733"/>
              <a:gd name="T23" fmla="*/ 122651 h 285293"/>
              <a:gd name="T24" fmla="*/ 309879 w 376733"/>
              <a:gd name="T25" fmla="*/ 35823 h 285293"/>
              <a:gd name="T26" fmla="*/ 373803 w 376733"/>
              <a:gd name="T27" fmla="*/ 1214 h 285293"/>
              <a:gd name="T28" fmla="*/ 235606 w 376733"/>
              <a:gd name="T29" fmla="*/ 0 h 285293"/>
              <a:gd name="T30" fmla="*/ 242302 w 376733"/>
              <a:gd name="T31" fmla="*/ 2428 h 285293"/>
              <a:gd name="T32" fmla="*/ 232562 w 376733"/>
              <a:gd name="T33" fmla="*/ 14572 h 285293"/>
              <a:gd name="T34" fmla="*/ 159506 w 376733"/>
              <a:gd name="T35" fmla="*/ 100792 h 285293"/>
              <a:gd name="T36" fmla="*/ 136372 w 376733"/>
              <a:gd name="T37" fmla="*/ 174869 h 285293"/>
              <a:gd name="T38" fmla="*/ 140633 w 376733"/>
              <a:gd name="T39" fmla="*/ 218586 h 285293"/>
              <a:gd name="T40" fmla="*/ 144894 w 376733"/>
              <a:gd name="T41" fmla="*/ 239230 h 285293"/>
              <a:gd name="T42" fmla="*/ 121152 w 376733"/>
              <a:gd name="T43" fmla="*/ 271411 h 285293"/>
              <a:gd name="T44" fmla="*/ 77318 w 376733"/>
              <a:gd name="T45" fmla="*/ 284162 h 285293"/>
              <a:gd name="T46" fmla="*/ 28614 w 376733"/>
              <a:gd name="T47" fmla="*/ 266553 h 285293"/>
              <a:gd name="T48" fmla="*/ 0 w 376733"/>
              <a:gd name="T49" fmla="*/ 214943 h 285293"/>
              <a:gd name="T50" fmla="*/ 10959 w 376733"/>
              <a:gd name="T51" fmla="*/ 175476 h 285293"/>
              <a:gd name="T52" fmla="*/ 54184 w 376733"/>
              <a:gd name="T53" fmla="*/ 115971 h 285293"/>
              <a:gd name="T54" fmla="*/ 123586 w 376733"/>
              <a:gd name="T55" fmla="*/ 49789 h 285293"/>
              <a:gd name="T56" fmla="*/ 194816 w 376733"/>
              <a:gd name="T57" fmla="*/ 11536 h 285293"/>
              <a:gd name="T58" fmla="*/ 235606 w 376733"/>
              <a:gd name="T59" fmla="*/ 0 h 285293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376733" h="285293">
                <a:moveTo>
                  <a:pt x="374295" y="1219"/>
                </a:moveTo>
                <a:cubicBezTo>
                  <a:pt x="375920" y="1219"/>
                  <a:pt x="376733" y="2032"/>
                  <a:pt x="376733" y="3657"/>
                </a:cubicBezTo>
                <a:cubicBezTo>
                  <a:pt x="376733" y="6096"/>
                  <a:pt x="374295" y="10566"/>
                  <a:pt x="369418" y="17069"/>
                </a:cubicBezTo>
                <a:cubicBezTo>
                  <a:pt x="353975" y="36576"/>
                  <a:pt x="342392" y="58725"/>
                  <a:pt x="334671" y="83515"/>
                </a:cubicBezTo>
                <a:cubicBezTo>
                  <a:pt x="326949" y="108305"/>
                  <a:pt x="323088" y="129235"/>
                  <a:pt x="323088" y="146304"/>
                </a:cubicBezTo>
                <a:cubicBezTo>
                  <a:pt x="323088" y="163373"/>
                  <a:pt x="328778" y="186131"/>
                  <a:pt x="340157" y="214579"/>
                </a:cubicBezTo>
                <a:cubicBezTo>
                  <a:pt x="343408" y="221894"/>
                  <a:pt x="345034" y="229819"/>
                  <a:pt x="345034" y="238353"/>
                </a:cubicBezTo>
                <a:cubicBezTo>
                  <a:pt x="345034" y="246888"/>
                  <a:pt x="336703" y="255422"/>
                  <a:pt x="320040" y="263957"/>
                </a:cubicBezTo>
                <a:cubicBezTo>
                  <a:pt x="303378" y="272491"/>
                  <a:pt x="287732" y="276758"/>
                  <a:pt x="273101" y="276758"/>
                </a:cubicBezTo>
                <a:cubicBezTo>
                  <a:pt x="258471" y="276758"/>
                  <a:pt x="243434" y="272288"/>
                  <a:pt x="227991" y="263347"/>
                </a:cubicBezTo>
                <a:cubicBezTo>
                  <a:pt x="212548" y="254406"/>
                  <a:pt x="204826" y="237541"/>
                  <a:pt x="204826" y="212750"/>
                </a:cubicBezTo>
                <a:cubicBezTo>
                  <a:pt x="204826" y="187960"/>
                  <a:pt x="213564" y="158089"/>
                  <a:pt x="231039" y="123139"/>
                </a:cubicBezTo>
                <a:cubicBezTo>
                  <a:pt x="248514" y="88189"/>
                  <a:pt x="274930" y="59131"/>
                  <a:pt x="310287" y="35966"/>
                </a:cubicBezTo>
                <a:cubicBezTo>
                  <a:pt x="345644" y="12801"/>
                  <a:pt x="366980" y="1219"/>
                  <a:pt x="374295" y="1219"/>
                </a:cubicBezTo>
                <a:close/>
                <a:moveTo>
                  <a:pt x="235916" y="0"/>
                </a:moveTo>
                <a:cubicBezTo>
                  <a:pt x="240386" y="0"/>
                  <a:pt x="242621" y="813"/>
                  <a:pt x="242621" y="2438"/>
                </a:cubicBezTo>
                <a:cubicBezTo>
                  <a:pt x="242621" y="4877"/>
                  <a:pt x="239370" y="8941"/>
                  <a:pt x="232868" y="14630"/>
                </a:cubicBezTo>
                <a:cubicBezTo>
                  <a:pt x="199543" y="42265"/>
                  <a:pt x="175159" y="71120"/>
                  <a:pt x="159716" y="101193"/>
                </a:cubicBezTo>
                <a:cubicBezTo>
                  <a:pt x="144272" y="131267"/>
                  <a:pt x="136551" y="156057"/>
                  <a:pt x="136551" y="175565"/>
                </a:cubicBezTo>
                <a:cubicBezTo>
                  <a:pt x="136551" y="195072"/>
                  <a:pt x="137973" y="209702"/>
                  <a:pt x="140818" y="219456"/>
                </a:cubicBezTo>
                <a:cubicBezTo>
                  <a:pt x="143663" y="229209"/>
                  <a:pt x="145085" y="236118"/>
                  <a:pt x="145085" y="240182"/>
                </a:cubicBezTo>
                <a:cubicBezTo>
                  <a:pt x="145085" y="253187"/>
                  <a:pt x="137160" y="263957"/>
                  <a:pt x="121311" y="272491"/>
                </a:cubicBezTo>
                <a:cubicBezTo>
                  <a:pt x="105461" y="281025"/>
                  <a:pt x="90831" y="285293"/>
                  <a:pt x="77420" y="285293"/>
                </a:cubicBezTo>
                <a:cubicBezTo>
                  <a:pt x="64008" y="285293"/>
                  <a:pt x="47752" y="279400"/>
                  <a:pt x="28652" y="267614"/>
                </a:cubicBezTo>
                <a:cubicBezTo>
                  <a:pt x="9551" y="255829"/>
                  <a:pt x="0" y="238557"/>
                  <a:pt x="0" y="215798"/>
                </a:cubicBezTo>
                <a:cubicBezTo>
                  <a:pt x="0" y="202793"/>
                  <a:pt x="3658" y="189585"/>
                  <a:pt x="10973" y="176174"/>
                </a:cubicBezTo>
                <a:cubicBezTo>
                  <a:pt x="18288" y="162763"/>
                  <a:pt x="32716" y="142849"/>
                  <a:pt x="54255" y="116433"/>
                </a:cubicBezTo>
                <a:cubicBezTo>
                  <a:pt x="75794" y="90017"/>
                  <a:pt x="98959" y="67869"/>
                  <a:pt x="123749" y="49987"/>
                </a:cubicBezTo>
                <a:cubicBezTo>
                  <a:pt x="148540" y="32105"/>
                  <a:pt x="172314" y="19304"/>
                  <a:pt x="195072" y="11582"/>
                </a:cubicBezTo>
                <a:cubicBezTo>
                  <a:pt x="217831" y="3861"/>
                  <a:pt x="231445" y="0"/>
                  <a:pt x="235916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lIns="91436" tIns="45718" rIns="91436" bIns="45718"/>
          <a:lstStyle/>
          <a:p>
            <a:endParaRPr lang="zh-CN" altLang="en-US"/>
          </a:p>
        </p:txBody>
      </p:sp>
    </p:spTree>
  </p:cSld>
  <p:clrMapOvr>
    <a:masterClrMapping/>
  </p:clrMapOvr>
  <p:transition>
    <p:cover dir="ld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Other_1"/>
          <p:cNvSpPr/>
          <p:nvPr>
            <p:custDataLst>
              <p:tags r:id="rId2"/>
            </p:custDataLst>
          </p:nvPr>
        </p:nvSpPr>
        <p:spPr>
          <a:xfrm>
            <a:off x="1716620" y="2379663"/>
            <a:ext cx="1301749" cy="976312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rgbClr val="E059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MH_Other_2"/>
          <p:cNvSpPr/>
          <p:nvPr>
            <p:custDataLst>
              <p:tags r:id="rId3"/>
            </p:custDataLst>
          </p:nvPr>
        </p:nvSpPr>
        <p:spPr>
          <a:xfrm>
            <a:off x="1407584" y="3082927"/>
            <a:ext cx="1919816" cy="255588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rgbClr val="E1583C"/>
          </a:solidFill>
          <a:ln w="3175">
            <a:solidFill>
              <a:srgbClr val="E457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" name="MH_SubTitle_1"/>
          <p:cNvSpPr/>
          <p:nvPr>
            <p:custDataLst>
              <p:tags r:id="rId4"/>
            </p:custDataLst>
          </p:nvPr>
        </p:nvSpPr>
        <p:spPr>
          <a:xfrm>
            <a:off x="1309655" y="3602042"/>
            <a:ext cx="2000264" cy="23987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indent="457178">
              <a:lnSpc>
                <a:spcPct val="12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Bourne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由贝尔实验室的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Steven Bourne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所开发，是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UNIX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系统的默认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，在每种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UNIX/Linux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系统上都可以使用。</a:t>
            </a:r>
          </a:p>
        </p:txBody>
      </p:sp>
      <p:sp>
        <p:nvSpPr>
          <p:cNvPr id="8" name="MH_Other_3"/>
          <p:cNvSpPr/>
          <p:nvPr>
            <p:custDataLst>
              <p:tags r:id="rId5"/>
            </p:custDataLst>
          </p:nvPr>
        </p:nvSpPr>
        <p:spPr>
          <a:xfrm>
            <a:off x="4203704" y="2379663"/>
            <a:ext cx="1299633" cy="976312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rgbClr val="F8A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MH_Other_4"/>
          <p:cNvSpPr/>
          <p:nvPr>
            <p:custDataLst>
              <p:tags r:id="rId6"/>
            </p:custDataLst>
          </p:nvPr>
        </p:nvSpPr>
        <p:spPr>
          <a:xfrm>
            <a:off x="3892551" y="3082927"/>
            <a:ext cx="1919816" cy="255588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rgbClr val="F4A642"/>
          </a:solidFill>
          <a:ln w="3175">
            <a:solidFill>
              <a:srgbClr val="F5A84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MH_SubTitle_2"/>
          <p:cNvSpPr/>
          <p:nvPr>
            <p:custDataLst>
              <p:tags r:id="rId7"/>
            </p:custDataLst>
          </p:nvPr>
        </p:nvSpPr>
        <p:spPr>
          <a:xfrm>
            <a:off x="3892551" y="3602041"/>
            <a:ext cx="1919816" cy="2073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indent="457178">
              <a:lnSpc>
                <a:spcPct val="150000"/>
              </a:lnSpc>
            </a:pPr>
            <a:r>
              <a:rPr lang="en-US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C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由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William Joy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所开发，其语法接近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语言，因此得名。</a:t>
            </a:r>
          </a:p>
        </p:txBody>
      </p:sp>
      <p:sp>
        <p:nvSpPr>
          <p:cNvPr id="13" name="MH_Other_5"/>
          <p:cNvSpPr/>
          <p:nvPr>
            <p:custDataLst>
              <p:tags r:id="rId8"/>
            </p:custDataLst>
          </p:nvPr>
        </p:nvSpPr>
        <p:spPr>
          <a:xfrm>
            <a:off x="6688670" y="2379663"/>
            <a:ext cx="1299633" cy="976312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MH_Other_6"/>
          <p:cNvSpPr/>
          <p:nvPr>
            <p:custDataLst>
              <p:tags r:id="rId9"/>
            </p:custDataLst>
          </p:nvPr>
        </p:nvSpPr>
        <p:spPr>
          <a:xfrm>
            <a:off x="6379637" y="3082927"/>
            <a:ext cx="1919817" cy="255588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rgbClr val="0066FF"/>
          </a:solidFill>
          <a:ln w="3175">
            <a:solidFill>
              <a:srgbClr val="4C5F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5" name="MH_SubTitle_3"/>
          <p:cNvSpPr/>
          <p:nvPr>
            <p:custDataLst>
              <p:tags r:id="rId10"/>
            </p:custDataLst>
          </p:nvPr>
        </p:nvSpPr>
        <p:spPr>
          <a:xfrm>
            <a:off x="6379637" y="3602041"/>
            <a:ext cx="1919817" cy="2073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indent="457178">
              <a:lnSpc>
                <a:spcPct val="150000"/>
              </a:lnSpc>
            </a:pPr>
            <a:r>
              <a:rPr lang="en-US" b="1" dirty="0" err="1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Korn</a:t>
            </a:r>
            <a:r>
              <a:rPr lang="en-US" b="1" dirty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由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David </a:t>
            </a:r>
            <a:r>
              <a:rPr lang="en-US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Korn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所开发，与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Bourne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兼容。</a:t>
            </a:r>
          </a:p>
        </p:txBody>
      </p:sp>
      <p:sp>
        <p:nvSpPr>
          <p:cNvPr id="17" name="MH_Other_7"/>
          <p:cNvSpPr/>
          <p:nvPr>
            <p:custDataLst>
              <p:tags r:id="rId11"/>
            </p:custDataLst>
          </p:nvPr>
        </p:nvSpPr>
        <p:spPr>
          <a:xfrm>
            <a:off x="9173637" y="2379663"/>
            <a:ext cx="1301751" cy="976312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rgbClr val="25A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8" name="MH_Other_8"/>
          <p:cNvSpPr/>
          <p:nvPr>
            <p:custDataLst>
              <p:tags r:id="rId12"/>
            </p:custDataLst>
          </p:nvPr>
        </p:nvSpPr>
        <p:spPr>
          <a:xfrm>
            <a:off x="8864604" y="3082927"/>
            <a:ext cx="1919817" cy="255588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rgbClr val="26A9B0"/>
          </a:solidFill>
          <a:ln w="3175">
            <a:solidFill>
              <a:srgbClr val="23AC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179992" anchor="ctr"/>
          <a:lstStyle/>
          <a:p>
            <a:pPr algn="ctr">
              <a:defRPr/>
            </a:pPr>
            <a:endParaRPr lang="zh-CN" altLang="en-US" sz="2800" b="1" dirty="0">
              <a:solidFill>
                <a:srgbClr val="FFFF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MH_SubTitle_4"/>
          <p:cNvSpPr/>
          <p:nvPr>
            <p:custDataLst>
              <p:tags r:id="rId13"/>
            </p:custDataLst>
          </p:nvPr>
        </p:nvSpPr>
        <p:spPr>
          <a:xfrm>
            <a:off x="8864604" y="3602041"/>
            <a:ext cx="1919817" cy="2073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indent="457178">
              <a:lnSpc>
                <a:spcPct val="120000"/>
              </a:lnSpc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Bourne Again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由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Brian Fox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与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Chet Ramey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两人合力开发，是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Bourne Shell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的扩展集。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它是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GNU/Linux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的默认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Shell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381093" y="1214421"/>
            <a:ext cx="9929883" cy="96949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67976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Shell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有不同的版本，如</a:t>
            </a:r>
            <a:r>
              <a:rPr lang="en-US" altLang="zh-CN" b="1" dirty="0" err="1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BourneShell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 Shell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b="1" dirty="0" err="1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Korn</a:t>
            </a:r>
            <a:r>
              <a:rPr lang="en-US" altLang="zh-CN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Shell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lang="en-US" altLang="zh-CN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BASH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Bourne Again Shell</a:t>
            </a:r>
            <a:r>
              <a:rPr lang="zh-CN" altLang="en-US" b="1" dirty="0">
                <a:solidFill>
                  <a:srgbClr val="3B79CE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），等。</a:t>
            </a:r>
            <a:endParaRPr lang="zh-CN" altLang="en-US" sz="4000" b="1" dirty="0">
              <a:solidFill>
                <a:srgbClr val="3B79CE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cover dir="ld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SubTitle_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3158035" y="2285995"/>
            <a:ext cx="3263900" cy="1087439"/>
          </a:xfrm>
          <a:custGeom>
            <a:avLst/>
            <a:gdLst>
              <a:gd name="T0" fmla="*/ 0 w 1102"/>
              <a:gd name="T1" fmla="*/ 2147483646 h 489"/>
              <a:gd name="T2" fmla="*/ 0 w 1102"/>
              <a:gd name="T3" fmla="*/ 2147483646 h 489"/>
              <a:gd name="T4" fmla="*/ 2147483646 w 1102"/>
              <a:gd name="T5" fmla="*/ 2147483646 h 489"/>
              <a:gd name="T6" fmla="*/ 2147483646 w 1102"/>
              <a:gd name="T7" fmla="*/ 0 h 489"/>
              <a:gd name="T8" fmla="*/ 2147483646 w 1102"/>
              <a:gd name="T9" fmla="*/ 2147483646 h 489"/>
              <a:gd name="T10" fmla="*/ 0 w 1102"/>
              <a:gd name="T11" fmla="*/ 2147483646 h 48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2"/>
              <a:gd name="T19" fmla="*/ 0 h 489"/>
              <a:gd name="T20" fmla="*/ 1102 w 1102"/>
              <a:gd name="T21" fmla="*/ 489 h 48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2" h="489">
                <a:moveTo>
                  <a:pt x="0" y="488"/>
                </a:moveTo>
                <a:lnTo>
                  <a:pt x="0" y="123"/>
                </a:lnTo>
                <a:lnTo>
                  <a:pt x="764" y="123"/>
                </a:lnTo>
                <a:lnTo>
                  <a:pt x="764" y="0"/>
                </a:lnTo>
                <a:lnTo>
                  <a:pt x="1101" y="488"/>
                </a:lnTo>
                <a:lnTo>
                  <a:pt x="0" y="488"/>
                </a:lnTo>
              </a:path>
            </a:pathLst>
          </a:custGeom>
          <a:solidFill>
            <a:srgbClr val="83C937"/>
          </a:solidFill>
          <a:ln w="12700" cap="rnd">
            <a:noFill/>
            <a:round/>
            <a:headEnd/>
            <a:tailEnd/>
          </a:ln>
        </p:spPr>
        <p:txBody>
          <a:bodyPr lIns="0" tIns="215989" rIns="0" bIns="0" anchor="ctr"/>
          <a:lstStyle/>
          <a:p>
            <a:pPr algn="ctr"/>
            <a:r>
              <a:rPr lang="zh-CN" altLang="en-US" sz="2000" b="1" dirty="0"/>
              <a:t>终端方式</a:t>
            </a:r>
            <a:endParaRPr lang="zh-CN" altLang="en-US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MH_SubTitle_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3158035" y="3419471"/>
            <a:ext cx="3263900" cy="1089025"/>
          </a:xfrm>
          <a:custGeom>
            <a:avLst/>
            <a:gdLst>
              <a:gd name="T0" fmla="*/ 0 w 1102"/>
              <a:gd name="T1" fmla="*/ 0 h 490"/>
              <a:gd name="T2" fmla="*/ 0 w 1102"/>
              <a:gd name="T3" fmla="*/ 2147483646 h 490"/>
              <a:gd name="T4" fmla="*/ 2147483646 w 1102"/>
              <a:gd name="T5" fmla="*/ 2147483646 h 490"/>
              <a:gd name="T6" fmla="*/ 2147483646 w 1102"/>
              <a:gd name="T7" fmla="*/ 2147483646 h 490"/>
              <a:gd name="T8" fmla="*/ 2147483646 w 1102"/>
              <a:gd name="T9" fmla="*/ 0 h 490"/>
              <a:gd name="T10" fmla="*/ 0 w 1102"/>
              <a:gd name="T11" fmla="*/ 0 h 4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102"/>
              <a:gd name="T19" fmla="*/ 0 h 490"/>
              <a:gd name="T20" fmla="*/ 1102 w 1102"/>
              <a:gd name="T21" fmla="*/ 490 h 4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102" h="490">
                <a:moveTo>
                  <a:pt x="0" y="0"/>
                </a:moveTo>
                <a:lnTo>
                  <a:pt x="0" y="366"/>
                </a:lnTo>
                <a:lnTo>
                  <a:pt x="764" y="366"/>
                </a:lnTo>
                <a:lnTo>
                  <a:pt x="764" y="489"/>
                </a:lnTo>
                <a:lnTo>
                  <a:pt x="1101" y="0"/>
                </a:lnTo>
                <a:lnTo>
                  <a:pt x="0" y="0"/>
                </a:lnTo>
              </a:path>
            </a:pathLst>
          </a:custGeom>
          <a:solidFill>
            <a:srgbClr val="83C937"/>
          </a:solidFill>
          <a:ln w="12700" cap="rnd">
            <a:noFill/>
            <a:round/>
            <a:headEnd/>
            <a:tailEnd/>
          </a:ln>
        </p:spPr>
        <p:txBody>
          <a:bodyPr lIns="0" tIns="0" rIns="0" bIns="215989" anchor="ctr"/>
          <a:lstStyle/>
          <a:p>
            <a:pPr algn="ctr"/>
            <a:r>
              <a:rPr lang="zh-CN" altLang="en-US" sz="2000" b="1" dirty="0"/>
              <a:t>纯字符界面模式</a:t>
            </a:r>
            <a:endParaRPr lang="zh-CN" altLang="en-US" sz="2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MH_Title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3970" y="2500305"/>
            <a:ext cx="2360084" cy="1771651"/>
          </a:xfrm>
          <a:prstGeom prst="ellipse">
            <a:avLst/>
          </a:prstGeom>
          <a:solidFill>
            <a:srgbClr val="FFFFFF"/>
          </a:solidFill>
          <a:ln w="53975">
            <a:solidFill>
              <a:srgbClr val="A9DA74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244463" indent="-244463" algn="ctr" defTabSz="1263587">
              <a:tabLst>
                <a:tab pos="490514" algn="l"/>
              </a:tabLst>
            </a:pPr>
            <a:r>
              <a:rPr lang="en-US" altLang="zh-CN" sz="2000" b="1" dirty="0">
                <a:solidFill>
                  <a:srgbClr val="454545"/>
                </a:solidFill>
                <a:latin typeface="微软雅黑" pitchFamily="34" charset="-122"/>
                <a:ea typeface="微软雅黑" pitchFamily="34" charset="-122"/>
              </a:rPr>
              <a:t>Shell</a:t>
            </a:r>
            <a:r>
              <a:rPr lang="zh-CN" altLang="en-US" sz="2000" b="1" dirty="0">
                <a:solidFill>
                  <a:srgbClr val="454545"/>
                </a:solidFill>
                <a:latin typeface="微软雅黑" pitchFamily="34" charset="-122"/>
                <a:ea typeface="微软雅黑" pitchFamily="34" charset="-122"/>
              </a:rPr>
              <a:t>打开方式</a:t>
            </a:r>
            <a:endParaRPr lang="en-US" altLang="ko-KR" sz="2000" b="1" dirty="0">
              <a:solidFill>
                <a:srgbClr val="45454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MH_Text_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248368" y="2427284"/>
            <a:ext cx="4396317" cy="87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indent="457178">
              <a:lnSpc>
                <a:spcPct val="120000"/>
              </a:lnSpc>
            </a:pPr>
            <a:r>
              <a:rPr lang="zh-CN" altLang="en-US" b="1" dirty="0"/>
              <a:t>终端方式是在图形用户界面模式下打开</a:t>
            </a:r>
            <a:r>
              <a:rPr lang="en-US" b="1" dirty="0"/>
              <a:t>Shell</a:t>
            </a:r>
            <a:r>
              <a:rPr lang="zh-CN" altLang="en-US" b="1" dirty="0"/>
              <a:t>的方式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MH_Text_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48368" y="3471857"/>
            <a:ext cx="4396317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 anchor="ctr"/>
          <a:lstStyle/>
          <a:p>
            <a:pPr indent="457178">
              <a:lnSpc>
                <a:spcPct val="120000"/>
              </a:lnSpc>
            </a:pPr>
            <a:r>
              <a:rPr lang="zh-CN" altLang="en-US" b="1" dirty="0"/>
              <a:t>纯字符用户界面模式本身就是</a:t>
            </a:r>
            <a:r>
              <a:rPr lang="en-US" b="1" dirty="0"/>
              <a:t>Shell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>
    <p:cover dir="ld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309655" y="1285860"/>
            <a:ext cx="9429816" cy="1477323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【</a:t>
            </a:r>
            <a:r>
              <a:rPr lang="zh-CN" altLang="en-US" sz="2000" b="1" dirty="0"/>
              <a:t>例</a:t>
            </a:r>
            <a:r>
              <a:rPr lang="en-US" sz="2000" b="1" dirty="0"/>
              <a:t>1-1</a:t>
            </a:r>
            <a:r>
              <a:rPr lang="en-US" altLang="zh-CN" sz="2000" b="1" dirty="0"/>
              <a:t>】</a:t>
            </a:r>
            <a:r>
              <a:rPr lang="en-US" sz="2000" b="1" dirty="0"/>
              <a:t>  </a:t>
            </a:r>
            <a:r>
              <a:rPr lang="zh-CN" altLang="en-US" sz="2000" b="1" dirty="0"/>
              <a:t>在图形界面模式下，单击系统主界面左上角的“应用程序”菜单，然后单击子菜单“收藏”下的“终端”菜单项，如图</a:t>
            </a:r>
            <a:r>
              <a:rPr lang="en-US" sz="2000" b="1" dirty="0"/>
              <a:t>1-42</a:t>
            </a:r>
            <a:r>
              <a:rPr lang="zh-CN" altLang="en-US" sz="2000" b="1" dirty="0"/>
              <a:t>所示。弹出“终端”窗口，在终端中输入如图</a:t>
            </a:r>
            <a:r>
              <a:rPr lang="en-US" sz="2000" b="1" dirty="0"/>
              <a:t>1-43</a:t>
            </a:r>
            <a:r>
              <a:rPr lang="zh-CN" altLang="en-US" sz="2000" b="1" dirty="0"/>
              <a:t>所示命令，新建一个名为</a:t>
            </a:r>
            <a:r>
              <a:rPr lang="en-US" sz="2000" b="1" dirty="0"/>
              <a:t>1234.txt</a:t>
            </a:r>
            <a:r>
              <a:rPr lang="zh-CN" altLang="en-US" sz="2000" b="1" dirty="0"/>
              <a:t>的文本文件。</a:t>
            </a: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1092" y="3071812"/>
            <a:ext cx="3429024" cy="275024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矩形 10"/>
          <p:cNvSpPr/>
          <p:nvPr/>
        </p:nvSpPr>
        <p:spPr>
          <a:xfrm>
            <a:off x="1381094" y="3071811"/>
            <a:ext cx="928695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23968" y="3571876"/>
            <a:ext cx="571504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3571877"/>
            <a:ext cx="4442032" cy="221457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5" name="矩形 14"/>
          <p:cNvSpPr/>
          <p:nvPr/>
        </p:nvSpPr>
        <p:spPr>
          <a:xfrm>
            <a:off x="1952599" y="6072209"/>
            <a:ext cx="254748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1-42  </a:t>
            </a:r>
            <a:r>
              <a:rPr lang="zh-CN" altLang="en-US" sz="1500" dirty="0"/>
              <a:t>“终端”的打开方式</a:t>
            </a:r>
          </a:p>
        </p:txBody>
      </p:sp>
      <p:sp>
        <p:nvSpPr>
          <p:cNvPr id="16" name="矩形 15"/>
          <p:cNvSpPr/>
          <p:nvPr/>
        </p:nvSpPr>
        <p:spPr>
          <a:xfrm>
            <a:off x="7524762" y="6000770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1-43  </a:t>
            </a:r>
            <a:r>
              <a:rPr lang="zh-CN" altLang="en-US" sz="1500" dirty="0"/>
              <a:t>“终端”窗口</a:t>
            </a:r>
          </a:p>
        </p:txBody>
      </p:sp>
      <p:sp>
        <p:nvSpPr>
          <p:cNvPr id="10" name="矩形 9"/>
          <p:cNvSpPr/>
          <p:nvPr/>
        </p:nvSpPr>
        <p:spPr>
          <a:xfrm>
            <a:off x="2595537" y="5000636"/>
            <a:ext cx="2214579" cy="571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cover dir="ld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SubTitle_4"/>
          <p:cNvSpPr/>
          <p:nvPr>
            <p:custDataLst>
              <p:tags r:id="rId1"/>
            </p:custDataLst>
          </p:nvPr>
        </p:nvSpPr>
        <p:spPr>
          <a:xfrm>
            <a:off x="1166779" y="1142984"/>
            <a:ext cx="9858444" cy="857256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rgbClr val="C0F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85000" lnSpcReduction="10000"/>
          </a:bodyPr>
          <a:lstStyle/>
          <a:p>
            <a:pPr indent="457178">
              <a:lnSpc>
                <a:spcPct val="140000"/>
              </a:lnSpc>
            </a:pP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Shell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命令通常可以完成任何操作，包括文件、网络、账号、硬件、进程及其他各种应用服务等。常见的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Shell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命令如表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1-2</a:t>
            </a: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</a:t>
            </a:r>
            <a:r>
              <a:rPr lang="zh-CN" altLang="en-US" sz="2400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5024431" y="2214557"/>
            <a:ext cx="233108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b="1" dirty="0"/>
              <a:t>表</a:t>
            </a:r>
            <a:r>
              <a:rPr lang="en-US" b="1" dirty="0"/>
              <a:t>1-2  </a:t>
            </a:r>
            <a:r>
              <a:rPr lang="zh-CN" altLang="en-US" b="1" dirty="0"/>
              <a:t>常见</a:t>
            </a:r>
            <a:r>
              <a:rPr lang="en-US" b="1" dirty="0"/>
              <a:t>Shell</a:t>
            </a:r>
            <a:r>
              <a:rPr lang="zh-CN" altLang="en-US" b="1" dirty="0"/>
              <a:t>命令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95475" y="2643181"/>
          <a:ext cx="8143932" cy="3541741"/>
        </p:xfrm>
        <a:graphic>
          <a:graphicData uri="http://schemas.openxmlformats.org/drawingml/2006/table">
            <a:tbl>
              <a:tblPr/>
              <a:tblGrid>
                <a:gridCol w="1470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3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963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命 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说</a:t>
                      </a:r>
                      <a:r>
                        <a:rPr lang="en-US" sz="1900" b="1" kern="500" dirty="0">
                          <a:latin typeface="Times New Roman"/>
                          <a:ea typeface="宋体"/>
                        </a:rPr>
                        <a:t>    </a:t>
                      </a: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 dirty="0">
                          <a:latin typeface="Times New Roman"/>
                          <a:ea typeface="宋体"/>
                        </a:rPr>
                        <a:t>man</a:t>
                      </a:r>
                      <a:endParaRPr lang="zh-CN" sz="1900" b="1" kern="5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如</a:t>
                      </a:r>
                      <a:r>
                        <a:rPr lang="en-US" sz="1900" b="1" kern="500" dirty="0">
                          <a:latin typeface="Times New Roman"/>
                          <a:ea typeface="宋体"/>
                        </a:rPr>
                        <a:t>man </a:t>
                      </a:r>
                      <a:r>
                        <a:rPr lang="en-US" sz="1900" b="1" kern="500" dirty="0" err="1">
                          <a:latin typeface="Times New Roman"/>
                          <a:ea typeface="宋体"/>
                        </a:rPr>
                        <a:t>ls</a:t>
                      </a: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，查看</a:t>
                      </a:r>
                      <a:r>
                        <a:rPr lang="en-US" sz="1900" b="1" kern="500" dirty="0" err="1">
                          <a:latin typeface="Times New Roman"/>
                          <a:ea typeface="宋体"/>
                        </a:rPr>
                        <a:t>ls</a:t>
                      </a: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命令的帮助信息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 dirty="0">
                          <a:latin typeface="Times New Roman"/>
                          <a:ea typeface="宋体"/>
                        </a:rPr>
                        <a:t>date</a:t>
                      </a:r>
                      <a:endParaRPr lang="zh-CN" sz="1900" b="1" kern="5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以默认格式显示系统当前的日期和时间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/>
                          <a:ea typeface="宋体"/>
                        </a:rPr>
                        <a:t>hostname</a:t>
                      </a:r>
                      <a:endParaRPr lang="zh-CN" sz="1900" b="1" kern="5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显示主机名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/>
                          <a:ea typeface="宋体"/>
                        </a:rPr>
                        <a:t>clear</a:t>
                      </a:r>
                      <a:endParaRPr lang="zh-CN" sz="1900" b="1" kern="5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清屏命令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/>
                          <a:ea typeface="宋体"/>
                        </a:rPr>
                        <a:t>exit</a:t>
                      </a:r>
                      <a:endParaRPr lang="zh-CN" sz="1900" b="1" kern="5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退出</a:t>
                      </a:r>
                      <a:r>
                        <a:rPr lang="en-US" sz="1900" b="1" kern="500" dirty="0">
                          <a:latin typeface="Times New Roman"/>
                          <a:ea typeface="宋体"/>
                        </a:rPr>
                        <a:t>Shell</a:t>
                      </a: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会话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5963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/>
                          <a:ea typeface="宋体"/>
                        </a:rPr>
                        <a:t>history</a:t>
                      </a:r>
                      <a:endParaRPr lang="zh-CN" sz="1900" b="1" kern="5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/>
                          <a:ea typeface="宋体"/>
                        </a:rPr>
                        <a:t>显示系统的历史命令列表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over dir="ld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5024431" y="1071549"/>
            <a:ext cx="233108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b="1" dirty="0"/>
              <a:t>表</a:t>
            </a:r>
            <a:r>
              <a:rPr lang="en-US" b="1" dirty="0"/>
              <a:t>1-2  </a:t>
            </a:r>
            <a:r>
              <a:rPr lang="zh-CN" altLang="en-US" b="1" dirty="0"/>
              <a:t>常见</a:t>
            </a:r>
            <a:r>
              <a:rPr lang="en-US" b="1" dirty="0"/>
              <a:t>Shell</a:t>
            </a:r>
            <a:r>
              <a:rPr lang="zh-CN" altLang="en-US" b="1" dirty="0"/>
              <a:t>命令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809720" y="1571614"/>
          <a:ext cx="8858312" cy="4857780"/>
        </p:xfrm>
        <a:graphic>
          <a:graphicData uri="http://schemas.openxmlformats.org/drawingml/2006/table">
            <a:tbl>
              <a:tblPr/>
              <a:tblGrid>
                <a:gridCol w="159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15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命 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说</a:t>
                      </a:r>
                      <a:r>
                        <a:rPr lang="en-US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  </a:t>
                      </a: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pwd</a:t>
                      </a:r>
                      <a:endParaRPr lang="zh-CN" sz="16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显示系统的当前目录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cd</a:t>
                      </a:r>
                      <a:endParaRPr lang="zh-CN" sz="16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切换目录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ls</a:t>
                      </a:r>
                      <a:endParaRPr lang="zh-CN" sz="16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列出目录中的文件和子目录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cat</a:t>
                      </a:r>
                      <a:endParaRPr lang="zh-CN" sz="16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显示文件内容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touch</a:t>
                      </a:r>
                      <a:endParaRPr lang="zh-CN" sz="16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新建文件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df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查看文件系统的信息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alias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设置命令的别名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unalias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取消设置别名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echo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用于输出命令中的字符串或变量的值到屏幕或其他输出设备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env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显示环境变量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4815"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ps</a:t>
                      </a:r>
                      <a:endParaRPr lang="zh-CN" sz="16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查看系统中当前已经运行的进程信息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>
    <p:cover dir="ld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24431" y="1500177"/>
            <a:ext cx="233108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b="1" dirty="0"/>
              <a:t>表</a:t>
            </a:r>
            <a:r>
              <a:rPr lang="en-US" b="1" dirty="0"/>
              <a:t>1-2  </a:t>
            </a:r>
            <a:r>
              <a:rPr lang="zh-CN" altLang="en-US" b="1" dirty="0"/>
              <a:t>常见</a:t>
            </a:r>
            <a:r>
              <a:rPr lang="en-US" b="1" dirty="0"/>
              <a:t>Shell</a:t>
            </a:r>
            <a:r>
              <a:rPr lang="zh-CN" altLang="en-US" b="1" dirty="0"/>
              <a:t>命令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309785" y="2071676"/>
          <a:ext cx="7929619" cy="4143408"/>
        </p:xfrm>
        <a:graphic>
          <a:graphicData uri="http://schemas.openxmlformats.org/drawingml/2006/table">
            <a:tbl>
              <a:tblPr/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5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0568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命 令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说</a:t>
                      </a: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  </a:t>
                      </a: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0568"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who/</a:t>
                      </a:r>
                      <a:r>
                        <a:rPr lang="en-US" sz="1900" b="1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whoami</a:t>
                      </a:r>
                      <a:endParaRPr lang="zh-CN" sz="19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查看当前登录系统的用户</a:t>
                      </a:r>
                      <a:r>
                        <a:rPr lang="en-US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/</a:t>
                      </a: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查看当前会话的登录用户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0568"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su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切换用户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568"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grep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用于从文件或命令输出内容中查找满足指定条件的行数据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568"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more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分页显示内容过多的文件内容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568">
                <a:tc>
                  <a:txBody>
                    <a:bodyPr/>
                    <a:lstStyle/>
                    <a:p>
                      <a:pPr indent="11430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wc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just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统计文件的行数、单词数和字节数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over dir="ld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1029" y="1071549"/>
            <a:ext cx="202170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rgbClr val="3B79CE"/>
                </a:solidFill>
              </a:rPr>
              <a:t>1.4.1  </a:t>
            </a:r>
            <a:r>
              <a:rPr lang="zh-CN" altLang="en-US" b="1" dirty="0">
                <a:solidFill>
                  <a:srgbClr val="3B79CE"/>
                </a:solidFill>
              </a:rPr>
              <a:t>配置主机名</a:t>
            </a:r>
          </a:p>
        </p:txBody>
      </p:sp>
      <p:sp>
        <p:nvSpPr>
          <p:cNvPr id="3" name="MH_Other_1"/>
          <p:cNvSpPr/>
          <p:nvPr>
            <p:custDataLst>
              <p:tags r:id="rId1"/>
            </p:custDataLst>
          </p:nvPr>
        </p:nvSpPr>
        <p:spPr>
          <a:xfrm>
            <a:off x="1380580" y="1473189"/>
            <a:ext cx="9349869" cy="1741499"/>
          </a:xfrm>
          <a:prstGeom prst="roundRect">
            <a:avLst>
              <a:gd name="adj" fmla="val 4648"/>
            </a:avLst>
          </a:pr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4" name="MH_SubTitle_1"/>
          <p:cNvSpPr/>
          <p:nvPr>
            <p:custDataLst>
              <p:tags r:id="rId2"/>
            </p:custDataLst>
          </p:nvPr>
        </p:nvSpPr>
        <p:spPr>
          <a:xfrm>
            <a:off x="1738284" y="1571614"/>
            <a:ext cx="8847147" cy="1458105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7" tIns="0" rIns="431979" bIns="0" anchor="ctr"/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配置主机名总有以下几种方法：</a:t>
            </a:r>
          </a:p>
          <a:p>
            <a:pPr indent="457178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</a:rPr>
              <a:t>编辑</a:t>
            </a:r>
            <a:r>
              <a:rPr lang="en-US" sz="2000" b="1" dirty="0">
                <a:solidFill>
                  <a:schemeClr val="tx1"/>
                </a:solidFill>
              </a:rPr>
              <a:t>hosts</a:t>
            </a:r>
            <a:r>
              <a:rPr lang="zh-CN" altLang="en-US" sz="2000" b="1" dirty="0">
                <a:solidFill>
                  <a:schemeClr val="tx1"/>
                </a:solidFill>
              </a:rPr>
              <a:t>文件：通过编辑“</a:t>
            </a:r>
            <a:r>
              <a:rPr lang="en-US" sz="2000" b="1" dirty="0">
                <a:solidFill>
                  <a:schemeClr val="tx1"/>
                </a:solidFill>
              </a:rPr>
              <a:t>/etc/hosts</a:t>
            </a:r>
            <a:r>
              <a:rPr lang="zh-CN" altLang="en-US" sz="2000" b="1" dirty="0">
                <a:solidFill>
                  <a:schemeClr val="tx1"/>
                </a:solidFill>
              </a:rPr>
              <a:t>”文件，可以修改主机名。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这里我们将主机名修改为</a:t>
            </a:r>
            <a:r>
              <a:rPr lang="en-US" sz="2000" b="1" dirty="0">
                <a:solidFill>
                  <a:schemeClr val="tx1"/>
                </a:solidFill>
              </a:rPr>
              <a:t>RHEL 7Server</a:t>
            </a:r>
            <a:r>
              <a:rPr lang="zh-CN" altLang="en-US" sz="2000" b="1" dirty="0">
                <a:solidFill>
                  <a:schemeClr val="tx1"/>
                </a:solidFill>
              </a:rPr>
              <a:t>。修改方法如下：</a:t>
            </a:r>
          </a:p>
        </p:txBody>
      </p:sp>
      <p:sp>
        <p:nvSpPr>
          <p:cNvPr id="5" name="MH_Other_2"/>
          <p:cNvSpPr/>
          <p:nvPr>
            <p:custDataLst>
              <p:tags r:id="rId3"/>
            </p:custDataLst>
          </p:nvPr>
        </p:nvSpPr>
        <p:spPr>
          <a:xfrm>
            <a:off x="8667768" y="2285992"/>
            <a:ext cx="2093384" cy="930656"/>
          </a:xfrm>
          <a:custGeom>
            <a:avLst/>
            <a:gdLst>
              <a:gd name="connsiteX0" fmla="*/ 776377 w 785004"/>
              <a:gd name="connsiteY0" fmla="*/ 0 h 715992"/>
              <a:gd name="connsiteX1" fmla="*/ 439947 w 785004"/>
              <a:gd name="connsiteY1" fmla="*/ 0 h 715992"/>
              <a:gd name="connsiteX2" fmla="*/ 0 w 785004"/>
              <a:gd name="connsiteY2" fmla="*/ 715992 h 715992"/>
              <a:gd name="connsiteX3" fmla="*/ 785004 w 785004"/>
              <a:gd name="connsiteY3" fmla="*/ 715992 h 715992"/>
              <a:gd name="connsiteX4" fmla="*/ 776377 w 785004"/>
              <a:gd name="connsiteY4" fmla="*/ 0 h 71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004" h="715992">
                <a:moveTo>
                  <a:pt x="776377" y="0"/>
                </a:moveTo>
                <a:lnTo>
                  <a:pt x="439947" y="0"/>
                </a:lnTo>
                <a:lnTo>
                  <a:pt x="0" y="715992"/>
                </a:lnTo>
                <a:lnTo>
                  <a:pt x="785004" y="715992"/>
                </a:lnTo>
                <a:lnTo>
                  <a:pt x="776377" y="0"/>
                </a:lnTo>
                <a:close/>
              </a:path>
            </a:pathLst>
          </a:cu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5989" tIns="0" rIns="0" bIns="71997" anchor="b">
            <a:normAutofit/>
          </a:bodyPr>
          <a:lstStyle/>
          <a:p>
            <a:pPr algn="ctr">
              <a:defRPr/>
            </a:pPr>
            <a:endParaRPr lang="zh-CN" altLang="en-US" sz="3200" b="1" dirty="0">
              <a:solidFill>
                <a:srgbClr val="FFFFFF"/>
              </a:solidFill>
              <a:latin typeface="Agency FB" panose="020B0503020202020204" pitchFamily="34" charset="0"/>
              <a:ea typeface="方正姚体" panose="02010601030101010101" pitchFamily="2" charset="-122"/>
            </a:endParaRP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96199" y="3286124"/>
            <a:ext cx="2071703" cy="280965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7810514" y="6357961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1-44  </a:t>
            </a:r>
            <a:r>
              <a:rPr lang="zh-CN" altLang="en-US" sz="1500" dirty="0"/>
              <a:t>“位置”菜单</a:t>
            </a:r>
          </a:p>
        </p:txBody>
      </p:sp>
      <p:sp>
        <p:nvSpPr>
          <p:cNvPr id="17" name="矩形 16"/>
          <p:cNvSpPr/>
          <p:nvPr/>
        </p:nvSpPr>
        <p:spPr>
          <a:xfrm>
            <a:off x="7596199" y="3286125"/>
            <a:ext cx="357191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810513" y="5072075"/>
            <a:ext cx="785819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1952598" y="3357563"/>
            <a:ext cx="3786215" cy="3000396"/>
            <a:chOff x="1069446" y="2503488"/>
            <a:chExt cx="3786214" cy="3000396"/>
          </a:xfrm>
        </p:grpSpPr>
        <p:sp>
          <p:nvSpPr>
            <p:cNvPr id="20" name="MH_Other_1"/>
            <p:cNvSpPr/>
            <p:nvPr>
              <p:custDataLst>
                <p:tags r:id="rId4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1" name="MH_SubTitle_1"/>
            <p:cNvSpPr/>
            <p:nvPr>
              <p:custDataLst>
                <p:tags r:id="rId5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 单击</a:t>
              </a:r>
              <a:r>
                <a:rPr lang="en-US" b="1" dirty="0">
                  <a:solidFill>
                    <a:schemeClr val="tx1"/>
                  </a:solidFill>
                </a:rPr>
                <a:t>RHEL</a:t>
              </a:r>
              <a:r>
                <a:rPr lang="zh-CN" altLang="en-US" b="1" dirty="0">
                  <a:solidFill>
                    <a:schemeClr val="tx1"/>
                  </a:solidFill>
                </a:rPr>
                <a:t>主界面左上角的  “位置”菜单，在下拉菜单中  单击“计算机”菜单项，弹出  文件浏览器窗口，如图</a:t>
              </a:r>
              <a:r>
                <a:rPr lang="en-US" b="1" dirty="0">
                  <a:solidFill>
                    <a:schemeClr val="tx1"/>
                  </a:solidFill>
                </a:rPr>
                <a:t>1-44</a:t>
              </a:r>
              <a:r>
                <a:rPr lang="zh-CN" altLang="en-US" b="1" dirty="0">
                  <a:solidFill>
                    <a:schemeClr val="tx1"/>
                  </a:solidFill>
                </a:rPr>
                <a:t>所  示。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1952" y="2928936"/>
            <a:ext cx="2096715" cy="32264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7953388" y="6215085"/>
            <a:ext cx="2016698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1-46  </a:t>
            </a:r>
            <a:r>
              <a:rPr lang="zh-CN" altLang="en-US" sz="1500" dirty="0"/>
              <a:t>“</a:t>
            </a:r>
            <a:r>
              <a:rPr lang="en-US" sz="1500" dirty="0"/>
              <a:t>etc</a:t>
            </a:r>
            <a:r>
              <a:rPr lang="zh-CN" altLang="en-US" sz="1500" dirty="0"/>
              <a:t>”文件夹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38218" y="1428738"/>
            <a:ext cx="4143404" cy="1285884"/>
            <a:chOff x="1069446" y="2503488"/>
            <a:chExt cx="4143404" cy="1285884"/>
          </a:xfrm>
        </p:grpSpPr>
        <p:sp>
          <p:nvSpPr>
            <p:cNvPr id="12" name="MH_Other_1"/>
            <p:cNvSpPr/>
            <p:nvPr>
              <p:custDataLst>
                <p:tags r:id="rId3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MH_SubTitle_1"/>
            <p:cNvSpPr/>
            <p:nvPr>
              <p:custDataLst>
                <p:tags r:id="rId4"/>
              </p:custDataLst>
            </p:nvPr>
          </p:nvSpPr>
          <p:spPr>
            <a:xfrm>
              <a:off x="2004484" y="2503488"/>
              <a:ext cx="3208366" cy="1285884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在文件浏览器窗口中，双击打开“</a:t>
              </a:r>
              <a:r>
                <a:rPr lang="en-US" altLang="zh-CN" b="1" dirty="0">
                  <a:solidFill>
                    <a:schemeClr val="tx1"/>
                  </a:solidFill>
                </a:rPr>
                <a:t>etc</a:t>
              </a:r>
              <a:r>
                <a:rPr lang="zh-CN" altLang="en-US" b="1" dirty="0">
                  <a:solidFill>
                    <a:schemeClr val="tx1"/>
                  </a:solidFill>
                </a:rPr>
                <a:t>”文件夹，如图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1-45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096134" y="1428737"/>
            <a:ext cx="4143404" cy="1357323"/>
            <a:chOff x="1458874" y="2571744"/>
            <a:chExt cx="4357718" cy="1357322"/>
          </a:xfrm>
        </p:grpSpPr>
        <p:sp>
          <p:nvSpPr>
            <p:cNvPr id="10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MH_SubTitle_1"/>
            <p:cNvSpPr/>
            <p:nvPr>
              <p:custDataLst>
                <p:tags r:id="rId2"/>
              </p:custDataLst>
            </p:nvPr>
          </p:nvSpPr>
          <p:spPr>
            <a:xfrm>
              <a:off x="1458874" y="2571744"/>
              <a:ext cx="3422680" cy="135732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 lnSpcReduction="10000"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单击选中“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etc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”下任意一个文件或者文件夹，如图</a:t>
              </a:r>
              <a:r>
                <a:rPr lang="en-US" altLang="zh-CN" sz="2000" b="1" dirty="0">
                  <a:solidFill>
                    <a:schemeClr val="tx1"/>
                  </a:solidFill>
                </a:rPr>
                <a:t>1-46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38413" y="2857497"/>
            <a:ext cx="2214579" cy="31836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6" name="矩形 15"/>
          <p:cNvSpPr/>
          <p:nvPr/>
        </p:nvSpPr>
        <p:spPr>
          <a:xfrm>
            <a:off x="3024165" y="6165672"/>
            <a:ext cx="177804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1-45  </a:t>
            </a:r>
            <a:r>
              <a:rPr lang="zh-CN" altLang="en-US" sz="1500" dirty="0"/>
              <a:t>文件浏览器</a:t>
            </a:r>
          </a:p>
        </p:txBody>
      </p:sp>
      <p:sp>
        <p:nvSpPr>
          <p:cNvPr id="17" name="矩形 16"/>
          <p:cNvSpPr/>
          <p:nvPr/>
        </p:nvSpPr>
        <p:spPr>
          <a:xfrm>
            <a:off x="3238481" y="3929067"/>
            <a:ext cx="785819" cy="8572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over dir="l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66846" y="2285992"/>
            <a:ext cx="4211271" cy="25717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2666979" y="5286390"/>
            <a:ext cx="238500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1-47  </a:t>
            </a:r>
            <a:r>
              <a:rPr lang="zh-CN" altLang="en-US" sz="1500" dirty="0"/>
              <a:t>搜索“</a:t>
            </a:r>
            <a:r>
              <a:rPr lang="en-US" sz="1500" dirty="0"/>
              <a:t>hosts</a:t>
            </a:r>
            <a:r>
              <a:rPr lang="zh-CN" altLang="en-US" sz="1500" dirty="0"/>
              <a:t>”文件</a:t>
            </a:r>
          </a:p>
        </p:txBody>
      </p:sp>
      <p:sp>
        <p:nvSpPr>
          <p:cNvPr id="6" name="矩形 5"/>
          <p:cNvSpPr/>
          <p:nvPr/>
        </p:nvSpPr>
        <p:spPr>
          <a:xfrm>
            <a:off x="2024035" y="3214687"/>
            <a:ext cx="642943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095473" y="3714753"/>
            <a:ext cx="1071571" cy="7858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239010" y="2071679"/>
            <a:ext cx="3786215" cy="3000396"/>
            <a:chOff x="2030378" y="2571744"/>
            <a:chExt cx="3786214" cy="3000396"/>
          </a:xfrm>
        </p:grpSpPr>
        <p:sp>
          <p:nvSpPr>
            <p:cNvPr id="14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使用键盘输入“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hosts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”，“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hosts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”文件即被自动搜索并选中，如图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1-47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1452529" y="2428870"/>
            <a:ext cx="9644131" cy="928695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127.0.0.1   RHEL 7Server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::1        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localhost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localhost.localdomain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localhost6 localhost6.localdomain6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10315" y="3835606"/>
            <a:ext cx="4286280" cy="20108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7739077" y="6050184"/>
            <a:ext cx="1595300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1-48  </a:t>
            </a:r>
            <a:r>
              <a:rPr lang="en-US" sz="1500" dirty="0" err="1"/>
              <a:t>gedit</a:t>
            </a:r>
            <a:r>
              <a:rPr lang="zh-CN" altLang="en-US" sz="1500" dirty="0"/>
              <a:t>程序</a:t>
            </a:r>
          </a:p>
        </p:txBody>
      </p:sp>
      <p:sp>
        <p:nvSpPr>
          <p:cNvPr id="7" name="矩形 6"/>
          <p:cNvSpPr/>
          <p:nvPr/>
        </p:nvSpPr>
        <p:spPr>
          <a:xfrm>
            <a:off x="6453189" y="4835737"/>
            <a:ext cx="785819" cy="2363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381094" y="3786191"/>
            <a:ext cx="3786215" cy="2286016"/>
            <a:chOff x="1069446" y="2503488"/>
            <a:chExt cx="3786214" cy="2286016"/>
          </a:xfrm>
        </p:grpSpPr>
        <p:sp>
          <p:nvSpPr>
            <p:cNvPr id="12" name="MH_Other_1"/>
            <p:cNvSpPr/>
            <p:nvPr>
              <p:custDataLst>
                <p:tags r:id="rId4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MH_SubTitle_1"/>
            <p:cNvSpPr/>
            <p:nvPr>
              <p:custDataLst>
                <p:tags r:id="rId5"/>
              </p:custDataLst>
            </p:nvPr>
          </p:nvSpPr>
          <p:spPr>
            <a:xfrm>
              <a:off x="2004484" y="2503488"/>
              <a:ext cx="2851176" cy="228601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单击</a:t>
              </a:r>
              <a:r>
                <a:rPr lang="en-US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gedit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的工具栏“保存”按钮保存“</a:t>
              </a:r>
              <a:r>
                <a:rPr 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hosts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”文件，然后单击</a:t>
              </a:r>
              <a:r>
                <a:rPr lang="en-US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gedit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右上角的关闭按钮退出</a:t>
              </a:r>
              <a:r>
                <a:rPr lang="en-US" b="1" dirty="0" err="1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gedit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程序即可。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238218" y="1357299"/>
            <a:ext cx="9858444" cy="857256"/>
            <a:chOff x="998008" y="2503488"/>
            <a:chExt cx="9858444" cy="857256"/>
          </a:xfrm>
        </p:grpSpPr>
        <p:sp>
          <p:nvSpPr>
            <p:cNvPr id="15" name="MH_Other_1"/>
            <p:cNvSpPr/>
            <p:nvPr>
              <p:custDataLst>
                <p:tags r:id="rId2"/>
              </p:custDataLst>
            </p:nvPr>
          </p:nvSpPr>
          <p:spPr>
            <a:xfrm>
              <a:off x="998008" y="2503489"/>
              <a:ext cx="1006476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3"/>
              </p:custDataLst>
            </p:nvPr>
          </p:nvSpPr>
          <p:spPr>
            <a:xfrm>
              <a:off x="2004484" y="2503488"/>
              <a:ext cx="8851968" cy="85725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键盘敲“回车”键，即可打开“</a:t>
              </a:r>
              <a:r>
                <a:rPr lang="en-US" altLang="zh-CN" b="1" dirty="0">
                  <a:solidFill>
                    <a:schemeClr val="tx1"/>
                  </a:solidFill>
                </a:rPr>
                <a:t>hosts</a:t>
              </a:r>
              <a:r>
                <a:rPr lang="zh-CN" altLang="en-US" b="1" dirty="0">
                  <a:solidFill>
                    <a:schemeClr val="tx1"/>
                  </a:solidFill>
                </a:rPr>
                <a:t>”文件，如图</a:t>
              </a:r>
              <a:r>
                <a:rPr lang="en-US" altLang="zh-CN" b="1" dirty="0">
                  <a:solidFill>
                    <a:schemeClr val="tx1"/>
                  </a:solidFill>
                </a:rPr>
                <a:t>1-48</a:t>
              </a:r>
              <a:r>
                <a:rPr lang="zh-CN" altLang="en-US" b="1" dirty="0">
                  <a:solidFill>
                    <a:schemeClr val="tx1"/>
                  </a:solidFill>
                </a:rPr>
                <a:t>所示，将以下内容输入“</a:t>
              </a:r>
              <a:r>
                <a:rPr lang="en-US" altLang="zh-CN" b="1" dirty="0">
                  <a:solidFill>
                    <a:schemeClr val="tx1"/>
                  </a:solidFill>
                </a:rPr>
                <a:t>hosts</a:t>
              </a:r>
              <a:r>
                <a:rPr lang="zh-CN" altLang="en-US" b="1" dirty="0">
                  <a:solidFill>
                    <a:schemeClr val="tx1"/>
                  </a:solidFill>
                </a:rPr>
                <a:t>”文件：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H_SubTitle_1"/>
          <p:cNvSpPr/>
          <p:nvPr>
            <p:custDataLst>
              <p:tags r:id="rId2"/>
            </p:custDataLst>
          </p:nvPr>
        </p:nvSpPr>
        <p:spPr>
          <a:xfrm>
            <a:off x="3309919" y="3643315"/>
            <a:ext cx="5000660" cy="1000132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#Created by anaconda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HOSTNAME=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RHEL 7Server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MH_Other_1"/>
          <p:cNvSpPr/>
          <p:nvPr>
            <p:custDataLst>
              <p:tags r:id="rId3"/>
            </p:custDataLst>
          </p:nvPr>
        </p:nvSpPr>
        <p:spPr>
          <a:xfrm>
            <a:off x="1380580" y="1473189"/>
            <a:ext cx="9349869" cy="1741499"/>
          </a:xfrm>
          <a:prstGeom prst="roundRect">
            <a:avLst>
              <a:gd name="adj" fmla="val 4648"/>
            </a:avLst>
          </a:pr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6" name="MH_SubTitle_1"/>
          <p:cNvSpPr/>
          <p:nvPr>
            <p:custDataLst>
              <p:tags r:id="rId4"/>
            </p:custDataLst>
          </p:nvPr>
        </p:nvSpPr>
        <p:spPr>
          <a:xfrm>
            <a:off x="1738284" y="1571614"/>
            <a:ext cx="8715435" cy="1458105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7" tIns="0" rIns="431979" bIns="0" anchor="ctr"/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</a:rPr>
              <a:t>配置主机名总有以下几种方法：</a:t>
            </a:r>
          </a:p>
          <a:p>
            <a:pPr indent="457178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</a:rPr>
              <a:t>修改</a:t>
            </a:r>
            <a:r>
              <a:rPr lang="en-US" altLang="zh-CN" sz="2000" b="1" dirty="0">
                <a:solidFill>
                  <a:schemeClr val="tx1"/>
                </a:solidFill>
              </a:rPr>
              <a:t>network</a:t>
            </a:r>
            <a:r>
              <a:rPr lang="zh-CN" altLang="en-US" sz="2000" b="1" dirty="0">
                <a:solidFill>
                  <a:schemeClr val="tx1"/>
                </a:solidFill>
              </a:rPr>
              <a:t>文件：通过编辑</a:t>
            </a:r>
            <a:r>
              <a:rPr lang="en-US" altLang="zh-CN" sz="2000" b="1" dirty="0">
                <a:solidFill>
                  <a:schemeClr val="tx1"/>
                </a:solidFill>
              </a:rPr>
              <a:t>/etc/</a:t>
            </a:r>
            <a:r>
              <a:rPr lang="en-US" altLang="zh-CN" sz="2000" b="1" dirty="0" err="1">
                <a:solidFill>
                  <a:schemeClr val="tx1"/>
                </a:solidFill>
              </a:rPr>
              <a:t>sysconfig</a:t>
            </a:r>
            <a:r>
              <a:rPr lang="en-US" altLang="zh-CN" sz="2000" b="1" dirty="0">
                <a:solidFill>
                  <a:schemeClr val="tx1"/>
                </a:solidFill>
              </a:rPr>
              <a:t>/network</a:t>
            </a:r>
            <a:r>
              <a:rPr lang="zh-CN" altLang="en-US" sz="2000" b="1" dirty="0">
                <a:solidFill>
                  <a:schemeClr val="tx1"/>
                </a:solidFill>
              </a:rPr>
              <a:t>文件，</a:t>
            </a:r>
            <a:br>
              <a:rPr lang="en-US" altLang="zh-CN" sz="2000" b="1" dirty="0">
                <a:solidFill>
                  <a:schemeClr val="tx1"/>
                </a:solidFill>
              </a:rPr>
            </a:br>
            <a:r>
              <a:rPr lang="zh-CN" altLang="en-US" sz="2000" b="1" dirty="0">
                <a:solidFill>
                  <a:schemeClr val="tx1"/>
                </a:solidFill>
              </a:rPr>
              <a:t>可以修改主机名。</a:t>
            </a:r>
          </a:p>
        </p:txBody>
      </p:sp>
      <p:sp>
        <p:nvSpPr>
          <p:cNvPr id="7" name="MH_Other_2"/>
          <p:cNvSpPr/>
          <p:nvPr>
            <p:custDataLst>
              <p:tags r:id="rId5"/>
            </p:custDataLst>
          </p:nvPr>
        </p:nvSpPr>
        <p:spPr>
          <a:xfrm>
            <a:off x="8667768" y="2285992"/>
            <a:ext cx="2093384" cy="930656"/>
          </a:xfrm>
          <a:custGeom>
            <a:avLst/>
            <a:gdLst>
              <a:gd name="connsiteX0" fmla="*/ 776377 w 785004"/>
              <a:gd name="connsiteY0" fmla="*/ 0 h 715992"/>
              <a:gd name="connsiteX1" fmla="*/ 439947 w 785004"/>
              <a:gd name="connsiteY1" fmla="*/ 0 h 715992"/>
              <a:gd name="connsiteX2" fmla="*/ 0 w 785004"/>
              <a:gd name="connsiteY2" fmla="*/ 715992 h 715992"/>
              <a:gd name="connsiteX3" fmla="*/ 785004 w 785004"/>
              <a:gd name="connsiteY3" fmla="*/ 715992 h 715992"/>
              <a:gd name="connsiteX4" fmla="*/ 776377 w 785004"/>
              <a:gd name="connsiteY4" fmla="*/ 0 h 71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004" h="715992">
                <a:moveTo>
                  <a:pt x="776377" y="0"/>
                </a:moveTo>
                <a:lnTo>
                  <a:pt x="439947" y="0"/>
                </a:lnTo>
                <a:lnTo>
                  <a:pt x="0" y="715992"/>
                </a:lnTo>
                <a:lnTo>
                  <a:pt x="785004" y="715992"/>
                </a:lnTo>
                <a:lnTo>
                  <a:pt x="776377" y="0"/>
                </a:lnTo>
                <a:close/>
              </a:path>
            </a:pathLst>
          </a:cu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5989" tIns="0" rIns="0" bIns="71997" anchor="b">
            <a:normAutofit/>
          </a:bodyPr>
          <a:lstStyle/>
          <a:p>
            <a:pPr algn="ctr">
              <a:defRPr/>
            </a:pPr>
            <a:endParaRPr lang="zh-CN" altLang="en-US" sz="3200" b="1" dirty="0">
              <a:solidFill>
                <a:srgbClr val="FFFFFF"/>
              </a:solidFill>
              <a:latin typeface="Agency FB" panose="020B0503020202020204" pitchFamily="34" charset="0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>
    <p:cover dir="lu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10382" y="2357431"/>
            <a:ext cx="2357455" cy="370254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>
          <a:xfrm>
            <a:off x="7024695" y="6215085"/>
            <a:ext cx="235512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1-49  </a:t>
            </a:r>
            <a:r>
              <a:rPr lang="zh-CN" altLang="en-US" sz="1500" dirty="0"/>
              <a:t>“应用程序”菜单</a:t>
            </a:r>
          </a:p>
        </p:txBody>
      </p:sp>
      <p:sp>
        <p:nvSpPr>
          <p:cNvPr id="10" name="矩形 9"/>
          <p:cNvSpPr/>
          <p:nvPr/>
        </p:nvSpPr>
        <p:spPr>
          <a:xfrm>
            <a:off x="6810382" y="3071811"/>
            <a:ext cx="714380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810382" y="4572008"/>
            <a:ext cx="714380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953390" y="5572141"/>
            <a:ext cx="1214447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881159" y="2786059"/>
            <a:ext cx="3786215" cy="3000396"/>
            <a:chOff x="1069446" y="2503488"/>
            <a:chExt cx="3786214" cy="3000396"/>
          </a:xfrm>
        </p:grpSpPr>
        <p:sp>
          <p:nvSpPr>
            <p:cNvPr id="19" name="MH_Other_1"/>
            <p:cNvSpPr/>
            <p:nvPr>
              <p:custDataLst>
                <p:tags r:id="rId4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MH_SubTitle_1"/>
            <p:cNvSpPr/>
            <p:nvPr>
              <p:custDataLst>
                <p:tags r:id="rId5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在</a:t>
              </a:r>
              <a:r>
                <a:rPr lang="en-US" b="1" dirty="0">
                  <a:solidFill>
                    <a:schemeClr val="tx1"/>
                  </a:solidFill>
                </a:rPr>
                <a:t>RHEL</a:t>
              </a:r>
              <a:r>
                <a:rPr lang="zh-CN" altLang="en-US" b="1" dirty="0">
                  <a:solidFill>
                    <a:schemeClr val="tx1"/>
                  </a:solidFill>
                </a:rPr>
                <a:t>主界面，单击左上角“应用程序”菜单，然后单击“系统工具→设置”菜单项，如图</a:t>
              </a:r>
              <a:r>
                <a:rPr lang="en-US" b="1" dirty="0">
                  <a:solidFill>
                    <a:schemeClr val="tx1"/>
                  </a:solidFill>
                </a:rPr>
                <a:t>1-49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  <p:sp>
        <p:nvSpPr>
          <p:cNvPr id="12" name="MH_Other_1"/>
          <p:cNvSpPr/>
          <p:nvPr>
            <p:custDataLst>
              <p:tags r:id="rId1"/>
            </p:custDataLst>
          </p:nvPr>
        </p:nvSpPr>
        <p:spPr>
          <a:xfrm>
            <a:off x="1380580" y="1142986"/>
            <a:ext cx="9349869" cy="1071569"/>
          </a:xfrm>
          <a:prstGeom prst="roundRect">
            <a:avLst>
              <a:gd name="adj" fmla="val 4648"/>
            </a:avLst>
          </a:pr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14" name="MH_SubTitle_1"/>
          <p:cNvSpPr/>
          <p:nvPr>
            <p:custDataLst>
              <p:tags r:id="rId2"/>
            </p:custDataLst>
          </p:nvPr>
        </p:nvSpPr>
        <p:spPr>
          <a:xfrm>
            <a:off x="1738284" y="1312847"/>
            <a:ext cx="8715435" cy="687392"/>
          </a:xfrm>
          <a:prstGeom prst="roundRect">
            <a:avLst>
              <a:gd name="adj" fmla="val 464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997" tIns="0" rIns="431979" bIns="0" anchor="ctr"/>
          <a:lstStyle/>
          <a:p>
            <a:pPr indent="457178">
              <a:lnSpc>
                <a:spcPct val="150000"/>
              </a:lnSpc>
            </a:pPr>
            <a:r>
              <a:rPr lang="en-US" altLang="zh-CN" sz="2000" b="1" dirty="0">
                <a:solidFill>
                  <a:schemeClr val="tx1"/>
                </a:solidFill>
              </a:rPr>
              <a:t>3.</a:t>
            </a:r>
            <a:r>
              <a:rPr lang="zh-CN" altLang="en-US" sz="2000" b="1" dirty="0">
                <a:solidFill>
                  <a:schemeClr val="tx1"/>
                </a:solidFill>
              </a:rPr>
              <a:t>通过图形菜单命令修改，步骤如下：</a:t>
            </a:r>
          </a:p>
        </p:txBody>
      </p:sp>
      <p:sp>
        <p:nvSpPr>
          <p:cNvPr id="15" name="MH_Other_2"/>
          <p:cNvSpPr/>
          <p:nvPr>
            <p:custDataLst>
              <p:tags r:id="rId3"/>
            </p:custDataLst>
          </p:nvPr>
        </p:nvSpPr>
        <p:spPr>
          <a:xfrm>
            <a:off x="8596331" y="1500175"/>
            <a:ext cx="2093384" cy="714380"/>
          </a:xfrm>
          <a:custGeom>
            <a:avLst/>
            <a:gdLst>
              <a:gd name="connsiteX0" fmla="*/ 776377 w 785004"/>
              <a:gd name="connsiteY0" fmla="*/ 0 h 715992"/>
              <a:gd name="connsiteX1" fmla="*/ 439947 w 785004"/>
              <a:gd name="connsiteY1" fmla="*/ 0 h 715992"/>
              <a:gd name="connsiteX2" fmla="*/ 0 w 785004"/>
              <a:gd name="connsiteY2" fmla="*/ 715992 h 715992"/>
              <a:gd name="connsiteX3" fmla="*/ 785004 w 785004"/>
              <a:gd name="connsiteY3" fmla="*/ 715992 h 715992"/>
              <a:gd name="connsiteX4" fmla="*/ 776377 w 785004"/>
              <a:gd name="connsiteY4" fmla="*/ 0 h 71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004" h="715992">
                <a:moveTo>
                  <a:pt x="776377" y="0"/>
                </a:moveTo>
                <a:lnTo>
                  <a:pt x="439947" y="0"/>
                </a:lnTo>
                <a:lnTo>
                  <a:pt x="0" y="715992"/>
                </a:lnTo>
                <a:lnTo>
                  <a:pt x="785004" y="715992"/>
                </a:lnTo>
                <a:lnTo>
                  <a:pt x="776377" y="0"/>
                </a:lnTo>
                <a:close/>
              </a:path>
            </a:pathLst>
          </a:custGeom>
          <a:solidFill>
            <a:srgbClr val="7AC8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5989" tIns="0" rIns="0" bIns="71997" anchor="b">
            <a:normAutofit/>
          </a:bodyPr>
          <a:lstStyle/>
          <a:p>
            <a:pPr algn="ctr">
              <a:defRPr/>
            </a:pPr>
            <a:endParaRPr lang="zh-CN" altLang="en-US" sz="3200" b="1" dirty="0">
              <a:solidFill>
                <a:srgbClr val="FFFFFF"/>
              </a:solidFill>
              <a:latin typeface="Agency FB" panose="020B0503020202020204" pitchFamily="34" charset="0"/>
              <a:ea typeface="方正姚体" panose="02010601030101010101" pitchFamily="2" charset="-122"/>
            </a:endParaRPr>
          </a:p>
        </p:txBody>
      </p:sp>
    </p:spTree>
  </p:cSld>
  <p:clrMapOvr>
    <a:masterClrMapping/>
  </p:clrMapOvr>
  <p:transition>
    <p:cover dir="lu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38283" y="1714489"/>
            <a:ext cx="4929223" cy="39389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309918" y="5857893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1-50  </a:t>
            </a:r>
            <a:r>
              <a:rPr lang="zh-CN" altLang="en-US" sz="1500" dirty="0"/>
              <a:t>“设置”窗口</a:t>
            </a:r>
          </a:p>
        </p:txBody>
      </p:sp>
      <p:sp>
        <p:nvSpPr>
          <p:cNvPr id="6" name="矩形 5"/>
          <p:cNvSpPr/>
          <p:nvPr/>
        </p:nvSpPr>
        <p:spPr>
          <a:xfrm>
            <a:off x="4095736" y="4929198"/>
            <a:ext cx="857256" cy="7143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310447" y="2285994"/>
            <a:ext cx="3786215" cy="3000396"/>
            <a:chOff x="2030378" y="2571744"/>
            <a:chExt cx="3786214" cy="3000396"/>
          </a:xfrm>
        </p:grpSpPr>
        <p:sp>
          <p:nvSpPr>
            <p:cNvPr id="13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弹出“设置”窗口，单击“详细信息”图标，如图</a:t>
              </a:r>
              <a:r>
                <a:rPr lang="en-US" sz="2000" b="1" dirty="0">
                  <a:solidFill>
                    <a:schemeClr val="tx1"/>
                  </a:solidFill>
                </a:rPr>
                <a:t>1-50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4629" y="1643051"/>
            <a:ext cx="4638283" cy="37147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7667638" y="5786457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1-51  </a:t>
            </a:r>
            <a:r>
              <a:rPr lang="zh-CN" altLang="en-US" sz="1500" dirty="0"/>
              <a:t>“详细信息设置”界面</a:t>
            </a:r>
          </a:p>
        </p:txBody>
      </p:sp>
      <p:sp>
        <p:nvSpPr>
          <p:cNvPr id="13" name="矩形 12"/>
          <p:cNvSpPr/>
          <p:nvPr/>
        </p:nvSpPr>
        <p:spPr>
          <a:xfrm>
            <a:off x="8739205" y="3571878"/>
            <a:ext cx="2214579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595407" y="2000242"/>
            <a:ext cx="3786215" cy="3000396"/>
            <a:chOff x="1069446" y="2503488"/>
            <a:chExt cx="3786214" cy="3000396"/>
          </a:xfrm>
        </p:grpSpPr>
        <p:sp>
          <p:nvSpPr>
            <p:cNvPr id="15" name="MH_Other_1"/>
            <p:cNvSpPr/>
            <p:nvPr>
              <p:custDataLst>
                <p:tags r:id="rId1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</a:rPr>
                <a:t>进入“详细信息设置”界面，选中左栏“总览”列表项，在右栏“设备名称”编辑框修改计算机名，单击“详细信息设置”界面右上角关闭按钮退出并保存设置，如图</a:t>
              </a:r>
              <a:r>
                <a:rPr lang="en-US" b="1" dirty="0">
                  <a:solidFill>
                    <a:schemeClr val="tx1"/>
                  </a:solidFill>
                </a:rPr>
                <a:t>1-51</a:t>
              </a:r>
              <a:r>
                <a:rPr lang="zh-CN" altLang="en-US" b="1" dirty="0">
                  <a:solidFill>
                    <a:schemeClr val="tx1"/>
                  </a:solidFill>
                </a:rPr>
                <a:t>所示。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2464" y="1142985"/>
            <a:ext cx="10572824" cy="104643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使用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hostname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命令：通过使用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hostname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命令设置临时主机名。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MH_SubTitle_1"/>
          <p:cNvSpPr/>
          <p:nvPr>
            <p:custDataLst>
              <p:tags r:id="rId1"/>
            </p:custDataLst>
          </p:nvPr>
        </p:nvSpPr>
        <p:spPr>
          <a:xfrm>
            <a:off x="1523969" y="1928803"/>
            <a:ext cx="9358379" cy="1285884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root@localhost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~]#hostname RHEL 7Server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MH_SubTitle_1"/>
          <p:cNvSpPr/>
          <p:nvPr>
            <p:custDataLst>
              <p:tags r:id="rId2"/>
            </p:custDataLst>
          </p:nvPr>
        </p:nvSpPr>
        <p:spPr>
          <a:xfrm>
            <a:off x="1309653" y="4572010"/>
            <a:ext cx="9358379" cy="1285884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[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root@localhost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~]#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sysctl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kernel.hostname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RHEL 7Server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3905" y="3714754"/>
            <a:ext cx="8658131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使用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sysctl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命令：通过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sysctl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修改内核参数来临时修改主机名。</a:t>
            </a:r>
          </a:p>
        </p:txBody>
      </p:sp>
    </p:spTree>
  </p:cSld>
  <p:clrMapOvr>
    <a:masterClrMapping/>
  </p:clrMapOvr>
  <p:transition>
    <p:cover dir="lu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90" y="1142986"/>
            <a:ext cx="4910636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1.4.2  </a:t>
            </a:r>
            <a:r>
              <a:rPr lang="zh-CN" altLang="en-US" b="1" dirty="0">
                <a:solidFill>
                  <a:schemeClr val="tx2"/>
                </a:solidFill>
              </a:rPr>
              <a:t>启用禁用网卡、配置</a:t>
            </a:r>
            <a:r>
              <a:rPr lang="en-US" b="1" dirty="0">
                <a:solidFill>
                  <a:schemeClr val="tx2"/>
                </a:solidFill>
              </a:rPr>
              <a:t>IP</a:t>
            </a:r>
            <a:r>
              <a:rPr lang="zh-CN" altLang="en-US" b="1" dirty="0">
                <a:solidFill>
                  <a:schemeClr val="tx2"/>
                </a:solidFill>
              </a:rPr>
              <a:t>地址及</a:t>
            </a:r>
            <a:r>
              <a:rPr lang="en-US" b="1" dirty="0">
                <a:solidFill>
                  <a:schemeClr val="tx2"/>
                </a:solidFill>
              </a:rPr>
              <a:t>MAC</a:t>
            </a:r>
            <a:r>
              <a:rPr lang="zh-CN" altLang="en-US" b="1" dirty="0">
                <a:solidFill>
                  <a:schemeClr val="tx2"/>
                </a:solidFill>
              </a:rPr>
              <a:t>地址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53126" y="2000242"/>
            <a:ext cx="5476913" cy="32861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7667638" y="5500705"/>
            <a:ext cx="254530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1-52  </a:t>
            </a:r>
            <a:r>
              <a:rPr lang="en-US" sz="1500" dirty="0" err="1"/>
              <a:t>ifconfig</a:t>
            </a:r>
            <a:r>
              <a:rPr lang="zh-CN" altLang="en-US" sz="1500" dirty="0"/>
              <a:t>查看网卡信息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7310447" y="2428870"/>
            <a:ext cx="642943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MH_Other_1"/>
          <p:cNvSpPr/>
          <p:nvPr>
            <p:custDataLst>
              <p:tags r:id="rId1"/>
            </p:custDataLst>
          </p:nvPr>
        </p:nvSpPr>
        <p:spPr>
          <a:xfrm flipH="1">
            <a:off x="1738280" y="2357431"/>
            <a:ext cx="3286149" cy="2714645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" name="MH_Other_2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1734479" flipH="1">
            <a:off x="567579" y="3590499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MH_Text_1"/>
          <p:cNvSpPr/>
          <p:nvPr>
            <p:custDataLst>
              <p:tags r:id="rId3"/>
            </p:custDataLst>
          </p:nvPr>
        </p:nvSpPr>
        <p:spPr>
          <a:xfrm>
            <a:off x="1666845" y="2500307"/>
            <a:ext cx="2714644" cy="2286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Autofit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通常，</a:t>
            </a:r>
            <a:r>
              <a:rPr lang="en-US" sz="1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zh-C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命令被用来查看和设置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zh-C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地址。如图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1-52</a:t>
            </a:r>
            <a:r>
              <a:rPr lang="zh-C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所示，通过执行“</a:t>
            </a:r>
            <a:r>
              <a:rPr lang="en-US" sz="1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zh-CN" alt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”命令可以查看网卡的相关信息。</a:t>
            </a:r>
          </a:p>
        </p:txBody>
      </p:sp>
    </p:spTree>
  </p:cSld>
  <p:clrMapOvr>
    <a:masterClrMapping/>
  </p:clrMapOvr>
  <p:transition>
    <p:cover dir="lu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Text_2"/>
          <p:cNvSpPr/>
          <p:nvPr>
            <p:custDataLst>
              <p:tags r:id="rId1"/>
            </p:custDataLst>
          </p:nvPr>
        </p:nvSpPr>
        <p:spPr>
          <a:xfrm>
            <a:off x="2881289" y="5429264"/>
            <a:ext cx="3481387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r>
              <a:rPr lang="zh-CN" altLang="en-US" sz="1500" dirty="0">
                <a:solidFill>
                  <a:schemeClr val="tx1"/>
                </a:solidFill>
              </a:rPr>
              <a:t>图</a:t>
            </a:r>
            <a:r>
              <a:rPr lang="en-US" sz="1500" dirty="0">
                <a:solidFill>
                  <a:schemeClr val="tx1"/>
                </a:solidFill>
              </a:rPr>
              <a:t>1-53  </a:t>
            </a:r>
            <a:r>
              <a:rPr lang="zh-CN" altLang="en-US" sz="1500" dirty="0">
                <a:solidFill>
                  <a:schemeClr val="tx1"/>
                </a:solidFill>
              </a:rPr>
              <a:t>利用</a:t>
            </a:r>
            <a:r>
              <a:rPr lang="en-US" sz="1500" dirty="0" err="1">
                <a:solidFill>
                  <a:schemeClr val="tx1"/>
                </a:solidFill>
              </a:rPr>
              <a:t>ifconfig</a:t>
            </a:r>
            <a:r>
              <a:rPr lang="zh-CN" altLang="en-US" sz="1500" dirty="0">
                <a:solidFill>
                  <a:schemeClr val="tx1"/>
                </a:solidFill>
              </a:rPr>
              <a:t>修改网卡</a:t>
            </a:r>
            <a:r>
              <a:rPr lang="en-US" sz="1500" dirty="0">
                <a:solidFill>
                  <a:schemeClr val="tx1"/>
                </a:solidFill>
              </a:rPr>
              <a:t>IP</a:t>
            </a:r>
            <a:r>
              <a:rPr lang="zh-CN" altLang="en-US" sz="1500" dirty="0">
                <a:solidFill>
                  <a:schemeClr val="tx1"/>
                </a:solidFill>
              </a:rPr>
              <a:t>地址</a:t>
            </a:r>
          </a:p>
        </p:txBody>
      </p:sp>
      <p:pic>
        <p:nvPicPr>
          <p:cNvPr id="1026" name="图片 621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66846" y="1785927"/>
            <a:ext cx="5014303" cy="3429024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666977" y="2571746"/>
            <a:ext cx="2214579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7634331" y="2428870"/>
            <a:ext cx="2928959" cy="2428892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9" name="MH_Other_2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0096530" y="3643315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MH_Text_1"/>
          <p:cNvSpPr/>
          <p:nvPr>
            <p:custDataLst>
              <p:tags r:id="rId4"/>
            </p:custDataLst>
          </p:nvPr>
        </p:nvSpPr>
        <p:spPr>
          <a:xfrm>
            <a:off x="8134398" y="2714620"/>
            <a:ext cx="2571769" cy="171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通过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命令修改网卡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地址为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192.168.139.150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，如图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1-53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所示。</a:t>
            </a:r>
            <a:endParaRPr lang="en-US" altLang="zh-CN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cover dir="lu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095341" y="1500174"/>
            <a:ext cx="9990292" cy="4609443"/>
            <a:chOff x="853331" y="1500175"/>
            <a:chExt cx="9990292" cy="4609443"/>
          </a:xfrm>
        </p:grpSpPr>
        <p:sp>
          <p:nvSpPr>
            <p:cNvPr id="9" name="MH_Other_2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 rot="1734479" flipH="1">
              <a:off x="853331" y="3376183"/>
              <a:ext cx="1562100" cy="1174751"/>
            </a:xfrm>
            <a:custGeom>
              <a:avLst/>
              <a:gdLst>
                <a:gd name="T0" fmla="*/ 311438 w 1909763"/>
                <a:gd name="T1" fmla="*/ 1234671 h 1912938"/>
                <a:gd name="T2" fmla="*/ 423998 w 1909763"/>
                <a:gd name="T3" fmla="*/ 1256142 h 1912938"/>
                <a:gd name="T4" fmla="*/ 469528 w 1909763"/>
                <a:gd name="T5" fmla="*/ 1335710 h 1912938"/>
                <a:gd name="T6" fmla="*/ 530235 w 1909763"/>
                <a:gd name="T7" fmla="*/ 1396649 h 1912938"/>
                <a:gd name="T8" fmla="*/ 631728 w 1909763"/>
                <a:gd name="T9" fmla="*/ 1456326 h 1912938"/>
                <a:gd name="T10" fmla="*/ 647854 w 1909763"/>
                <a:gd name="T11" fmla="*/ 1533683 h 1912938"/>
                <a:gd name="T12" fmla="*/ 0 w 1909763"/>
                <a:gd name="T13" fmla="*/ 1905000 h 1912938"/>
                <a:gd name="T14" fmla="*/ 990076 w 1909763"/>
                <a:gd name="T15" fmla="*/ 547002 h 1912938"/>
                <a:gd name="T16" fmla="*/ 1084268 w 1909763"/>
                <a:gd name="T17" fmla="*/ 595709 h 1912938"/>
                <a:gd name="T18" fmla="*/ 1176565 w 1909763"/>
                <a:gd name="T19" fmla="*/ 667504 h 1912938"/>
                <a:gd name="T20" fmla="*/ 1294781 w 1909763"/>
                <a:gd name="T21" fmla="*/ 800657 h 1912938"/>
                <a:gd name="T22" fmla="*/ 1351992 w 1909763"/>
                <a:gd name="T23" fmla="*/ 906610 h 1912938"/>
                <a:gd name="T24" fmla="*/ 1367480 w 1909763"/>
                <a:gd name="T25" fmla="*/ 971447 h 1912938"/>
                <a:gd name="T26" fmla="*/ 741633 w 1909763"/>
                <a:gd name="T27" fmla="*/ 1521772 h 1912938"/>
                <a:gd name="T28" fmla="*/ 719507 w 1909763"/>
                <a:gd name="T29" fmla="*/ 1441437 h 1912938"/>
                <a:gd name="T30" fmla="*/ 689163 w 1909763"/>
                <a:gd name="T31" fmla="*/ 1362684 h 1912938"/>
                <a:gd name="T32" fmla="*/ 605717 w 1909763"/>
                <a:gd name="T33" fmla="*/ 1309233 h 1912938"/>
                <a:gd name="T34" fmla="*/ 554511 w 1909763"/>
                <a:gd name="T35" fmla="*/ 1257047 h 1912938"/>
                <a:gd name="T36" fmla="*/ 495403 w 1909763"/>
                <a:gd name="T37" fmla="*/ 1173233 h 1912938"/>
                <a:gd name="T38" fmla="*/ 414485 w 1909763"/>
                <a:gd name="T39" fmla="*/ 1167223 h 1912938"/>
                <a:gd name="T40" fmla="*/ 334200 w 1909763"/>
                <a:gd name="T41" fmla="*/ 1137810 h 1912938"/>
                <a:gd name="T42" fmla="*/ 1102115 w 1909763"/>
                <a:gd name="T43" fmla="*/ 389221 h 1912938"/>
                <a:gd name="T44" fmla="*/ 1182317 w 1909763"/>
                <a:gd name="T45" fmla="*/ 412935 h 1912938"/>
                <a:gd name="T46" fmla="*/ 1278052 w 1909763"/>
                <a:gd name="T47" fmla="*/ 467951 h 1912938"/>
                <a:gd name="T48" fmla="*/ 1390271 w 1909763"/>
                <a:gd name="T49" fmla="*/ 569762 h 1912938"/>
                <a:gd name="T50" fmla="*/ 1465401 w 1909763"/>
                <a:gd name="T51" fmla="*/ 674102 h 1912938"/>
                <a:gd name="T52" fmla="*/ 1496150 w 1909763"/>
                <a:gd name="T53" fmla="*/ 753148 h 1912938"/>
                <a:gd name="T54" fmla="*/ 1438773 w 1909763"/>
                <a:gd name="T55" fmla="*/ 874245 h 1912938"/>
                <a:gd name="T56" fmla="*/ 1394075 w 1909763"/>
                <a:gd name="T57" fmla="*/ 754728 h 1912938"/>
                <a:gd name="T58" fmla="*/ 1286611 w 1909763"/>
                <a:gd name="T59" fmla="*/ 617822 h 1912938"/>
                <a:gd name="T60" fmla="*/ 1182317 w 1909763"/>
                <a:gd name="T61" fmla="*/ 530239 h 1912938"/>
                <a:gd name="T62" fmla="*/ 1095458 w 1909763"/>
                <a:gd name="T63" fmla="*/ 479966 h 1912938"/>
                <a:gd name="T64" fmla="*/ 1079925 w 1909763"/>
                <a:gd name="T65" fmla="*/ 387324 h 1912938"/>
                <a:gd name="T66" fmla="*/ 1274840 w 1909763"/>
                <a:gd name="T67" fmla="*/ 248813 h 1912938"/>
                <a:gd name="T68" fmla="*/ 1361157 w 1909763"/>
                <a:gd name="T69" fmla="*/ 287000 h 1912938"/>
                <a:gd name="T70" fmla="*/ 1471820 w 1909763"/>
                <a:gd name="T71" fmla="*/ 367792 h 1912938"/>
                <a:gd name="T72" fmla="*/ 1577108 w 1909763"/>
                <a:gd name="T73" fmla="*/ 484246 h 1912938"/>
                <a:gd name="T74" fmla="*/ 1629910 w 1909763"/>
                <a:gd name="T75" fmla="*/ 580818 h 1912938"/>
                <a:gd name="T76" fmla="*/ 1646668 w 1909763"/>
                <a:gd name="T77" fmla="*/ 647723 h 1912938"/>
                <a:gd name="T78" fmla="*/ 1571733 w 1909763"/>
                <a:gd name="T79" fmla="*/ 701374 h 1912938"/>
                <a:gd name="T80" fmla="*/ 1500908 w 1909763"/>
                <a:gd name="T81" fmla="*/ 566932 h 1912938"/>
                <a:gd name="T82" fmla="*/ 1381077 w 1909763"/>
                <a:gd name="T83" fmla="*/ 437539 h 1912938"/>
                <a:gd name="T84" fmla="*/ 1277685 w 1909763"/>
                <a:gd name="T85" fmla="*/ 362111 h 1912938"/>
                <a:gd name="T86" fmla="*/ 1174610 w 1909763"/>
                <a:gd name="T87" fmla="*/ 313195 h 1912938"/>
                <a:gd name="T88" fmla="*/ 1571880 w 1909763"/>
                <a:gd name="T89" fmla="*/ 0 h 1912938"/>
                <a:gd name="T90" fmla="*/ 1674374 w 1909763"/>
                <a:gd name="T91" fmla="*/ 27868 h 1912938"/>
                <a:gd name="T92" fmla="*/ 1797116 w 1909763"/>
                <a:gd name="T93" fmla="*/ 110838 h 1912938"/>
                <a:gd name="T94" fmla="*/ 1880946 w 1909763"/>
                <a:gd name="T95" fmla="*/ 216927 h 1912938"/>
                <a:gd name="T96" fmla="*/ 1901825 w 1909763"/>
                <a:gd name="T97" fmla="*/ 315415 h 1912938"/>
                <a:gd name="T98" fmla="*/ 1879681 w 1909763"/>
                <a:gd name="T99" fmla="*/ 399018 h 1912938"/>
                <a:gd name="T100" fmla="*/ 1834128 w 1909763"/>
                <a:gd name="T101" fmla="*/ 461405 h 1912938"/>
                <a:gd name="T102" fmla="*/ 1716764 w 1909763"/>
                <a:gd name="T103" fmla="*/ 551026 h 1912938"/>
                <a:gd name="T104" fmla="*/ 1686079 w 1909763"/>
                <a:gd name="T105" fmla="*/ 466156 h 1912938"/>
                <a:gd name="T106" fmla="*/ 1635148 w 1909763"/>
                <a:gd name="T107" fmla="*/ 386034 h 1912938"/>
                <a:gd name="T108" fmla="*/ 1552899 w 1909763"/>
                <a:gd name="T109" fmla="*/ 297997 h 1912938"/>
                <a:gd name="T110" fmla="*/ 1465272 w 1909763"/>
                <a:gd name="T111" fmla="*/ 231811 h 1912938"/>
                <a:gd name="T112" fmla="*/ 1387135 w 1909763"/>
                <a:gd name="T113" fmla="*/ 193176 h 1912938"/>
                <a:gd name="T114" fmla="*/ 1324816 w 1909763"/>
                <a:gd name="T115" fmla="*/ 138389 h 1912938"/>
                <a:gd name="T116" fmla="*/ 1449455 w 1909763"/>
                <a:gd name="T117" fmla="*/ 33885 h 1912938"/>
                <a:gd name="T118" fmla="*/ 1518102 w 1909763"/>
                <a:gd name="T119" fmla="*/ 4750 h 191293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909763" h="1912938">
                  <a:moveTo>
                    <a:pt x="275590" y="1223963"/>
                  </a:moveTo>
                  <a:lnTo>
                    <a:pt x="276860" y="1225231"/>
                  </a:lnTo>
                  <a:lnTo>
                    <a:pt x="281623" y="1228085"/>
                  </a:lnTo>
                  <a:lnTo>
                    <a:pt x="285433" y="1229987"/>
                  </a:lnTo>
                  <a:lnTo>
                    <a:pt x="290513" y="1232207"/>
                  </a:lnTo>
                  <a:lnTo>
                    <a:pt x="296545" y="1235060"/>
                  </a:lnTo>
                  <a:lnTo>
                    <a:pt x="304165" y="1237280"/>
                  </a:lnTo>
                  <a:lnTo>
                    <a:pt x="312738" y="1239816"/>
                  </a:lnTo>
                  <a:lnTo>
                    <a:pt x="323215" y="1242036"/>
                  </a:lnTo>
                  <a:lnTo>
                    <a:pt x="335280" y="1244255"/>
                  </a:lnTo>
                  <a:lnTo>
                    <a:pt x="348933" y="1246157"/>
                  </a:lnTo>
                  <a:lnTo>
                    <a:pt x="364173" y="1248060"/>
                  </a:lnTo>
                  <a:lnTo>
                    <a:pt x="381318" y="1249328"/>
                  </a:lnTo>
                  <a:lnTo>
                    <a:pt x="400368" y="1249962"/>
                  </a:lnTo>
                  <a:lnTo>
                    <a:pt x="421958" y="1250279"/>
                  </a:lnTo>
                  <a:lnTo>
                    <a:pt x="425768" y="1261376"/>
                  </a:lnTo>
                  <a:lnTo>
                    <a:pt x="430213" y="1272474"/>
                  </a:lnTo>
                  <a:lnTo>
                    <a:pt x="434658" y="1282937"/>
                  </a:lnTo>
                  <a:lnTo>
                    <a:pt x="440055" y="1293083"/>
                  </a:lnTo>
                  <a:lnTo>
                    <a:pt x="445453" y="1303229"/>
                  </a:lnTo>
                  <a:lnTo>
                    <a:pt x="451485" y="1313375"/>
                  </a:lnTo>
                  <a:lnTo>
                    <a:pt x="457835" y="1322886"/>
                  </a:lnTo>
                  <a:lnTo>
                    <a:pt x="464185" y="1332081"/>
                  </a:lnTo>
                  <a:lnTo>
                    <a:pt x="471488" y="1341276"/>
                  </a:lnTo>
                  <a:lnTo>
                    <a:pt x="478473" y="1349837"/>
                  </a:lnTo>
                  <a:lnTo>
                    <a:pt x="485775" y="1358080"/>
                  </a:lnTo>
                  <a:lnTo>
                    <a:pt x="493395" y="1366324"/>
                  </a:lnTo>
                  <a:lnTo>
                    <a:pt x="500698" y="1374250"/>
                  </a:lnTo>
                  <a:lnTo>
                    <a:pt x="508635" y="1381860"/>
                  </a:lnTo>
                  <a:lnTo>
                    <a:pt x="516573" y="1388835"/>
                  </a:lnTo>
                  <a:lnTo>
                    <a:pt x="524510" y="1395493"/>
                  </a:lnTo>
                  <a:lnTo>
                    <a:pt x="532448" y="1402469"/>
                  </a:lnTo>
                  <a:lnTo>
                    <a:pt x="540385" y="1408810"/>
                  </a:lnTo>
                  <a:lnTo>
                    <a:pt x="555943" y="1420541"/>
                  </a:lnTo>
                  <a:lnTo>
                    <a:pt x="571500" y="1430687"/>
                  </a:lnTo>
                  <a:lnTo>
                    <a:pt x="586105" y="1439565"/>
                  </a:lnTo>
                  <a:lnTo>
                    <a:pt x="600075" y="1447492"/>
                  </a:lnTo>
                  <a:lnTo>
                    <a:pt x="612775" y="1453833"/>
                  </a:lnTo>
                  <a:lnTo>
                    <a:pt x="624523" y="1458589"/>
                  </a:lnTo>
                  <a:lnTo>
                    <a:pt x="634365" y="1462394"/>
                  </a:lnTo>
                  <a:lnTo>
                    <a:pt x="634365" y="1467784"/>
                  </a:lnTo>
                  <a:lnTo>
                    <a:pt x="634683" y="1473808"/>
                  </a:lnTo>
                  <a:lnTo>
                    <a:pt x="635318" y="1479832"/>
                  </a:lnTo>
                  <a:lnTo>
                    <a:pt x="636270" y="1486173"/>
                  </a:lnTo>
                  <a:lnTo>
                    <a:pt x="638810" y="1499173"/>
                  </a:lnTo>
                  <a:lnTo>
                    <a:pt x="641668" y="1512489"/>
                  </a:lnTo>
                  <a:lnTo>
                    <a:pt x="645795" y="1526440"/>
                  </a:lnTo>
                  <a:lnTo>
                    <a:pt x="650558" y="1540074"/>
                  </a:lnTo>
                  <a:lnTo>
                    <a:pt x="655321" y="1553707"/>
                  </a:lnTo>
                  <a:lnTo>
                    <a:pt x="660083" y="1566707"/>
                  </a:lnTo>
                  <a:lnTo>
                    <a:pt x="665481" y="1579389"/>
                  </a:lnTo>
                  <a:lnTo>
                    <a:pt x="670243" y="1590803"/>
                  </a:lnTo>
                  <a:lnTo>
                    <a:pt x="679133" y="1610144"/>
                  </a:lnTo>
                  <a:lnTo>
                    <a:pt x="685165" y="1623144"/>
                  </a:lnTo>
                  <a:lnTo>
                    <a:pt x="687388" y="1627900"/>
                  </a:lnTo>
                  <a:lnTo>
                    <a:pt x="0" y="1912938"/>
                  </a:lnTo>
                  <a:lnTo>
                    <a:pt x="275590" y="1223963"/>
                  </a:lnTo>
                  <a:close/>
                  <a:moveTo>
                    <a:pt x="923427" y="530225"/>
                  </a:moveTo>
                  <a:lnTo>
                    <a:pt x="931362" y="531813"/>
                  </a:lnTo>
                  <a:lnTo>
                    <a:pt x="941201" y="533401"/>
                  </a:lnTo>
                  <a:lnTo>
                    <a:pt x="951993" y="536259"/>
                  </a:lnTo>
                  <a:lnTo>
                    <a:pt x="965007" y="539435"/>
                  </a:lnTo>
                  <a:lnTo>
                    <a:pt x="978972" y="544199"/>
                  </a:lnTo>
                  <a:lnTo>
                    <a:pt x="994208" y="549281"/>
                  </a:lnTo>
                  <a:lnTo>
                    <a:pt x="1010713" y="555950"/>
                  </a:lnTo>
                  <a:lnTo>
                    <a:pt x="1028805" y="564526"/>
                  </a:lnTo>
                  <a:lnTo>
                    <a:pt x="1038327" y="568972"/>
                  </a:lnTo>
                  <a:lnTo>
                    <a:pt x="1047849" y="574053"/>
                  </a:lnTo>
                  <a:lnTo>
                    <a:pt x="1057689" y="579453"/>
                  </a:lnTo>
                  <a:lnTo>
                    <a:pt x="1067845" y="585487"/>
                  </a:lnTo>
                  <a:lnTo>
                    <a:pt x="1078320" y="591521"/>
                  </a:lnTo>
                  <a:lnTo>
                    <a:pt x="1088794" y="598191"/>
                  </a:lnTo>
                  <a:lnTo>
                    <a:pt x="1099903" y="605495"/>
                  </a:lnTo>
                  <a:lnTo>
                    <a:pt x="1111012" y="613118"/>
                  </a:lnTo>
                  <a:lnTo>
                    <a:pt x="1122439" y="621058"/>
                  </a:lnTo>
                  <a:lnTo>
                    <a:pt x="1133548" y="630268"/>
                  </a:lnTo>
                  <a:lnTo>
                    <a:pt x="1145609" y="639161"/>
                  </a:lnTo>
                  <a:lnTo>
                    <a:pt x="1157353" y="649006"/>
                  </a:lnTo>
                  <a:lnTo>
                    <a:pt x="1169415" y="659487"/>
                  </a:lnTo>
                  <a:lnTo>
                    <a:pt x="1181476" y="670285"/>
                  </a:lnTo>
                  <a:lnTo>
                    <a:pt x="1193855" y="681719"/>
                  </a:lnTo>
                  <a:lnTo>
                    <a:pt x="1206234" y="693787"/>
                  </a:lnTo>
                  <a:lnTo>
                    <a:pt x="1224326" y="712208"/>
                  </a:lnTo>
                  <a:lnTo>
                    <a:pt x="1241148" y="730311"/>
                  </a:lnTo>
                  <a:lnTo>
                    <a:pt x="1257336" y="748731"/>
                  </a:lnTo>
                  <a:lnTo>
                    <a:pt x="1272888" y="767152"/>
                  </a:lnTo>
                  <a:lnTo>
                    <a:pt x="1287172" y="785573"/>
                  </a:lnTo>
                  <a:lnTo>
                    <a:pt x="1300185" y="803993"/>
                  </a:lnTo>
                  <a:lnTo>
                    <a:pt x="1312246" y="822096"/>
                  </a:lnTo>
                  <a:lnTo>
                    <a:pt x="1323356" y="840199"/>
                  </a:lnTo>
                  <a:lnTo>
                    <a:pt x="1333513" y="857984"/>
                  </a:lnTo>
                  <a:lnTo>
                    <a:pt x="1343035" y="875770"/>
                  </a:lnTo>
                  <a:lnTo>
                    <a:pt x="1346843" y="884345"/>
                  </a:lnTo>
                  <a:lnTo>
                    <a:pt x="1350970" y="892920"/>
                  </a:lnTo>
                  <a:lnTo>
                    <a:pt x="1354461" y="901813"/>
                  </a:lnTo>
                  <a:lnTo>
                    <a:pt x="1357635" y="910388"/>
                  </a:lnTo>
                  <a:lnTo>
                    <a:pt x="1360809" y="918963"/>
                  </a:lnTo>
                  <a:lnTo>
                    <a:pt x="1363349" y="927220"/>
                  </a:lnTo>
                  <a:lnTo>
                    <a:pt x="1365570" y="935478"/>
                  </a:lnTo>
                  <a:lnTo>
                    <a:pt x="1367792" y="943735"/>
                  </a:lnTo>
                  <a:lnTo>
                    <a:pt x="1369697" y="951675"/>
                  </a:lnTo>
                  <a:lnTo>
                    <a:pt x="1370966" y="959933"/>
                  </a:lnTo>
                  <a:lnTo>
                    <a:pt x="1372236" y="967873"/>
                  </a:lnTo>
                  <a:lnTo>
                    <a:pt x="1373188" y="975495"/>
                  </a:lnTo>
                  <a:lnTo>
                    <a:pt x="774247" y="1579563"/>
                  </a:lnTo>
                  <a:lnTo>
                    <a:pt x="771708" y="1576387"/>
                  </a:lnTo>
                  <a:lnTo>
                    <a:pt x="768851" y="1572258"/>
                  </a:lnTo>
                  <a:lnTo>
                    <a:pt x="765042" y="1566542"/>
                  </a:lnTo>
                  <a:lnTo>
                    <a:pt x="760281" y="1559237"/>
                  </a:lnTo>
                  <a:lnTo>
                    <a:pt x="755520" y="1550344"/>
                  </a:lnTo>
                  <a:lnTo>
                    <a:pt x="749807" y="1540181"/>
                  </a:lnTo>
                  <a:lnTo>
                    <a:pt x="744728" y="1528113"/>
                  </a:lnTo>
                  <a:lnTo>
                    <a:pt x="739333" y="1515091"/>
                  </a:lnTo>
                  <a:lnTo>
                    <a:pt x="734254" y="1500164"/>
                  </a:lnTo>
                  <a:lnTo>
                    <a:pt x="731715" y="1492224"/>
                  </a:lnTo>
                  <a:lnTo>
                    <a:pt x="729493" y="1483967"/>
                  </a:lnTo>
                  <a:lnTo>
                    <a:pt x="727271" y="1475392"/>
                  </a:lnTo>
                  <a:lnTo>
                    <a:pt x="725367" y="1466181"/>
                  </a:lnTo>
                  <a:lnTo>
                    <a:pt x="724097" y="1457289"/>
                  </a:lnTo>
                  <a:lnTo>
                    <a:pt x="722510" y="1447443"/>
                  </a:lnTo>
                  <a:lnTo>
                    <a:pt x="721241" y="1437280"/>
                  </a:lnTo>
                  <a:lnTo>
                    <a:pt x="720288" y="1427117"/>
                  </a:lnTo>
                  <a:lnTo>
                    <a:pt x="719336" y="1416319"/>
                  </a:lnTo>
                  <a:lnTo>
                    <a:pt x="719336" y="1405203"/>
                  </a:lnTo>
                  <a:lnTo>
                    <a:pt x="719336" y="1394087"/>
                  </a:lnTo>
                  <a:lnTo>
                    <a:pt x="719971" y="1382018"/>
                  </a:lnTo>
                  <a:lnTo>
                    <a:pt x="705688" y="1375349"/>
                  </a:lnTo>
                  <a:lnTo>
                    <a:pt x="692039" y="1368362"/>
                  </a:lnTo>
                  <a:lnTo>
                    <a:pt x="679343" y="1361692"/>
                  </a:lnTo>
                  <a:lnTo>
                    <a:pt x="667282" y="1355023"/>
                  </a:lnTo>
                  <a:lnTo>
                    <a:pt x="655855" y="1348035"/>
                  </a:lnTo>
                  <a:lnTo>
                    <a:pt x="645381" y="1341366"/>
                  </a:lnTo>
                  <a:lnTo>
                    <a:pt x="635224" y="1334696"/>
                  </a:lnTo>
                  <a:lnTo>
                    <a:pt x="625385" y="1327709"/>
                  </a:lnTo>
                  <a:lnTo>
                    <a:pt x="616497" y="1321357"/>
                  </a:lnTo>
                  <a:lnTo>
                    <a:pt x="608245" y="1314688"/>
                  </a:lnTo>
                  <a:lnTo>
                    <a:pt x="599992" y="1308018"/>
                  </a:lnTo>
                  <a:lnTo>
                    <a:pt x="592692" y="1301349"/>
                  </a:lnTo>
                  <a:lnTo>
                    <a:pt x="585709" y="1294679"/>
                  </a:lnTo>
                  <a:lnTo>
                    <a:pt x="579361" y="1288327"/>
                  </a:lnTo>
                  <a:lnTo>
                    <a:pt x="573013" y="1281975"/>
                  </a:lnTo>
                  <a:lnTo>
                    <a:pt x="567300" y="1275306"/>
                  </a:lnTo>
                  <a:lnTo>
                    <a:pt x="561904" y="1268636"/>
                  </a:lnTo>
                  <a:lnTo>
                    <a:pt x="556825" y="1262285"/>
                  </a:lnTo>
                  <a:lnTo>
                    <a:pt x="552064" y="1255933"/>
                  </a:lnTo>
                  <a:lnTo>
                    <a:pt x="547621" y="1249898"/>
                  </a:lnTo>
                  <a:lnTo>
                    <a:pt x="539686" y="1237194"/>
                  </a:lnTo>
                  <a:lnTo>
                    <a:pt x="532703" y="1224808"/>
                  </a:lnTo>
                  <a:lnTo>
                    <a:pt x="526355" y="1212739"/>
                  </a:lnTo>
                  <a:lnTo>
                    <a:pt x="520641" y="1200988"/>
                  </a:lnTo>
                  <a:lnTo>
                    <a:pt x="509850" y="1177804"/>
                  </a:lnTo>
                  <a:lnTo>
                    <a:pt x="497471" y="1178122"/>
                  </a:lnTo>
                  <a:lnTo>
                    <a:pt x="485727" y="1178122"/>
                  </a:lnTo>
                  <a:lnTo>
                    <a:pt x="474300" y="1178122"/>
                  </a:lnTo>
                  <a:lnTo>
                    <a:pt x="463509" y="1177804"/>
                  </a:lnTo>
                  <a:lnTo>
                    <a:pt x="453352" y="1177169"/>
                  </a:lnTo>
                  <a:lnTo>
                    <a:pt x="443512" y="1175898"/>
                  </a:lnTo>
                  <a:lnTo>
                    <a:pt x="433673" y="1174628"/>
                  </a:lnTo>
                  <a:lnTo>
                    <a:pt x="424785" y="1173675"/>
                  </a:lnTo>
                  <a:lnTo>
                    <a:pt x="416215" y="1172087"/>
                  </a:lnTo>
                  <a:lnTo>
                    <a:pt x="408280" y="1170182"/>
                  </a:lnTo>
                  <a:lnTo>
                    <a:pt x="393045" y="1167006"/>
                  </a:lnTo>
                  <a:lnTo>
                    <a:pt x="379714" y="1162877"/>
                  </a:lnTo>
                  <a:lnTo>
                    <a:pt x="367653" y="1158431"/>
                  </a:lnTo>
                  <a:lnTo>
                    <a:pt x="357496" y="1153984"/>
                  </a:lnTo>
                  <a:lnTo>
                    <a:pt x="348926" y="1149855"/>
                  </a:lnTo>
                  <a:lnTo>
                    <a:pt x="341308" y="1146044"/>
                  </a:lnTo>
                  <a:lnTo>
                    <a:pt x="335595" y="1142551"/>
                  </a:lnTo>
                  <a:lnTo>
                    <a:pt x="331151" y="1139375"/>
                  </a:lnTo>
                  <a:lnTo>
                    <a:pt x="327660" y="1137152"/>
                  </a:lnTo>
                  <a:lnTo>
                    <a:pt x="325438" y="1134928"/>
                  </a:lnTo>
                  <a:lnTo>
                    <a:pt x="923427" y="530225"/>
                  </a:lnTo>
                  <a:close/>
                  <a:moveTo>
                    <a:pt x="1084432" y="388938"/>
                  </a:moveTo>
                  <a:lnTo>
                    <a:pt x="1089844" y="389573"/>
                  </a:lnTo>
                  <a:lnTo>
                    <a:pt x="1097165" y="389891"/>
                  </a:lnTo>
                  <a:lnTo>
                    <a:pt x="1106715" y="390843"/>
                  </a:lnTo>
                  <a:lnTo>
                    <a:pt x="1118175" y="392748"/>
                  </a:lnTo>
                  <a:lnTo>
                    <a:pt x="1132499" y="396241"/>
                  </a:lnTo>
                  <a:lnTo>
                    <a:pt x="1140458" y="398146"/>
                  </a:lnTo>
                  <a:lnTo>
                    <a:pt x="1148734" y="400686"/>
                  </a:lnTo>
                  <a:lnTo>
                    <a:pt x="1157329" y="403226"/>
                  </a:lnTo>
                  <a:lnTo>
                    <a:pt x="1166879" y="406718"/>
                  </a:lnTo>
                  <a:lnTo>
                    <a:pt x="1176747" y="410528"/>
                  </a:lnTo>
                  <a:lnTo>
                    <a:pt x="1187252" y="414656"/>
                  </a:lnTo>
                  <a:lnTo>
                    <a:pt x="1197756" y="419418"/>
                  </a:lnTo>
                  <a:lnTo>
                    <a:pt x="1208579" y="424816"/>
                  </a:lnTo>
                  <a:lnTo>
                    <a:pt x="1220358" y="430848"/>
                  </a:lnTo>
                  <a:lnTo>
                    <a:pt x="1232136" y="437198"/>
                  </a:lnTo>
                  <a:lnTo>
                    <a:pt x="1244550" y="444183"/>
                  </a:lnTo>
                  <a:lnTo>
                    <a:pt x="1256965" y="452121"/>
                  </a:lnTo>
                  <a:lnTo>
                    <a:pt x="1270017" y="460376"/>
                  </a:lnTo>
                  <a:lnTo>
                    <a:pt x="1283386" y="469901"/>
                  </a:lnTo>
                  <a:lnTo>
                    <a:pt x="1296438" y="480061"/>
                  </a:lnTo>
                  <a:lnTo>
                    <a:pt x="1310444" y="490856"/>
                  </a:lnTo>
                  <a:lnTo>
                    <a:pt x="1324450" y="502286"/>
                  </a:lnTo>
                  <a:lnTo>
                    <a:pt x="1338775" y="514986"/>
                  </a:lnTo>
                  <a:lnTo>
                    <a:pt x="1353100" y="528003"/>
                  </a:lnTo>
                  <a:lnTo>
                    <a:pt x="1367743" y="542291"/>
                  </a:lnTo>
                  <a:lnTo>
                    <a:pt x="1382386" y="557531"/>
                  </a:lnTo>
                  <a:lnTo>
                    <a:pt x="1396074" y="572136"/>
                  </a:lnTo>
                  <a:lnTo>
                    <a:pt x="1408489" y="586423"/>
                  </a:lnTo>
                  <a:lnTo>
                    <a:pt x="1420267" y="600393"/>
                  </a:lnTo>
                  <a:lnTo>
                    <a:pt x="1430772" y="613728"/>
                  </a:lnTo>
                  <a:lnTo>
                    <a:pt x="1440640" y="627381"/>
                  </a:lnTo>
                  <a:lnTo>
                    <a:pt x="1449235" y="640081"/>
                  </a:lnTo>
                  <a:lnTo>
                    <a:pt x="1457511" y="653098"/>
                  </a:lnTo>
                  <a:lnTo>
                    <a:pt x="1464833" y="665163"/>
                  </a:lnTo>
                  <a:lnTo>
                    <a:pt x="1471517" y="676911"/>
                  </a:lnTo>
                  <a:lnTo>
                    <a:pt x="1477566" y="688341"/>
                  </a:lnTo>
                  <a:lnTo>
                    <a:pt x="1482341" y="699136"/>
                  </a:lnTo>
                  <a:lnTo>
                    <a:pt x="1487434" y="709613"/>
                  </a:lnTo>
                  <a:lnTo>
                    <a:pt x="1490935" y="720408"/>
                  </a:lnTo>
                  <a:lnTo>
                    <a:pt x="1494755" y="729616"/>
                  </a:lnTo>
                  <a:lnTo>
                    <a:pt x="1497939" y="739141"/>
                  </a:lnTo>
                  <a:lnTo>
                    <a:pt x="1500167" y="747713"/>
                  </a:lnTo>
                  <a:lnTo>
                    <a:pt x="1502395" y="756286"/>
                  </a:lnTo>
                  <a:lnTo>
                    <a:pt x="1503987" y="763906"/>
                  </a:lnTo>
                  <a:lnTo>
                    <a:pt x="1505260" y="771526"/>
                  </a:lnTo>
                  <a:lnTo>
                    <a:pt x="1507170" y="784543"/>
                  </a:lnTo>
                  <a:lnTo>
                    <a:pt x="1508125" y="795338"/>
                  </a:lnTo>
                  <a:lnTo>
                    <a:pt x="1508125" y="804228"/>
                  </a:lnTo>
                  <a:lnTo>
                    <a:pt x="1507807" y="810261"/>
                  </a:lnTo>
                  <a:lnTo>
                    <a:pt x="1506852" y="815341"/>
                  </a:lnTo>
                  <a:lnTo>
                    <a:pt x="1444778" y="877888"/>
                  </a:lnTo>
                  <a:lnTo>
                    <a:pt x="1442550" y="864553"/>
                  </a:lnTo>
                  <a:lnTo>
                    <a:pt x="1439048" y="851218"/>
                  </a:lnTo>
                  <a:lnTo>
                    <a:pt x="1435228" y="836296"/>
                  </a:lnTo>
                  <a:lnTo>
                    <a:pt x="1430135" y="821691"/>
                  </a:lnTo>
                  <a:lnTo>
                    <a:pt x="1424087" y="806451"/>
                  </a:lnTo>
                  <a:lnTo>
                    <a:pt x="1416765" y="790576"/>
                  </a:lnTo>
                  <a:lnTo>
                    <a:pt x="1408807" y="774383"/>
                  </a:lnTo>
                  <a:lnTo>
                    <a:pt x="1399894" y="757873"/>
                  </a:lnTo>
                  <a:lnTo>
                    <a:pt x="1390026" y="741363"/>
                  </a:lnTo>
                  <a:lnTo>
                    <a:pt x="1378884" y="724536"/>
                  </a:lnTo>
                  <a:lnTo>
                    <a:pt x="1367106" y="707073"/>
                  </a:lnTo>
                  <a:lnTo>
                    <a:pt x="1353737" y="689928"/>
                  </a:lnTo>
                  <a:lnTo>
                    <a:pt x="1340048" y="672466"/>
                  </a:lnTo>
                  <a:lnTo>
                    <a:pt x="1325087" y="655003"/>
                  </a:lnTo>
                  <a:lnTo>
                    <a:pt x="1308852" y="637541"/>
                  </a:lnTo>
                  <a:lnTo>
                    <a:pt x="1291981" y="620396"/>
                  </a:lnTo>
                  <a:lnTo>
                    <a:pt x="1278611" y="607061"/>
                  </a:lnTo>
                  <a:lnTo>
                    <a:pt x="1264923" y="594361"/>
                  </a:lnTo>
                  <a:lnTo>
                    <a:pt x="1251235" y="582296"/>
                  </a:lnTo>
                  <a:lnTo>
                    <a:pt x="1238184" y="570866"/>
                  </a:lnTo>
                  <a:lnTo>
                    <a:pt x="1224814" y="560388"/>
                  </a:lnTo>
                  <a:lnTo>
                    <a:pt x="1212081" y="550228"/>
                  </a:lnTo>
                  <a:lnTo>
                    <a:pt x="1199348" y="541021"/>
                  </a:lnTo>
                  <a:lnTo>
                    <a:pt x="1187252" y="532448"/>
                  </a:lnTo>
                  <a:lnTo>
                    <a:pt x="1175155" y="524511"/>
                  </a:lnTo>
                  <a:lnTo>
                    <a:pt x="1163059" y="516573"/>
                  </a:lnTo>
                  <a:lnTo>
                    <a:pt x="1151917" y="509588"/>
                  </a:lnTo>
                  <a:lnTo>
                    <a:pt x="1140776" y="502921"/>
                  </a:lnTo>
                  <a:lnTo>
                    <a:pt x="1129953" y="496888"/>
                  </a:lnTo>
                  <a:lnTo>
                    <a:pt x="1119766" y="491808"/>
                  </a:lnTo>
                  <a:lnTo>
                    <a:pt x="1109580" y="486411"/>
                  </a:lnTo>
                  <a:lnTo>
                    <a:pt x="1100030" y="481966"/>
                  </a:lnTo>
                  <a:lnTo>
                    <a:pt x="1082522" y="474028"/>
                  </a:lnTo>
                  <a:lnTo>
                    <a:pt x="1066287" y="467678"/>
                  </a:lnTo>
                  <a:lnTo>
                    <a:pt x="1052599" y="462598"/>
                  </a:lnTo>
                  <a:lnTo>
                    <a:pt x="1040821" y="459106"/>
                  </a:lnTo>
                  <a:lnTo>
                    <a:pt x="1031590" y="456248"/>
                  </a:lnTo>
                  <a:lnTo>
                    <a:pt x="1024905" y="454343"/>
                  </a:lnTo>
                  <a:lnTo>
                    <a:pt x="1019175" y="453391"/>
                  </a:lnTo>
                  <a:lnTo>
                    <a:pt x="1084432" y="388938"/>
                  </a:lnTo>
                  <a:close/>
                  <a:moveTo>
                    <a:pt x="1213168" y="238125"/>
                  </a:moveTo>
                  <a:lnTo>
                    <a:pt x="1218883" y="238125"/>
                  </a:lnTo>
                  <a:lnTo>
                    <a:pt x="1226186" y="238759"/>
                  </a:lnTo>
                  <a:lnTo>
                    <a:pt x="1236028" y="239709"/>
                  </a:lnTo>
                  <a:lnTo>
                    <a:pt x="1248411" y="242245"/>
                  </a:lnTo>
                  <a:lnTo>
                    <a:pt x="1263016" y="245414"/>
                  </a:lnTo>
                  <a:lnTo>
                    <a:pt x="1270953" y="247315"/>
                  </a:lnTo>
                  <a:lnTo>
                    <a:pt x="1280161" y="249850"/>
                  </a:lnTo>
                  <a:lnTo>
                    <a:pt x="1289051" y="253020"/>
                  </a:lnTo>
                  <a:lnTo>
                    <a:pt x="1298893" y="256506"/>
                  </a:lnTo>
                  <a:lnTo>
                    <a:pt x="1309053" y="260625"/>
                  </a:lnTo>
                  <a:lnTo>
                    <a:pt x="1319848" y="264745"/>
                  </a:lnTo>
                  <a:lnTo>
                    <a:pt x="1330961" y="269816"/>
                  </a:lnTo>
                  <a:lnTo>
                    <a:pt x="1342391" y="275203"/>
                  </a:lnTo>
                  <a:lnTo>
                    <a:pt x="1354456" y="281541"/>
                  </a:lnTo>
                  <a:lnTo>
                    <a:pt x="1366838" y="288196"/>
                  </a:lnTo>
                  <a:lnTo>
                    <a:pt x="1379538" y="295802"/>
                  </a:lnTo>
                  <a:lnTo>
                    <a:pt x="1392873" y="303725"/>
                  </a:lnTo>
                  <a:lnTo>
                    <a:pt x="1405891" y="312598"/>
                  </a:lnTo>
                  <a:lnTo>
                    <a:pt x="1419861" y="322422"/>
                  </a:lnTo>
                  <a:lnTo>
                    <a:pt x="1433831" y="332880"/>
                  </a:lnTo>
                  <a:lnTo>
                    <a:pt x="1448436" y="344289"/>
                  </a:lnTo>
                  <a:lnTo>
                    <a:pt x="1463041" y="356332"/>
                  </a:lnTo>
                  <a:lnTo>
                    <a:pt x="1477963" y="369325"/>
                  </a:lnTo>
                  <a:lnTo>
                    <a:pt x="1492886" y="383269"/>
                  </a:lnTo>
                  <a:lnTo>
                    <a:pt x="1508126" y="398164"/>
                  </a:lnTo>
                  <a:lnTo>
                    <a:pt x="1523366" y="413692"/>
                  </a:lnTo>
                  <a:lnTo>
                    <a:pt x="1537653" y="428587"/>
                  </a:lnTo>
                  <a:lnTo>
                    <a:pt x="1550353" y="443481"/>
                  </a:lnTo>
                  <a:lnTo>
                    <a:pt x="1562418" y="458376"/>
                  </a:lnTo>
                  <a:lnTo>
                    <a:pt x="1573848" y="472637"/>
                  </a:lnTo>
                  <a:lnTo>
                    <a:pt x="1583691" y="486264"/>
                  </a:lnTo>
                  <a:lnTo>
                    <a:pt x="1593216" y="499891"/>
                  </a:lnTo>
                  <a:lnTo>
                    <a:pt x="1601471" y="512884"/>
                  </a:lnTo>
                  <a:lnTo>
                    <a:pt x="1609091" y="525878"/>
                  </a:lnTo>
                  <a:lnTo>
                    <a:pt x="1616076" y="538237"/>
                  </a:lnTo>
                  <a:lnTo>
                    <a:pt x="1622108" y="549963"/>
                  </a:lnTo>
                  <a:lnTo>
                    <a:pt x="1627823" y="561371"/>
                  </a:lnTo>
                  <a:lnTo>
                    <a:pt x="1632268" y="572780"/>
                  </a:lnTo>
                  <a:lnTo>
                    <a:pt x="1636713" y="583238"/>
                  </a:lnTo>
                  <a:lnTo>
                    <a:pt x="1640206" y="593379"/>
                  </a:lnTo>
                  <a:lnTo>
                    <a:pt x="1643699" y="603203"/>
                  </a:lnTo>
                  <a:lnTo>
                    <a:pt x="1646239" y="612077"/>
                  </a:lnTo>
                  <a:lnTo>
                    <a:pt x="1648143" y="620633"/>
                  </a:lnTo>
                  <a:lnTo>
                    <a:pt x="1650049" y="628873"/>
                  </a:lnTo>
                  <a:lnTo>
                    <a:pt x="1651636" y="636478"/>
                  </a:lnTo>
                  <a:lnTo>
                    <a:pt x="1652589" y="643767"/>
                  </a:lnTo>
                  <a:lnTo>
                    <a:pt x="1653541" y="650422"/>
                  </a:lnTo>
                  <a:lnTo>
                    <a:pt x="1654176" y="661514"/>
                  </a:lnTo>
                  <a:lnTo>
                    <a:pt x="1654176" y="670705"/>
                  </a:lnTo>
                  <a:lnTo>
                    <a:pt x="1653859" y="677043"/>
                  </a:lnTo>
                  <a:lnTo>
                    <a:pt x="1652906" y="682747"/>
                  </a:lnTo>
                  <a:lnTo>
                    <a:pt x="1588136" y="747713"/>
                  </a:lnTo>
                  <a:lnTo>
                    <a:pt x="1585596" y="733769"/>
                  </a:lnTo>
                  <a:lnTo>
                    <a:pt x="1582421" y="719508"/>
                  </a:lnTo>
                  <a:lnTo>
                    <a:pt x="1578293" y="704297"/>
                  </a:lnTo>
                  <a:lnTo>
                    <a:pt x="1572896" y="689085"/>
                  </a:lnTo>
                  <a:lnTo>
                    <a:pt x="1566546" y="672923"/>
                  </a:lnTo>
                  <a:lnTo>
                    <a:pt x="1559561" y="656761"/>
                  </a:lnTo>
                  <a:lnTo>
                    <a:pt x="1550671" y="639964"/>
                  </a:lnTo>
                  <a:lnTo>
                    <a:pt x="1541463" y="622534"/>
                  </a:lnTo>
                  <a:lnTo>
                    <a:pt x="1531303" y="605105"/>
                  </a:lnTo>
                  <a:lnTo>
                    <a:pt x="1519556" y="587358"/>
                  </a:lnTo>
                  <a:lnTo>
                    <a:pt x="1507173" y="569294"/>
                  </a:lnTo>
                  <a:lnTo>
                    <a:pt x="1493521" y="551230"/>
                  </a:lnTo>
                  <a:lnTo>
                    <a:pt x="1479233" y="533166"/>
                  </a:lnTo>
                  <a:lnTo>
                    <a:pt x="1463676" y="514786"/>
                  </a:lnTo>
                  <a:lnTo>
                    <a:pt x="1446848" y="497039"/>
                  </a:lnTo>
                  <a:lnTo>
                    <a:pt x="1429386" y="478975"/>
                  </a:lnTo>
                  <a:lnTo>
                    <a:pt x="1415098" y="465031"/>
                  </a:lnTo>
                  <a:lnTo>
                    <a:pt x="1400811" y="451721"/>
                  </a:lnTo>
                  <a:lnTo>
                    <a:pt x="1386841" y="439362"/>
                  </a:lnTo>
                  <a:lnTo>
                    <a:pt x="1372871" y="427636"/>
                  </a:lnTo>
                  <a:lnTo>
                    <a:pt x="1359536" y="416544"/>
                  </a:lnTo>
                  <a:lnTo>
                    <a:pt x="1345883" y="406086"/>
                  </a:lnTo>
                  <a:lnTo>
                    <a:pt x="1332548" y="396262"/>
                  </a:lnTo>
                  <a:lnTo>
                    <a:pt x="1319848" y="387389"/>
                  </a:lnTo>
                  <a:lnTo>
                    <a:pt x="1307148" y="378832"/>
                  </a:lnTo>
                  <a:lnTo>
                    <a:pt x="1295083" y="370909"/>
                  </a:lnTo>
                  <a:lnTo>
                    <a:pt x="1283018" y="363620"/>
                  </a:lnTo>
                  <a:lnTo>
                    <a:pt x="1271271" y="356648"/>
                  </a:lnTo>
                  <a:lnTo>
                    <a:pt x="1260158" y="350627"/>
                  </a:lnTo>
                  <a:lnTo>
                    <a:pt x="1249681" y="344606"/>
                  </a:lnTo>
                  <a:lnTo>
                    <a:pt x="1239203" y="339219"/>
                  </a:lnTo>
                  <a:lnTo>
                    <a:pt x="1229361" y="334782"/>
                  </a:lnTo>
                  <a:lnTo>
                    <a:pt x="1210628" y="326542"/>
                  </a:lnTo>
                  <a:lnTo>
                    <a:pt x="1193801" y="319887"/>
                  </a:lnTo>
                  <a:lnTo>
                    <a:pt x="1179513" y="314500"/>
                  </a:lnTo>
                  <a:lnTo>
                    <a:pt x="1167766" y="310697"/>
                  </a:lnTo>
                  <a:lnTo>
                    <a:pt x="1157923" y="307845"/>
                  </a:lnTo>
                  <a:lnTo>
                    <a:pt x="1150621" y="306260"/>
                  </a:lnTo>
                  <a:lnTo>
                    <a:pt x="1144588" y="304992"/>
                  </a:lnTo>
                  <a:lnTo>
                    <a:pt x="1213168" y="238125"/>
                  </a:lnTo>
                  <a:close/>
                  <a:moveTo>
                    <a:pt x="1555569" y="0"/>
                  </a:moveTo>
                  <a:lnTo>
                    <a:pt x="1566687" y="0"/>
                  </a:lnTo>
                  <a:lnTo>
                    <a:pt x="1578441" y="0"/>
                  </a:lnTo>
                  <a:lnTo>
                    <a:pt x="1589876" y="1272"/>
                  </a:lnTo>
                  <a:lnTo>
                    <a:pt x="1601948" y="2862"/>
                  </a:lnTo>
                  <a:lnTo>
                    <a:pt x="1614337" y="5088"/>
                  </a:lnTo>
                  <a:lnTo>
                    <a:pt x="1627043" y="7950"/>
                  </a:lnTo>
                  <a:lnTo>
                    <a:pt x="1640385" y="11766"/>
                  </a:lnTo>
                  <a:lnTo>
                    <a:pt x="1653409" y="16218"/>
                  </a:lnTo>
                  <a:lnTo>
                    <a:pt x="1667386" y="21624"/>
                  </a:lnTo>
                  <a:lnTo>
                    <a:pt x="1681363" y="27984"/>
                  </a:lnTo>
                  <a:lnTo>
                    <a:pt x="1695976" y="35298"/>
                  </a:lnTo>
                  <a:lnTo>
                    <a:pt x="1710588" y="42930"/>
                  </a:lnTo>
                  <a:lnTo>
                    <a:pt x="1725836" y="52152"/>
                  </a:lnTo>
                  <a:lnTo>
                    <a:pt x="1741084" y="62010"/>
                  </a:lnTo>
                  <a:lnTo>
                    <a:pt x="1756649" y="72822"/>
                  </a:lnTo>
                  <a:lnTo>
                    <a:pt x="1772850" y="84588"/>
                  </a:lnTo>
                  <a:lnTo>
                    <a:pt x="1789051" y="97626"/>
                  </a:lnTo>
                  <a:lnTo>
                    <a:pt x="1804617" y="111300"/>
                  </a:lnTo>
                  <a:lnTo>
                    <a:pt x="1819547" y="124656"/>
                  </a:lnTo>
                  <a:lnTo>
                    <a:pt x="1832571" y="138330"/>
                  </a:lnTo>
                  <a:lnTo>
                    <a:pt x="1844642" y="151686"/>
                  </a:lnTo>
                  <a:lnTo>
                    <a:pt x="1856078" y="165042"/>
                  </a:lnTo>
                  <a:lnTo>
                    <a:pt x="1865608" y="178398"/>
                  </a:lnTo>
                  <a:lnTo>
                    <a:pt x="1874502" y="191755"/>
                  </a:lnTo>
                  <a:lnTo>
                    <a:pt x="1881809" y="204475"/>
                  </a:lnTo>
                  <a:lnTo>
                    <a:pt x="1888797" y="217831"/>
                  </a:lnTo>
                  <a:lnTo>
                    <a:pt x="1894197" y="230869"/>
                  </a:lnTo>
                  <a:lnTo>
                    <a:pt x="1898962" y="243907"/>
                  </a:lnTo>
                  <a:lnTo>
                    <a:pt x="1902457" y="256309"/>
                  </a:lnTo>
                  <a:lnTo>
                    <a:pt x="1905633" y="268711"/>
                  </a:lnTo>
                  <a:lnTo>
                    <a:pt x="1907857" y="281113"/>
                  </a:lnTo>
                  <a:lnTo>
                    <a:pt x="1908810" y="293197"/>
                  </a:lnTo>
                  <a:lnTo>
                    <a:pt x="1909763" y="305281"/>
                  </a:lnTo>
                  <a:lnTo>
                    <a:pt x="1909763" y="316729"/>
                  </a:lnTo>
                  <a:lnTo>
                    <a:pt x="1908492" y="328177"/>
                  </a:lnTo>
                  <a:lnTo>
                    <a:pt x="1907539" y="339307"/>
                  </a:lnTo>
                  <a:lnTo>
                    <a:pt x="1905316" y="350437"/>
                  </a:lnTo>
                  <a:lnTo>
                    <a:pt x="1902457" y="360931"/>
                  </a:lnTo>
                  <a:lnTo>
                    <a:pt x="1899598" y="371425"/>
                  </a:lnTo>
                  <a:lnTo>
                    <a:pt x="1895786" y="381601"/>
                  </a:lnTo>
                  <a:lnTo>
                    <a:pt x="1891656" y="391459"/>
                  </a:lnTo>
                  <a:lnTo>
                    <a:pt x="1887527" y="400681"/>
                  </a:lnTo>
                  <a:lnTo>
                    <a:pt x="1882762" y="409903"/>
                  </a:lnTo>
                  <a:lnTo>
                    <a:pt x="1877361" y="418490"/>
                  </a:lnTo>
                  <a:lnTo>
                    <a:pt x="1871643" y="426758"/>
                  </a:lnTo>
                  <a:lnTo>
                    <a:pt x="1865925" y="434708"/>
                  </a:lnTo>
                  <a:lnTo>
                    <a:pt x="1860208" y="442340"/>
                  </a:lnTo>
                  <a:lnTo>
                    <a:pt x="1854172" y="449336"/>
                  </a:lnTo>
                  <a:lnTo>
                    <a:pt x="1847501" y="456014"/>
                  </a:lnTo>
                  <a:lnTo>
                    <a:pt x="1841783" y="463328"/>
                  </a:lnTo>
                  <a:lnTo>
                    <a:pt x="1830983" y="476048"/>
                  </a:lnTo>
                  <a:lnTo>
                    <a:pt x="1801122" y="514208"/>
                  </a:lnTo>
                  <a:lnTo>
                    <a:pt x="1764909" y="560636"/>
                  </a:lnTo>
                  <a:lnTo>
                    <a:pt x="1730283" y="604838"/>
                  </a:lnTo>
                  <a:lnTo>
                    <a:pt x="1729648" y="593708"/>
                  </a:lnTo>
                  <a:lnTo>
                    <a:pt x="1728377" y="581306"/>
                  </a:lnTo>
                  <a:lnTo>
                    <a:pt x="1726471" y="567632"/>
                  </a:lnTo>
                  <a:lnTo>
                    <a:pt x="1723930" y="553322"/>
                  </a:lnTo>
                  <a:lnTo>
                    <a:pt x="1720118" y="537740"/>
                  </a:lnTo>
                  <a:lnTo>
                    <a:pt x="1715353" y="521840"/>
                  </a:lnTo>
                  <a:lnTo>
                    <a:pt x="1712494" y="513254"/>
                  </a:lnTo>
                  <a:lnTo>
                    <a:pt x="1709318" y="504668"/>
                  </a:lnTo>
                  <a:lnTo>
                    <a:pt x="1705823" y="496082"/>
                  </a:lnTo>
                  <a:lnTo>
                    <a:pt x="1702011" y="487178"/>
                  </a:lnTo>
                  <a:lnTo>
                    <a:pt x="1697882" y="477638"/>
                  </a:lnTo>
                  <a:lnTo>
                    <a:pt x="1693117" y="468098"/>
                  </a:lnTo>
                  <a:lnTo>
                    <a:pt x="1688034" y="458876"/>
                  </a:lnTo>
                  <a:lnTo>
                    <a:pt x="1682952" y="449018"/>
                  </a:lnTo>
                  <a:lnTo>
                    <a:pt x="1677234" y="439160"/>
                  </a:lnTo>
                  <a:lnTo>
                    <a:pt x="1670881" y="428984"/>
                  </a:lnTo>
                  <a:lnTo>
                    <a:pt x="1664527" y="418808"/>
                  </a:lnTo>
                  <a:lnTo>
                    <a:pt x="1657221" y="408631"/>
                  </a:lnTo>
                  <a:lnTo>
                    <a:pt x="1649915" y="398137"/>
                  </a:lnTo>
                  <a:lnTo>
                    <a:pt x="1641973" y="387643"/>
                  </a:lnTo>
                  <a:lnTo>
                    <a:pt x="1633079" y="376831"/>
                  </a:lnTo>
                  <a:lnTo>
                    <a:pt x="1624184" y="365701"/>
                  </a:lnTo>
                  <a:lnTo>
                    <a:pt x="1614337" y="354889"/>
                  </a:lnTo>
                  <a:lnTo>
                    <a:pt x="1604489" y="343441"/>
                  </a:lnTo>
                  <a:lnTo>
                    <a:pt x="1593688" y="332311"/>
                  </a:lnTo>
                  <a:lnTo>
                    <a:pt x="1582570" y="320863"/>
                  </a:lnTo>
                  <a:lnTo>
                    <a:pt x="1571134" y="310051"/>
                  </a:lnTo>
                  <a:lnTo>
                    <a:pt x="1559381" y="299239"/>
                  </a:lnTo>
                  <a:lnTo>
                    <a:pt x="1548263" y="289381"/>
                  </a:lnTo>
                  <a:lnTo>
                    <a:pt x="1536827" y="279523"/>
                  </a:lnTo>
                  <a:lnTo>
                    <a:pt x="1525709" y="270619"/>
                  </a:lnTo>
                  <a:lnTo>
                    <a:pt x="1514590" y="262351"/>
                  </a:lnTo>
                  <a:lnTo>
                    <a:pt x="1503472" y="254083"/>
                  </a:lnTo>
                  <a:lnTo>
                    <a:pt x="1492672" y="246451"/>
                  </a:lnTo>
                  <a:lnTo>
                    <a:pt x="1481871" y="239137"/>
                  </a:lnTo>
                  <a:lnTo>
                    <a:pt x="1471388" y="232777"/>
                  </a:lnTo>
                  <a:lnTo>
                    <a:pt x="1460905" y="226417"/>
                  </a:lnTo>
                  <a:lnTo>
                    <a:pt x="1450740" y="220693"/>
                  </a:lnTo>
                  <a:lnTo>
                    <a:pt x="1440575" y="215287"/>
                  </a:lnTo>
                  <a:lnTo>
                    <a:pt x="1430410" y="210199"/>
                  </a:lnTo>
                  <a:lnTo>
                    <a:pt x="1420562" y="205747"/>
                  </a:lnTo>
                  <a:lnTo>
                    <a:pt x="1411350" y="201613"/>
                  </a:lnTo>
                  <a:lnTo>
                    <a:pt x="1401820" y="197479"/>
                  </a:lnTo>
                  <a:lnTo>
                    <a:pt x="1392925" y="193981"/>
                  </a:lnTo>
                  <a:lnTo>
                    <a:pt x="1375136" y="187620"/>
                  </a:lnTo>
                  <a:lnTo>
                    <a:pt x="1358300" y="182850"/>
                  </a:lnTo>
                  <a:lnTo>
                    <a:pt x="1342417" y="178716"/>
                  </a:lnTo>
                  <a:lnTo>
                    <a:pt x="1327805" y="175536"/>
                  </a:lnTo>
                  <a:lnTo>
                    <a:pt x="1314145" y="173310"/>
                  </a:lnTo>
                  <a:lnTo>
                    <a:pt x="1301756" y="171720"/>
                  </a:lnTo>
                  <a:lnTo>
                    <a:pt x="1290638" y="171084"/>
                  </a:lnTo>
                  <a:lnTo>
                    <a:pt x="1330346" y="138966"/>
                  </a:lnTo>
                  <a:lnTo>
                    <a:pt x="1370689" y="105894"/>
                  </a:lnTo>
                  <a:lnTo>
                    <a:pt x="1405950" y="76638"/>
                  </a:lnTo>
                  <a:lnTo>
                    <a:pt x="1419609" y="64554"/>
                  </a:lnTo>
                  <a:lnTo>
                    <a:pt x="1429774" y="55650"/>
                  </a:lnTo>
                  <a:lnTo>
                    <a:pt x="1435810" y="49926"/>
                  </a:lnTo>
                  <a:lnTo>
                    <a:pt x="1442163" y="44520"/>
                  </a:lnTo>
                  <a:lnTo>
                    <a:pt x="1448834" y="39432"/>
                  </a:lnTo>
                  <a:lnTo>
                    <a:pt x="1455505" y="34026"/>
                  </a:lnTo>
                  <a:lnTo>
                    <a:pt x="1463129" y="29256"/>
                  </a:lnTo>
                  <a:lnTo>
                    <a:pt x="1470753" y="24486"/>
                  </a:lnTo>
                  <a:lnTo>
                    <a:pt x="1479012" y="20352"/>
                  </a:lnTo>
                  <a:lnTo>
                    <a:pt x="1487271" y="16218"/>
                  </a:lnTo>
                  <a:lnTo>
                    <a:pt x="1495848" y="13038"/>
                  </a:lnTo>
                  <a:lnTo>
                    <a:pt x="1505378" y="9540"/>
                  </a:lnTo>
                  <a:lnTo>
                    <a:pt x="1514590" y="6996"/>
                  </a:lnTo>
                  <a:lnTo>
                    <a:pt x="1524438" y="4770"/>
                  </a:lnTo>
                  <a:lnTo>
                    <a:pt x="1534285" y="2544"/>
                  </a:lnTo>
                  <a:lnTo>
                    <a:pt x="1544768" y="1272"/>
                  </a:lnTo>
                  <a:lnTo>
                    <a:pt x="1555569" y="0"/>
                  </a:lnTo>
                  <a:close/>
                </a:path>
              </a:pathLst>
            </a:custGeom>
            <a:solidFill>
              <a:srgbClr val="68C6EA"/>
            </a:solidFill>
            <a:ln>
              <a:noFill/>
            </a:ln>
          </p:spPr>
          <p:txBody>
            <a:bodyPr lIns="91438" tIns="45719" rIns="91438" bIns="45719"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952597" y="1500175"/>
              <a:ext cx="8891026" cy="4609443"/>
              <a:chOff x="1952597" y="1500175"/>
              <a:chExt cx="8891026" cy="4609443"/>
            </a:xfrm>
          </p:grpSpPr>
          <p:pic>
            <p:nvPicPr>
              <p:cNvPr id="2050" name="图片 2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5381620" y="1500175"/>
                <a:ext cx="5462003" cy="385765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2" name="矩形 11"/>
              <p:cNvSpPr/>
              <p:nvPr/>
            </p:nvSpPr>
            <p:spPr>
              <a:xfrm>
                <a:off x="6524629" y="5786455"/>
                <a:ext cx="3891831" cy="323163"/>
              </a:xfrm>
              <a:prstGeom prst="rect">
                <a:avLst/>
              </a:prstGeom>
            </p:spPr>
            <p:txBody>
              <a:bodyPr wrap="none" lIns="91438" tIns="45719" rIns="91438" bIns="45719">
                <a:spAutoFit/>
              </a:bodyPr>
              <a:lstStyle/>
              <a:p>
                <a:r>
                  <a:rPr lang="zh-CN" altLang="en-US" sz="1500" dirty="0"/>
                  <a:t>图</a:t>
                </a:r>
                <a:r>
                  <a:rPr lang="en-US" sz="1500" dirty="0"/>
                  <a:t>1-54  </a:t>
                </a:r>
                <a:r>
                  <a:rPr lang="zh-CN" altLang="en-US" sz="1500" dirty="0"/>
                  <a:t>利用</a:t>
                </a:r>
                <a:r>
                  <a:rPr lang="en-US" sz="1500" dirty="0" err="1"/>
                  <a:t>ifconfig</a:t>
                </a:r>
                <a:r>
                  <a:rPr lang="zh-CN" altLang="en-US" sz="1500" dirty="0"/>
                  <a:t>为网卡增加一块虚拟网卡</a:t>
                </a: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6381753" y="2071677"/>
                <a:ext cx="642943" cy="214315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MH_Other_1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2024034" y="2428868"/>
                <a:ext cx="2928959" cy="2428892"/>
              </a:xfrm>
              <a:custGeom>
                <a:avLst/>
                <a:gdLst>
                  <a:gd name="connsiteX0" fmla="*/ 906147 w 2119472"/>
                  <a:gd name="connsiteY0" fmla="*/ 0 h 777388"/>
                  <a:gd name="connsiteX1" fmla="*/ 937414 w 2119472"/>
                  <a:gd name="connsiteY1" fmla="*/ 81 h 777388"/>
                  <a:gd name="connsiteX2" fmla="*/ 968700 w 2119472"/>
                  <a:gd name="connsiteY2" fmla="*/ 337 h 777388"/>
                  <a:gd name="connsiteX3" fmla="*/ 999264 w 2119472"/>
                  <a:gd name="connsiteY3" fmla="*/ 1031 h 777388"/>
                  <a:gd name="connsiteX4" fmla="*/ 964626 w 2119472"/>
                  <a:gd name="connsiteY4" fmla="*/ 1862 h 777388"/>
                  <a:gd name="connsiteX5" fmla="*/ 929305 w 2119472"/>
                  <a:gd name="connsiteY5" fmla="*/ 3482 h 777388"/>
                  <a:gd name="connsiteX6" fmla="*/ 894041 w 2119472"/>
                  <a:gd name="connsiteY6" fmla="*/ 5630 h 777388"/>
                  <a:gd name="connsiteX7" fmla="*/ 858818 w 2119472"/>
                  <a:gd name="connsiteY7" fmla="*/ 8131 h 777388"/>
                  <a:gd name="connsiteX8" fmla="*/ 824013 w 2119472"/>
                  <a:gd name="connsiteY8" fmla="*/ 10943 h 777388"/>
                  <a:gd name="connsiteX9" fmla="*/ 788528 w 2119472"/>
                  <a:gd name="connsiteY9" fmla="*/ 14542 h 777388"/>
                  <a:gd name="connsiteX10" fmla="*/ 770994 w 2119472"/>
                  <a:gd name="connsiteY10" fmla="*/ 16497 h 777388"/>
                  <a:gd name="connsiteX11" fmla="*/ 753482 w 2119472"/>
                  <a:gd name="connsiteY11" fmla="*/ 18628 h 777388"/>
                  <a:gd name="connsiteX12" fmla="*/ 735626 w 2119472"/>
                  <a:gd name="connsiteY12" fmla="*/ 21155 h 777388"/>
                  <a:gd name="connsiteX13" fmla="*/ 718132 w 2119472"/>
                  <a:gd name="connsiteY13" fmla="*/ 23463 h 777388"/>
                  <a:gd name="connsiteX14" fmla="*/ 700656 w 2119472"/>
                  <a:gd name="connsiteY14" fmla="*/ 25946 h 777388"/>
                  <a:gd name="connsiteX15" fmla="*/ 683223 w 2119472"/>
                  <a:gd name="connsiteY15" fmla="*/ 28781 h 777388"/>
                  <a:gd name="connsiteX16" fmla="*/ 665767 w 2119472"/>
                  <a:gd name="connsiteY16" fmla="*/ 31441 h 777388"/>
                  <a:gd name="connsiteX17" fmla="*/ 648371 w 2119472"/>
                  <a:gd name="connsiteY17" fmla="*/ 34629 h 777388"/>
                  <a:gd name="connsiteX18" fmla="*/ 630955 w 2119472"/>
                  <a:gd name="connsiteY18" fmla="*/ 37642 h 777388"/>
                  <a:gd name="connsiteX19" fmla="*/ 614342 w 2119472"/>
                  <a:gd name="connsiteY19" fmla="*/ 40921 h 777388"/>
                  <a:gd name="connsiteX20" fmla="*/ 596966 w 2119472"/>
                  <a:gd name="connsiteY20" fmla="*/ 44285 h 777388"/>
                  <a:gd name="connsiteX21" fmla="*/ 580011 w 2119472"/>
                  <a:gd name="connsiteY21" fmla="*/ 47959 h 777388"/>
                  <a:gd name="connsiteX22" fmla="*/ 563054 w 2119472"/>
                  <a:gd name="connsiteY22" fmla="*/ 51633 h 777388"/>
                  <a:gd name="connsiteX23" fmla="*/ 546120 w 2119472"/>
                  <a:gd name="connsiteY23" fmla="*/ 55483 h 777388"/>
                  <a:gd name="connsiteX24" fmla="*/ 529203 w 2119472"/>
                  <a:gd name="connsiteY24" fmla="*/ 59510 h 777388"/>
                  <a:gd name="connsiteX25" fmla="*/ 513068 w 2119472"/>
                  <a:gd name="connsiteY25" fmla="*/ 63627 h 777388"/>
                  <a:gd name="connsiteX26" fmla="*/ 496591 w 2119472"/>
                  <a:gd name="connsiteY26" fmla="*/ 68140 h 777388"/>
                  <a:gd name="connsiteX27" fmla="*/ 480096 w 2119472"/>
                  <a:gd name="connsiteY27" fmla="*/ 72476 h 777388"/>
                  <a:gd name="connsiteX28" fmla="*/ 463638 w 2119472"/>
                  <a:gd name="connsiteY28" fmla="*/ 77164 h 777388"/>
                  <a:gd name="connsiteX29" fmla="*/ 447964 w 2119472"/>
                  <a:gd name="connsiteY29" fmla="*/ 81944 h 777388"/>
                  <a:gd name="connsiteX30" fmla="*/ 433757 w 2119472"/>
                  <a:gd name="connsiteY30" fmla="*/ 86024 h 777388"/>
                  <a:gd name="connsiteX31" fmla="*/ 419606 w 2119472"/>
                  <a:gd name="connsiteY31" fmla="*/ 90635 h 777388"/>
                  <a:gd name="connsiteX32" fmla="*/ 405836 w 2119472"/>
                  <a:gd name="connsiteY32" fmla="*/ 95202 h 777388"/>
                  <a:gd name="connsiteX33" fmla="*/ 392449 w 2119472"/>
                  <a:gd name="connsiteY33" fmla="*/ 99727 h 777388"/>
                  <a:gd name="connsiteX34" fmla="*/ 378719 w 2119472"/>
                  <a:gd name="connsiteY34" fmla="*/ 104647 h 777388"/>
                  <a:gd name="connsiteX35" fmla="*/ 364988 w 2119472"/>
                  <a:gd name="connsiteY35" fmla="*/ 109565 h 777388"/>
                  <a:gd name="connsiteX36" fmla="*/ 351299 w 2119472"/>
                  <a:gd name="connsiteY36" fmla="*/ 114837 h 777388"/>
                  <a:gd name="connsiteX37" fmla="*/ 338371 w 2119472"/>
                  <a:gd name="connsiteY37" fmla="*/ 120024 h 777388"/>
                  <a:gd name="connsiteX38" fmla="*/ 325826 w 2119472"/>
                  <a:gd name="connsiteY38" fmla="*/ 125168 h 777388"/>
                  <a:gd name="connsiteX39" fmla="*/ 312936 w 2119472"/>
                  <a:gd name="connsiteY39" fmla="*/ 130707 h 777388"/>
                  <a:gd name="connsiteX40" fmla="*/ 300428 w 2119472"/>
                  <a:gd name="connsiteY40" fmla="*/ 136203 h 777388"/>
                  <a:gd name="connsiteX41" fmla="*/ 287579 w 2119472"/>
                  <a:gd name="connsiteY41" fmla="*/ 142095 h 777388"/>
                  <a:gd name="connsiteX42" fmla="*/ 275874 w 2119472"/>
                  <a:gd name="connsiteY42" fmla="*/ 147859 h 777388"/>
                  <a:gd name="connsiteX43" fmla="*/ 264167 w 2119472"/>
                  <a:gd name="connsiteY43" fmla="*/ 153623 h 777388"/>
                  <a:gd name="connsiteX44" fmla="*/ 252501 w 2119472"/>
                  <a:gd name="connsiteY44" fmla="*/ 159738 h 777388"/>
                  <a:gd name="connsiteX45" fmla="*/ 241214 w 2119472"/>
                  <a:gd name="connsiteY45" fmla="*/ 165813 h 777388"/>
                  <a:gd name="connsiteX46" fmla="*/ 230329 w 2119472"/>
                  <a:gd name="connsiteY46" fmla="*/ 172020 h 777388"/>
                  <a:gd name="connsiteX47" fmla="*/ 219846 w 2119472"/>
                  <a:gd name="connsiteY47" fmla="*/ 178361 h 777388"/>
                  <a:gd name="connsiteX48" fmla="*/ 209742 w 2119472"/>
                  <a:gd name="connsiteY48" fmla="*/ 184659 h 777388"/>
                  <a:gd name="connsiteX49" fmla="*/ 199660 w 2119472"/>
                  <a:gd name="connsiteY49" fmla="*/ 191134 h 777388"/>
                  <a:gd name="connsiteX50" fmla="*/ 190377 w 2119472"/>
                  <a:gd name="connsiteY50" fmla="*/ 197876 h 777388"/>
                  <a:gd name="connsiteX51" fmla="*/ 181096 w 2119472"/>
                  <a:gd name="connsiteY51" fmla="*/ 204617 h 777388"/>
                  <a:gd name="connsiteX52" fmla="*/ 172195 w 2119472"/>
                  <a:gd name="connsiteY52" fmla="*/ 211317 h 777388"/>
                  <a:gd name="connsiteX53" fmla="*/ 163716 w 2119472"/>
                  <a:gd name="connsiteY53" fmla="*/ 218325 h 777388"/>
                  <a:gd name="connsiteX54" fmla="*/ 156000 w 2119472"/>
                  <a:gd name="connsiteY54" fmla="*/ 225250 h 777388"/>
                  <a:gd name="connsiteX55" fmla="*/ 148682 w 2119472"/>
                  <a:gd name="connsiteY55" fmla="*/ 232308 h 777388"/>
                  <a:gd name="connsiteX56" fmla="*/ 141764 w 2119472"/>
                  <a:gd name="connsiteY56" fmla="*/ 239500 h 777388"/>
                  <a:gd name="connsiteX57" fmla="*/ 135231 w 2119472"/>
                  <a:gd name="connsiteY57" fmla="*/ 246648 h 777388"/>
                  <a:gd name="connsiteX58" fmla="*/ 129478 w 2119472"/>
                  <a:gd name="connsiteY58" fmla="*/ 253889 h 777388"/>
                  <a:gd name="connsiteX59" fmla="*/ 123745 w 2119472"/>
                  <a:gd name="connsiteY59" fmla="*/ 261305 h 777388"/>
                  <a:gd name="connsiteX60" fmla="*/ 118773 w 2119472"/>
                  <a:gd name="connsiteY60" fmla="*/ 268636 h 777388"/>
                  <a:gd name="connsiteX61" fmla="*/ 114583 w 2119472"/>
                  <a:gd name="connsiteY61" fmla="*/ 276058 h 777388"/>
                  <a:gd name="connsiteX62" fmla="*/ 110494 w 2119472"/>
                  <a:gd name="connsiteY62" fmla="*/ 284361 h 777388"/>
                  <a:gd name="connsiteX63" fmla="*/ 107164 w 2119472"/>
                  <a:gd name="connsiteY63" fmla="*/ 292580 h 777388"/>
                  <a:gd name="connsiteX64" fmla="*/ 104578 w 2119472"/>
                  <a:gd name="connsiteY64" fmla="*/ 300536 h 777388"/>
                  <a:gd name="connsiteX65" fmla="*/ 102413 w 2119472"/>
                  <a:gd name="connsiteY65" fmla="*/ 308803 h 777388"/>
                  <a:gd name="connsiteX66" fmla="*/ 101393 w 2119472"/>
                  <a:gd name="connsiteY66" fmla="*/ 316943 h 777388"/>
                  <a:gd name="connsiteX67" fmla="*/ 100732 w 2119472"/>
                  <a:gd name="connsiteY67" fmla="*/ 324864 h 777388"/>
                  <a:gd name="connsiteX68" fmla="*/ 100873 w 2119472"/>
                  <a:gd name="connsiteY68" fmla="*/ 333051 h 777388"/>
                  <a:gd name="connsiteX69" fmla="*/ 101737 w 2119472"/>
                  <a:gd name="connsiteY69" fmla="*/ 340801 h 777388"/>
                  <a:gd name="connsiteX70" fmla="*/ 102621 w 2119472"/>
                  <a:gd name="connsiteY70" fmla="*/ 348728 h 777388"/>
                  <a:gd name="connsiteX71" fmla="*/ 103906 w 2119472"/>
                  <a:gd name="connsiteY71" fmla="*/ 356788 h 777388"/>
                  <a:gd name="connsiteX72" fmla="*/ 105912 w 2119472"/>
                  <a:gd name="connsiteY72" fmla="*/ 364412 h 777388"/>
                  <a:gd name="connsiteX73" fmla="*/ 107961 w 2119472"/>
                  <a:gd name="connsiteY73" fmla="*/ 372387 h 777388"/>
                  <a:gd name="connsiteX74" fmla="*/ 111130 w 2119472"/>
                  <a:gd name="connsiteY74" fmla="*/ 380059 h 777388"/>
                  <a:gd name="connsiteX75" fmla="*/ 113901 w 2119472"/>
                  <a:gd name="connsiteY75" fmla="*/ 387598 h 777388"/>
                  <a:gd name="connsiteX76" fmla="*/ 120605 w 2119472"/>
                  <a:gd name="connsiteY76" fmla="*/ 402723 h 777388"/>
                  <a:gd name="connsiteX77" fmla="*/ 124479 w 2119472"/>
                  <a:gd name="connsiteY77" fmla="*/ 409781 h 777388"/>
                  <a:gd name="connsiteX78" fmla="*/ 128351 w 2119472"/>
                  <a:gd name="connsiteY78" fmla="*/ 416839 h 777388"/>
                  <a:gd name="connsiteX79" fmla="*/ 132648 w 2119472"/>
                  <a:gd name="connsiteY79" fmla="*/ 424206 h 777388"/>
                  <a:gd name="connsiteX80" fmla="*/ 137244 w 2119472"/>
                  <a:gd name="connsiteY80" fmla="*/ 430828 h 777388"/>
                  <a:gd name="connsiteX81" fmla="*/ 142645 w 2119472"/>
                  <a:gd name="connsiteY81" fmla="*/ 437716 h 777388"/>
                  <a:gd name="connsiteX82" fmla="*/ 148043 w 2119472"/>
                  <a:gd name="connsiteY82" fmla="*/ 444604 h 777388"/>
                  <a:gd name="connsiteX83" fmla="*/ 153803 w 2119472"/>
                  <a:gd name="connsiteY83" fmla="*/ 451274 h 777388"/>
                  <a:gd name="connsiteX84" fmla="*/ 160308 w 2119472"/>
                  <a:gd name="connsiteY84" fmla="*/ 457682 h 777388"/>
                  <a:gd name="connsiteX85" fmla="*/ 166447 w 2119472"/>
                  <a:gd name="connsiteY85" fmla="*/ 464310 h 777388"/>
                  <a:gd name="connsiteX86" fmla="*/ 173312 w 2119472"/>
                  <a:gd name="connsiteY86" fmla="*/ 470500 h 777388"/>
                  <a:gd name="connsiteX87" fmla="*/ 180596 w 2119472"/>
                  <a:gd name="connsiteY87" fmla="*/ 477000 h 777388"/>
                  <a:gd name="connsiteX88" fmla="*/ 188225 w 2119472"/>
                  <a:gd name="connsiteY88" fmla="*/ 483104 h 777388"/>
                  <a:gd name="connsiteX89" fmla="*/ 195832 w 2119472"/>
                  <a:gd name="connsiteY89" fmla="*/ 489033 h 777388"/>
                  <a:gd name="connsiteX90" fmla="*/ 204220 w 2119472"/>
                  <a:gd name="connsiteY90" fmla="*/ 495053 h 777388"/>
                  <a:gd name="connsiteX91" fmla="*/ 212952 w 2119472"/>
                  <a:gd name="connsiteY91" fmla="*/ 500677 h 777388"/>
                  <a:gd name="connsiteX92" fmla="*/ 221701 w 2119472"/>
                  <a:gd name="connsiteY92" fmla="*/ 506479 h 777388"/>
                  <a:gd name="connsiteX93" fmla="*/ 231579 w 2119472"/>
                  <a:gd name="connsiteY93" fmla="*/ 511977 h 777388"/>
                  <a:gd name="connsiteX94" fmla="*/ 240689 w 2119472"/>
                  <a:gd name="connsiteY94" fmla="*/ 517559 h 777388"/>
                  <a:gd name="connsiteX95" fmla="*/ 250925 w 2119472"/>
                  <a:gd name="connsiteY95" fmla="*/ 522838 h 777388"/>
                  <a:gd name="connsiteX96" fmla="*/ 261121 w 2119472"/>
                  <a:gd name="connsiteY96" fmla="*/ 527764 h 777388"/>
                  <a:gd name="connsiteX97" fmla="*/ 271358 w 2119472"/>
                  <a:gd name="connsiteY97" fmla="*/ 533043 h 777388"/>
                  <a:gd name="connsiteX98" fmla="*/ 281937 w 2119472"/>
                  <a:gd name="connsiteY98" fmla="*/ 537927 h 777388"/>
                  <a:gd name="connsiteX99" fmla="*/ 292895 w 2119472"/>
                  <a:gd name="connsiteY99" fmla="*/ 542769 h 777388"/>
                  <a:gd name="connsiteX100" fmla="*/ 304215 w 2119472"/>
                  <a:gd name="connsiteY100" fmla="*/ 547392 h 777388"/>
                  <a:gd name="connsiteX101" fmla="*/ 315898 w 2119472"/>
                  <a:gd name="connsiteY101" fmla="*/ 551797 h 777388"/>
                  <a:gd name="connsiteX102" fmla="*/ 327198 w 2119472"/>
                  <a:gd name="connsiteY102" fmla="*/ 556243 h 777388"/>
                  <a:gd name="connsiteX103" fmla="*/ 350926 w 2119472"/>
                  <a:gd name="connsiteY103" fmla="*/ 564832 h 777388"/>
                  <a:gd name="connsiteX104" fmla="*/ 375736 w 2119472"/>
                  <a:gd name="connsiteY104" fmla="*/ 572767 h 777388"/>
                  <a:gd name="connsiteX105" fmla="*/ 401287 w 2119472"/>
                  <a:gd name="connsiteY105" fmla="*/ 580440 h 777388"/>
                  <a:gd name="connsiteX106" fmla="*/ 427543 w 2119472"/>
                  <a:gd name="connsiteY106" fmla="*/ 587499 h 777388"/>
                  <a:gd name="connsiteX107" fmla="*/ 454162 w 2119472"/>
                  <a:gd name="connsiteY107" fmla="*/ 594339 h 777388"/>
                  <a:gd name="connsiteX108" fmla="*/ 481504 w 2119472"/>
                  <a:gd name="connsiteY108" fmla="*/ 600742 h 777388"/>
                  <a:gd name="connsiteX109" fmla="*/ 509186 w 2119472"/>
                  <a:gd name="connsiteY109" fmla="*/ 606751 h 777388"/>
                  <a:gd name="connsiteX110" fmla="*/ 536850 w 2119472"/>
                  <a:gd name="connsiteY110" fmla="*/ 612583 h 777388"/>
                  <a:gd name="connsiteX111" fmla="*/ 565216 w 2119472"/>
                  <a:gd name="connsiteY111" fmla="*/ 617803 h 777388"/>
                  <a:gd name="connsiteX112" fmla="*/ 594345 w 2119472"/>
                  <a:gd name="connsiteY112" fmla="*/ 622936 h 777388"/>
                  <a:gd name="connsiteX113" fmla="*/ 623033 w 2119472"/>
                  <a:gd name="connsiteY113" fmla="*/ 627585 h 777388"/>
                  <a:gd name="connsiteX114" fmla="*/ 654849 w 2119472"/>
                  <a:gd name="connsiteY114" fmla="*/ 632598 h 777388"/>
                  <a:gd name="connsiteX115" fmla="*/ 687408 w 2119472"/>
                  <a:gd name="connsiteY115" fmla="*/ 637349 h 777388"/>
                  <a:gd name="connsiteX116" fmla="*/ 720289 w 2119472"/>
                  <a:gd name="connsiteY116" fmla="*/ 641529 h 777388"/>
                  <a:gd name="connsiteX117" fmla="*/ 752410 w 2119472"/>
                  <a:gd name="connsiteY117" fmla="*/ 645794 h 777388"/>
                  <a:gd name="connsiteX118" fmla="*/ 785993 w 2119472"/>
                  <a:gd name="connsiteY118" fmla="*/ 649361 h 777388"/>
                  <a:gd name="connsiteX119" fmla="*/ 819218 w 2119472"/>
                  <a:gd name="connsiteY119" fmla="*/ 653147 h 777388"/>
                  <a:gd name="connsiteX120" fmla="*/ 852401 w 2119472"/>
                  <a:gd name="connsiteY120" fmla="*/ 656580 h 777388"/>
                  <a:gd name="connsiteX121" fmla="*/ 885927 w 2119472"/>
                  <a:gd name="connsiteY121" fmla="*/ 659619 h 777388"/>
                  <a:gd name="connsiteX122" fmla="*/ 919835 w 2119472"/>
                  <a:gd name="connsiteY122" fmla="*/ 662616 h 777388"/>
                  <a:gd name="connsiteX123" fmla="*/ 953302 w 2119472"/>
                  <a:gd name="connsiteY123" fmla="*/ 665125 h 777388"/>
                  <a:gd name="connsiteX124" fmla="*/ 987530 w 2119472"/>
                  <a:gd name="connsiteY124" fmla="*/ 667551 h 777388"/>
                  <a:gd name="connsiteX125" fmla="*/ 1021760 w 2119472"/>
                  <a:gd name="connsiteY125" fmla="*/ 669976 h 777388"/>
                  <a:gd name="connsiteX126" fmla="*/ 1055930 w 2119472"/>
                  <a:gd name="connsiteY126" fmla="*/ 671872 h 777388"/>
                  <a:gd name="connsiteX127" fmla="*/ 1090501 w 2119472"/>
                  <a:gd name="connsiteY127" fmla="*/ 673903 h 777388"/>
                  <a:gd name="connsiteX128" fmla="*/ 1125013 w 2119472"/>
                  <a:gd name="connsiteY128" fmla="*/ 675404 h 777388"/>
                  <a:gd name="connsiteX129" fmla="*/ 1159566 w 2119472"/>
                  <a:gd name="connsiteY129" fmla="*/ 677259 h 777388"/>
                  <a:gd name="connsiteX130" fmla="*/ 1194803 w 2119472"/>
                  <a:gd name="connsiteY130" fmla="*/ 678323 h 777388"/>
                  <a:gd name="connsiteX131" fmla="*/ 1229293 w 2119472"/>
                  <a:gd name="connsiteY131" fmla="*/ 679649 h 777388"/>
                  <a:gd name="connsiteX132" fmla="*/ 1299364 w 2119472"/>
                  <a:gd name="connsiteY132" fmla="*/ 681644 h 777388"/>
                  <a:gd name="connsiteX133" fmla="*/ 1369776 w 2119472"/>
                  <a:gd name="connsiteY133" fmla="*/ 683245 h 777388"/>
                  <a:gd name="connsiteX134" fmla="*/ 1440108 w 2119472"/>
                  <a:gd name="connsiteY134" fmla="*/ 684141 h 777388"/>
                  <a:gd name="connsiteX135" fmla="*/ 1510442 w 2119472"/>
                  <a:gd name="connsiteY135" fmla="*/ 685036 h 777388"/>
                  <a:gd name="connsiteX136" fmla="*/ 1581096 w 2119472"/>
                  <a:gd name="connsiteY136" fmla="*/ 685362 h 777388"/>
                  <a:gd name="connsiteX137" fmla="*/ 1652094 w 2119472"/>
                  <a:gd name="connsiteY137" fmla="*/ 685292 h 777388"/>
                  <a:gd name="connsiteX138" fmla="*/ 1722730 w 2119472"/>
                  <a:gd name="connsiteY138" fmla="*/ 685441 h 777388"/>
                  <a:gd name="connsiteX139" fmla="*/ 1795632 w 2119472"/>
                  <a:gd name="connsiteY139" fmla="*/ 685159 h 777388"/>
                  <a:gd name="connsiteX140" fmla="*/ 1868535 w 2119472"/>
                  <a:gd name="connsiteY140" fmla="*/ 684877 h 777388"/>
                  <a:gd name="connsiteX141" fmla="*/ 1941419 w 2119472"/>
                  <a:gd name="connsiteY141" fmla="*/ 684418 h 777388"/>
                  <a:gd name="connsiteX142" fmla="*/ 2014665 w 2119472"/>
                  <a:gd name="connsiteY142" fmla="*/ 683741 h 777388"/>
                  <a:gd name="connsiteX143" fmla="*/ 2087127 w 2119472"/>
                  <a:gd name="connsiteY143" fmla="*/ 682973 h 777388"/>
                  <a:gd name="connsiteX144" fmla="*/ 2119471 w 2119472"/>
                  <a:gd name="connsiteY144" fmla="*/ 682440 h 777388"/>
                  <a:gd name="connsiteX145" fmla="*/ 2119472 w 2119472"/>
                  <a:gd name="connsiteY145" fmla="*/ 775873 h 777388"/>
                  <a:gd name="connsiteX146" fmla="*/ 2117144 w 2119472"/>
                  <a:gd name="connsiteY146" fmla="*/ 776433 h 777388"/>
                  <a:gd name="connsiteX147" fmla="*/ 2065949 w 2119472"/>
                  <a:gd name="connsiteY147" fmla="*/ 776823 h 777388"/>
                  <a:gd name="connsiteX148" fmla="*/ 1993064 w 2119472"/>
                  <a:gd name="connsiteY148" fmla="*/ 777282 h 777388"/>
                  <a:gd name="connsiteX149" fmla="*/ 1920143 w 2119472"/>
                  <a:gd name="connsiteY149" fmla="*/ 777388 h 777388"/>
                  <a:gd name="connsiteX150" fmla="*/ 1847961 w 2119472"/>
                  <a:gd name="connsiteY150" fmla="*/ 777233 h 777388"/>
                  <a:gd name="connsiteX151" fmla="*/ 1775383 w 2119472"/>
                  <a:gd name="connsiteY151" fmla="*/ 776944 h 777388"/>
                  <a:gd name="connsiteX152" fmla="*/ 1703162 w 2119472"/>
                  <a:gd name="connsiteY152" fmla="*/ 776437 h 777388"/>
                  <a:gd name="connsiteX153" fmla="*/ 1631304 w 2119472"/>
                  <a:gd name="connsiteY153" fmla="*/ 775711 h 777388"/>
                  <a:gd name="connsiteX154" fmla="*/ 1559407 w 2119472"/>
                  <a:gd name="connsiteY154" fmla="*/ 774633 h 777388"/>
                  <a:gd name="connsiteX155" fmla="*/ 1487490 w 2119472"/>
                  <a:gd name="connsiteY155" fmla="*/ 773378 h 777388"/>
                  <a:gd name="connsiteX156" fmla="*/ 1415916 w 2119472"/>
                  <a:gd name="connsiteY156" fmla="*/ 771729 h 777388"/>
                  <a:gd name="connsiteX157" fmla="*/ 1344322 w 2119472"/>
                  <a:gd name="connsiteY157" fmla="*/ 769904 h 777388"/>
                  <a:gd name="connsiteX158" fmla="*/ 1309487 w 2119472"/>
                  <a:gd name="connsiteY158" fmla="*/ 768972 h 777388"/>
                  <a:gd name="connsiteX159" fmla="*/ 1274233 w 2119472"/>
                  <a:gd name="connsiteY159" fmla="*/ 767731 h 777388"/>
                  <a:gd name="connsiteX160" fmla="*/ 1239340 w 2119472"/>
                  <a:gd name="connsiteY160" fmla="*/ 766272 h 777388"/>
                  <a:gd name="connsiteX161" fmla="*/ 1204808 w 2119472"/>
                  <a:gd name="connsiteY161" fmla="*/ 764594 h 777388"/>
                  <a:gd name="connsiteX162" fmla="*/ 1170296 w 2119472"/>
                  <a:gd name="connsiteY162" fmla="*/ 763092 h 777388"/>
                  <a:gd name="connsiteX163" fmla="*/ 1135741 w 2119472"/>
                  <a:gd name="connsiteY163" fmla="*/ 761238 h 777388"/>
                  <a:gd name="connsiteX164" fmla="*/ 1101553 w 2119472"/>
                  <a:gd name="connsiteY164" fmla="*/ 759165 h 777388"/>
                  <a:gd name="connsiteX165" fmla="*/ 1067343 w 2119472"/>
                  <a:gd name="connsiteY165" fmla="*/ 756916 h 777388"/>
                  <a:gd name="connsiteX166" fmla="*/ 1033133 w 2119472"/>
                  <a:gd name="connsiteY166" fmla="*/ 754668 h 777388"/>
                  <a:gd name="connsiteX167" fmla="*/ 998885 w 2119472"/>
                  <a:gd name="connsiteY167" fmla="*/ 752066 h 777388"/>
                  <a:gd name="connsiteX168" fmla="*/ 965016 w 2119472"/>
                  <a:gd name="connsiteY168" fmla="*/ 749422 h 777388"/>
                  <a:gd name="connsiteX169" fmla="*/ 931109 w 2119472"/>
                  <a:gd name="connsiteY169" fmla="*/ 746426 h 777388"/>
                  <a:gd name="connsiteX170" fmla="*/ 897584 w 2119472"/>
                  <a:gd name="connsiteY170" fmla="*/ 743388 h 777388"/>
                  <a:gd name="connsiteX171" fmla="*/ 864018 w 2119472"/>
                  <a:gd name="connsiteY171" fmla="*/ 739997 h 777388"/>
                  <a:gd name="connsiteX172" fmla="*/ 830835 w 2119472"/>
                  <a:gd name="connsiteY172" fmla="*/ 736564 h 777388"/>
                  <a:gd name="connsiteX173" fmla="*/ 797630 w 2119472"/>
                  <a:gd name="connsiteY173" fmla="*/ 732955 h 777388"/>
                  <a:gd name="connsiteX174" fmla="*/ 766332 w 2119472"/>
                  <a:gd name="connsiteY174" fmla="*/ 729133 h 777388"/>
                  <a:gd name="connsiteX175" fmla="*/ 735053 w 2119472"/>
                  <a:gd name="connsiteY175" fmla="*/ 725486 h 777388"/>
                  <a:gd name="connsiteX176" fmla="*/ 704500 w 2119472"/>
                  <a:gd name="connsiteY176" fmla="*/ 721403 h 777388"/>
                  <a:gd name="connsiteX177" fmla="*/ 673544 w 2119472"/>
                  <a:gd name="connsiteY177" fmla="*/ 717186 h 777388"/>
                  <a:gd name="connsiteX178" fmla="*/ 642547 w 2119472"/>
                  <a:gd name="connsiteY178" fmla="*/ 712617 h 777388"/>
                  <a:gd name="connsiteX179" fmla="*/ 612294 w 2119472"/>
                  <a:gd name="connsiteY179" fmla="*/ 707787 h 777388"/>
                  <a:gd name="connsiteX180" fmla="*/ 582403 w 2119472"/>
                  <a:gd name="connsiteY180" fmla="*/ 702738 h 777388"/>
                  <a:gd name="connsiteX181" fmla="*/ 552494 w 2119472"/>
                  <a:gd name="connsiteY181" fmla="*/ 697512 h 777388"/>
                  <a:gd name="connsiteX182" fmla="*/ 522924 w 2119472"/>
                  <a:gd name="connsiteY182" fmla="*/ 691893 h 777388"/>
                  <a:gd name="connsiteX183" fmla="*/ 494097 w 2119472"/>
                  <a:gd name="connsiteY183" fmla="*/ 686012 h 777388"/>
                  <a:gd name="connsiteX184" fmla="*/ 465613 w 2119472"/>
                  <a:gd name="connsiteY184" fmla="*/ 679736 h 777388"/>
                  <a:gd name="connsiteX185" fmla="*/ 437128 w 2119472"/>
                  <a:gd name="connsiteY185" fmla="*/ 673460 h 777388"/>
                  <a:gd name="connsiteX186" fmla="*/ 409330 w 2119472"/>
                  <a:gd name="connsiteY186" fmla="*/ 666395 h 777388"/>
                  <a:gd name="connsiteX187" fmla="*/ 381929 w 2119472"/>
                  <a:gd name="connsiteY187" fmla="*/ 659463 h 777388"/>
                  <a:gd name="connsiteX188" fmla="*/ 355233 w 2119472"/>
                  <a:gd name="connsiteY188" fmla="*/ 651918 h 777388"/>
                  <a:gd name="connsiteX189" fmla="*/ 328517 w 2119472"/>
                  <a:gd name="connsiteY189" fmla="*/ 644196 h 777388"/>
                  <a:gd name="connsiteX190" fmla="*/ 304068 w 2119472"/>
                  <a:gd name="connsiteY190" fmla="*/ 636044 h 777388"/>
                  <a:gd name="connsiteX191" fmla="*/ 280382 w 2119472"/>
                  <a:gd name="connsiteY191" fmla="*/ 627806 h 777388"/>
                  <a:gd name="connsiteX192" fmla="*/ 256636 w 2119472"/>
                  <a:gd name="connsiteY192" fmla="*/ 619040 h 777388"/>
                  <a:gd name="connsiteX193" fmla="*/ 234377 w 2119472"/>
                  <a:gd name="connsiteY193" fmla="*/ 609752 h 777388"/>
                  <a:gd name="connsiteX194" fmla="*/ 212095 w 2119472"/>
                  <a:gd name="connsiteY194" fmla="*/ 600288 h 777388"/>
                  <a:gd name="connsiteX195" fmla="*/ 190940 w 2119472"/>
                  <a:gd name="connsiteY195" fmla="*/ 590519 h 777388"/>
                  <a:gd name="connsiteX196" fmla="*/ 171251 w 2119472"/>
                  <a:gd name="connsiteY196" fmla="*/ 580052 h 777388"/>
                  <a:gd name="connsiteX197" fmla="*/ 151922 w 2119472"/>
                  <a:gd name="connsiteY197" fmla="*/ 569367 h 777388"/>
                  <a:gd name="connsiteX198" fmla="*/ 133334 w 2119472"/>
                  <a:gd name="connsiteY198" fmla="*/ 558421 h 777388"/>
                  <a:gd name="connsiteX199" fmla="*/ 124602 w 2119472"/>
                  <a:gd name="connsiteY199" fmla="*/ 552796 h 777388"/>
                  <a:gd name="connsiteX200" fmla="*/ 116615 w 2119472"/>
                  <a:gd name="connsiteY200" fmla="*/ 546910 h 777388"/>
                  <a:gd name="connsiteX201" fmla="*/ 108247 w 2119472"/>
                  <a:gd name="connsiteY201" fmla="*/ 541066 h 777388"/>
                  <a:gd name="connsiteX202" fmla="*/ 100638 w 2119472"/>
                  <a:gd name="connsiteY202" fmla="*/ 535137 h 777388"/>
                  <a:gd name="connsiteX203" fmla="*/ 92630 w 2119472"/>
                  <a:gd name="connsiteY203" fmla="*/ 529075 h 777388"/>
                  <a:gd name="connsiteX204" fmla="*/ 85386 w 2119472"/>
                  <a:gd name="connsiteY204" fmla="*/ 522927 h 777388"/>
                  <a:gd name="connsiteX205" fmla="*/ 78120 w 2119472"/>
                  <a:gd name="connsiteY205" fmla="*/ 516604 h 777388"/>
                  <a:gd name="connsiteX206" fmla="*/ 71255 w 2119472"/>
                  <a:gd name="connsiteY206" fmla="*/ 510414 h 777388"/>
                  <a:gd name="connsiteX207" fmla="*/ 65114 w 2119472"/>
                  <a:gd name="connsiteY207" fmla="*/ 503787 h 777388"/>
                  <a:gd name="connsiteX208" fmla="*/ 58993 w 2119472"/>
                  <a:gd name="connsiteY208" fmla="*/ 497336 h 777388"/>
                  <a:gd name="connsiteX209" fmla="*/ 53231 w 2119472"/>
                  <a:gd name="connsiteY209" fmla="*/ 490667 h 777388"/>
                  <a:gd name="connsiteX210" fmla="*/ 47070 w 2119472"/>
                  <a:gd name="connsiteY210" fmla="*/ 483864 h 777388"/>
                  <a:gd name="connsiteX211" fmla="*/ 42053 w 2119472"/>
                  <a:gd name="connsiteY211" fmla="*/ 476932 h 777388"/>
                  <a:gd name="connsiteX212" fmla="*/ 37034 w 2119472"/>
                  <a:gd name="connsiteY212" fmla="*/ 470002 h 777388"/>
                  <a:gd name="connsiteX213" fmla="*/ 27722 w 2119472"/>
                  <a:gd name="connsiteY213" fmla="*/ 455702 h 777388"/>
                  <a:gd name="connsiteX214" fmla="*/ 24209 w 2119472"/>
                  <a:gd name="connsiteY214" fmla="*/ 448426 h 777388"/>
                  <a:gd name="connsiteX215" fmla="*/ 20296 w 2119472"/>
                  <a:gd name="connsiteY215" fmla="*/ 441015 h 777388"/>
                  <a:gd name="connsiteX216" fmla="*/ 16383 w 2119472"/>
                  <a:gd name="connsiteY216" fmla="*/ 433605 h 777388"/>
                  <a:gd name="connsiteX217" fmla="*/ 13592 w 2119472"/>
                  <a:gd name="connsiteY217" fmla="*/ 425891 h 777388"/>
                  <a:gd name="connsiteX218" fmla="*/ 10443 w 2119472"/>
                  <a:gd name="connsiteY218" fmla="*/ 418395 h 777388"/>
                  <a:gd name="connsiteX219" fmla="*/ 7652 w 2119472"/>
                  <a:gd name="connsiteY219" fmla="*/ 410680 h 777388"/>
                  <a:gd name="connsiteX220" fmla="*/ 5264 w 2119472"/>
                  <a:gd name="connsiteY220" fmla="*/ 403100 h 777388"/>
                  <a:gd name="connsiteX221" fmla="*/ 3617 w 2119472"/>
                  <a:gd name="connsiteY221" fmla="*/ 395259 h 777388"/>
                  <a:gd name="connsiteX222" fmla="*/ 1990 w 2119472"/>
                  <a:gd name="connsiteY222" fmla="*/ 387593 h 777388"/>
                  <a:gd name="connsiteX223" fmla="*/ 725 w 2119472"/>
                  <a:gd name="connsiteY223" fmla="*/ 379708 h 777388"/>
                  <a:gd name="connsiteX224" fmla="*/ 242 w 2119472"/>
                  <a:gd name="connsiteY224" fmla="*/ 371915 h 777388"/>
                  <a:gd name="connsiteX225" fmla="*/ 120 w 2119472"/>
                  <a:gd name="connsiteY225" fmla="*/ 363903 h 777388"/>
                  <a:gd name="connsiteX226" fmla="*/ 0 w 2119472"/>
                  <a:gd name="connsiteY226" fmla="*/ 355892 h 777388"/>
                  <a:gd name="connsiteX227" fmla="*/ 278 w 2119472"/>
                  <a:gd name="connsiteY227" fmla="*/ 348013 h 777388"/>
                  <a:gd name="connsiteX228" fmla="*/ 1341 w 2119472"/>
                  <a:gd name="connsiteY228" fmla="*/ 340226 h 777388"/>
                  <a:gd name="connsiteX229" fmla="*/ 2361 w 2119472"/>
                  <a:gd name="connsiteY229" fmla="*/ 332087 h 777388"/>
                  <a:gd name="connsiteX230" fmla="*/ 4185 w 2119472"/>
                  <a:gd name="connsiteY230" fmla="*/ 324215 h 777388"/>
                  <a:gd name="connsiteX231" fmla="*/ 6770 w 2119472"/>
                  <a:gd name="connsiteY231" fmla="*/ 316258 h 777388"/>
                  <a:gd name="connsiteX232" fmla="*/ 9336 w 2119472"/>
                  <a:gd name="connsiteY232" fmla="*/ 308125 h 777388"/>
                  <a:gd name="connsiteX233" fmla="*/ 12686 w 2119472"/>
                  <a:gd name="connsiteY233" fmla="*/ 300083 h 777388"/>
                  <a:gd name="connsiteX234" fmla="*/ 16434 w 2119472"/>
                  <a:gd name="connsiteY234" fmla="*/ 292174 h 777388"/>
                  <a:gd name="connsiteX235" fmla="*/ 20545 w 2119472"/>
                  <a:gd name="connsiteY235" fmla="*/ 284047 h 777388"/>
                  <a:gd name="connsiteX236" fmla="*/ 25074 w 2119472"/>
                  <a:gd name="connsiteY236" fmla="*/ 276230 h 777388"/>
                  <a:gd name="connsiteX237" fmla="*/ 30350 w 2119472"/>
                  <a:gd name="connsiteY237" fmla="*/ 268152 h 777388"/>
                  <a:gd name="connsiteX238" fmla="*/ 36043 w 2119472"/>
                  <a:gd name="connsiteY238" fmla="*/ 260383 h 777388"/>
                  <a:gd name="connsiteX239" fmla="*/ 42098 w 2119472"/>
                  <a:gd name="connsiteY239" fmla="*/ 252396 h 777388"/>
                  <a:gd name="connsiteX240" fmla="*/ 49338 w 2119472"/>
                  <a:gd name="connsiteY240" fmla="*/ 244634 h 777388"/>
                  <a:gd name="connsiteX241" fmla="*/ 56574 w 2119472"/>
                  <a:gd name="connsiteY241" fmla="*/ 236871 h 777388"/>
                  <a:gd name="connsiteX242" fmla="*/ 64176 w 2119472"/>
                  <a:gd name="connsiteY242" fmla="*/ 228891 h 777388"/>
                  <a:gd name="connsiteX243" fmla="*/ 72958 w 2119472"/>
                  <a:gd name="connsiteY243" fmla="*/ 221134 h 777388"/>
                  <a:gd name="connsiteX244" fmla="*/ 81799 w 2119472"/>
                  <a:gd name="connsiteY244" fmla="*/ 213906 h 777388"/>
                  <a:gd name="connsiteX245" fmla="*/ 91021 w 2119472"/>
                  <a:gd name="connsiteY245" fmla="*/ 206636 h 777388"/>
                  <a:gd name="connsiteX246" fmla="*/ 100626 w 2119472"/>
                  <a:gd name="connsiteY246" fmla="*/ 199323 h 777388"/>
                  <a:gd name="connsiteX247" fmla="*/ 110288 w 2119472"/>
                  <a:gd name="connsiteY247" fmla="*/ 192538 h 777388"/>
                  <a:gd name="connsiteX248" fmla="*/ 120311 w 2119472"/>
                  <a:gd name="connsiteY248" fmla="*/ 185536 h 777388"/>
                  <a:gd name="connsiteX249" fmla="*/ 130376 w 2119472"/>
                  <a:gd name="connsiteY249" fmla="*/ 178885 h 777388"/>
                  <a:gd name="connsiteX250" fmla="*/ 141584 w 2119472"/>
                  <a:gd name="connsiteY250" fmla="*/ 172106 h 777388"/>
                  <a:gd name="connsiteX251" fmla="*/ 152427 w 2119472"/>
                  <a:gd name="connsiteY251" fmla="*/ 165547 h 777388"/>
                  <a:gd name="connsiteX252" fmla="*/ 163674 w 2119472"/>
                  <a:gd name="connsiteY252" fmla="*/ 159121 h 777388"/>
                  <a:gd name="connsiteX253" fmla="*/ 175341 w 2119472"/>
                  <a:gd name="connsiteY253" fmla="*/ 153006 h 777388"/>
                  <a:gd name="connsiteX254" fmla="*/ 186988 w 2119472"/>
                  <a:gd name="connsiteY254" fmla="*/ 146713 h 777388"/>
                  <a:gd name="connsiteX255" fmla="*/ 199075 w 2119472"/>
                  <a:gd name="connsiteY255" fmla="*/ 140906 h 777388"/>
                  <a:gd name="connsiteX256" fmla="*/ 211144 w 2119472"/>
                  <a:gd name="connsiteY256" fmla="*/ 134924 h 777388"/>
                  <a:gd name="connsiteX257" fmla="*/ 223649 w 2119472"/>
                  <a:gd name="connsiteY257" fmla="*/ 129428 h 777388"/>
                  <a:gd name="connsiteX258" fmla="*/ 236520 w 2119472"/>
                  <a:gd name="connsiteY258" fmla="*/ 123713 h 777388"/>
                  <a:gd name="connsiteX259" fmla="*/ 249789 w 2119472"/>
                  <a:gd name="connsiteY259" fmla="*/ 118132 h 777388"/>
                  <a:gd name="connsiteX260" fmla="*/ 263099 w 2119472"/>
                  <a:gd name="connsiteY260" fmla="*/ 112901 h 777388"/>
                  <a:gd name="connsiteX261" fmla="*/ 276408 w 2119472"/>
                  <a:gd name="connsiteY261" fmla="*/ 107672 h 777388"/>
                  <a:gd name="connsiteX262" fmla="*/ 290480 w 2119472"/>
                  <a:gd name="connsiteY262" fmla="*/ 102358 h 777388"/>
                  <a:gd name="connsiteX263" fmla="*/ 304188 w 2119472"/>
                  <a:gd name="connsiteY263" fmla="*/ 97263 h 777388"/>
                  <a:gd name="connsiteX264" fmla="*/ 318320 w 2119472"/>
                  <a:gd name="connsiteY264" fmla="*/ 92477 h 777388"/>
                  <a:gd name="connsiteX265" fmla="*/ 332470 w 2119472"/>
                  <a:gd name="connsiteY265" fmla="*/ 87867 h 777388"/>
                  <a:gd name="connsiteX266" fmla="*/ 347001 w 2119472"/>
                  <a:gd name="connsiteY266" fmla="*/ 83215 h 777388"/>
                  <a:gd name="connsiteX267" fmla="*/ 361551 w 2119472"/>
                  <a:gd name="connsiteY267" fmla="*/ 78739 h 777388"/>
                  <a:gd name="connsiteX268" fmla="*/ 376103 w 2119472"/>
                  <a:gd name="connsiteY268" fmla="*/ 74263 h 777388"/>
                  <a:gd name="connsiteX269" fmla="*/ 391457 w 2119472"/>
                  <a:gd name="connsiteY269" fmla="*/ 70054 h 777388"/>
                  <a:gd name="connsiteX270" fmla="*/ 406064 w 2119472"/>
                  <a:gd name="connsiteY270" fmla="*/ 66107 h 777388"/>
                  <a:gd name="connsiteX271" fmla="*/ 421437 w 2119472"/>
                  <a:gd name="connsiteY271" fmla="*/ 62074 h 777388"/>
                  <a:gd name="connsiteX272" fmla="*/ 437172 w 2119472"/>
                  <a:gd name="connsiteY272" fmla="*/ 57823 h 777388"/>
                  <a:gd name="connsiteX273" fmla="*/ 452602 w 2119472"/>
                  <a:gd name="connsiteY273" fmla="*/ 54319 h 777388"/>
                  <a:gd name="connsiteX274" fmla="*/ 468395 w 2119472"/>
                  <a:gd name="connsiteY274" fmla="*/ 50597 h 777388"/>
                  <a:gd name="connsiteX275" fmla="*/ 483444 w 2119472"/>
                  <a:gd name="connsiteY275" fmla="*/ 47135 h 777388"/>
                  <a:gd name="connsiteX276" fmla="*/ 499657 w 2119472"/>
                  <a:gd name="connsiteY276" fmla="*/ 43722 h 777388"/>
                  <a:gd name="connsiteX277" fmla="*/ 515509 w 2119472"/>
                  <a:gd name="connsiteY277" fmla="*/ 40527 h 777388"/>
                  <a:gd name="connsiteX278" fmla="*/ 547251 w 2119472"/>
                  <a:gd name="connsiteY278" fmla="*/ 34492 h 777388"/>
                  <a:gd name="connsiteX279" fmla="*/ 580195 w 2119472"/>
                  <a:gd name="connsiteY279" fmla="*/ 28856 h 777388"/>
                  <a:gd name="connsiteX280" fmla="*/ 612417 w 2119472"/>
                  <a:gd name="connsiteY280" fmla="*/ 23658 h 777388"/>
                  <a:gd name="connsiteX281" fmla="*/ 645097 w 2119472"/>
                  <a:gd name="connsiteY281" fmla="*/ 19123 h 777388"/>
                  <a:gd name="connsiteX282" fmla="*/ 678199 w 2119472"/>
                  <a:gd name="connsiteY282" fmla="*/ 14896 h 777388"/>
                  <a:gd name="connsiteX283" fmla="*/ 710980 w 2119472"/>
                  <a:gd name="connsiteY283" fmla="*/ 11241 h 777388"/>
                  <a:gd name="connsiteX284" fmla="*/ 744220 w 2119472"/>
                  <a:gd name="connsiteY284" fmla="*/ 8248 h 777388"/>
                  <a:gd name="connsiteX285" fmla="*/ 776717 w 2119472"/>
                  <a:gd name="connsiteY285" fmla="*/ 5515 h 777388"/>
                  <a:gd name="connsiteX286" fmla="*/ 809291 w 2119472"/>
                  <a:gd name="connsiteY286" fmla="*/ 3488 h 777388"/>
                  <a:gd name="connsiteX287" fmla="*/ 841907 w 2119472"/>
                  <a:gd name="connsiteY287" fmla="*/ 1813 h 777388"/>
                  <a:gd name="connsiteX288" fmla="*/ 874198 w 2119472"/>
                  <a:gd name="connsiteY288" fmla="*/ 710 h 77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</a:cxnLst>
                <a:rect l="l" t="t" r="r" b="b"/>
                <a:pathLst>
                  <a:path w="2119472" h="777388">
                    <a:moveTo>
                      <a:pt x="906147" y="0"/>
                    </a:moveTo>
                    <a:lnTo>
                      <a:pt x="937414" y="81"/>
                    </a:lnTo>
                    <a:lnTo>
                      <a:pt x="968700" y="337"/>
                    </a:lnTo>
                    <a:lnTo>
                      <a:pt x="999264" y="1031"/>
                    </a:lnTo>
                    <a:lnTo>
                      <a:pt x="964626" y="1862"/>
                    </a:lnTo>
                    <a:lnTo>
                      <a:pt x="929305" y="3482"/>
                    </a:lnTo>
                    <a:lnTo>
                      <a:pt x="894041" y="5630"/>
                    </a:lnTo>
                    <a:lnTo>
                      <a:pt x="858818" y="8131"/>
                    </a:lnTo>
                    <a:lnTo>
                      <a:pt x="824013" y="10943"/>
                    </a:lnTo>
                    <a:lnTo>
                      <a:pt x="788528" y="14542"/>
                    </a:lnTo>
                    <a:lnTo>
                      <a:pt x="770994" y="16497"/>
                    </a:lnTo>
                    <a:lnTo>
                      <a:pt x="753482" y="18628"/>
                    </a:lnTo>
                    <a:lnTo>
                      <a:pt x="735626" y="21155"/>
                    </a:lnTo>
                    <a:lnTo>
                      <a:pt x="718132" y="23463"/>
                    </a:lnTo>
                    <a:lnTo>
                      <a:pt x="700656" y="25946"/>
                    </a:lnTo>
                    <a:lnTo>
                      <a:pt x="683223" y="28781"/>
                    </a:lnTo>
                    <a:lnTo>
                      <a:pt x="665767" y="31441"/>
                    </a:lnTo>
                    <a:lnTo>
                      <a:pt x="648371" y="34629"/>
                    </a:lnTo>
                    <a:lnTo>
                      <a:pt x="630955" y="37642"/>
                    </a:lnTo>
                    <a:lnTo>
                      <a:pt x="614342" y="40921"/>
                    </a:lnTo>
                    <a:lnTo>
                      <a:pt x="596966" y="44285"/>
                    </a:lnTo>
                    <a:lnTo>
                      <a:pt x="580011" y="47959"/>
                    </a:lnTo>
                    <a:lnTo>
                      <a:pt x="563054" y="51633"/>
                    </a:lnTo>
                    <a:lnTo>
                      <a:pt x="546120" y="55483"/>
                    </a:lnTo>
                    <a:lnTo>
                      <a:pt x="529203" y="59510"/>
                    </a:lnTo>
                    <a:lnTo>
                      <a:pt x="513068" y="63627"/>
                    </a:lnTo>
                    <a:lnTo>
                      <a:pt x="496591" y="68140"/>
                    </a:lnTo>
                    <a:lnTo>
                      <a:pt x="480096" y="72476"/>
                    </a:lnTo>
                    <a:lnTo>
                      <a:pt x="463638" y="77164"/>
                    </a:lnTo>
                    <a:lnTo>
                      <a:pt x="447964" y="81944"/>
                    </a:lnTo>
                    <a:lnTo>
                      <a:pt x="433757" y="86024"/>
                    </a:lnTo>
                    <a:lnTo>
                      <a:pt x="419606" y="90635"/>
                    </a:lnTo>
                    <a:lnTo>
                      <a:pt x="405836" y="95202"/>
                    </a:lnTo>
                    <a:lnTo>
                      <a:pt x="392449" y="99727"/>
                    </a:lnTo>
                    <a:lnTo>
                      <a:pt x="378719" y="104647"/>
                    </a:lnTo>
                    <a:lnTo>
                      <a:pt x="364988" y="109565"/>
                    </a:lnTo>
                    <a:lnTo>
                      <a:pt x="351299" y="114837"/>
                    </a:lnTo>
                    <a:lnTo>
                      <a:pt x="338371" y="120024"/>
                    </a:lnTo>
                    <a:lnTo>
                      <a:pt x="325826" y="125168"/>
                    </a:lnTo>
                    <a:lnTo>
                      <a:pt x="312936" y="130707"/>
                    </a:lnTo>
                    <a:lnTo>
                      <a:pt x="300428" y="136203"/>
                    </a:lnTo>
                    <a:lnTo>
                      <a:pt x="287579" y="142095"/>
                    </a:lnTo>
                    <a:lnTo>
                      <a:pt x="275874" y="147859"/>
                    </a:lnTo>
                    <a:lnTo>
                      <a:pt x="264167" y="153623"/>
                    </a:lnTo>
                    <a:lnTo>
                      <a:pt x="252501" y="159738"/>
                    </a:lnTo>
                    <a:lnTo>
                      <a:pt x="241214" y="165813"/>
                    </a:lnTo>
                    <a:lnTo>
                      <a:pt x="230329" y="172020"/>
                    </a:lnTo>
                    <a:lnTo>
                      <a:pt x="219846" y="178361"/>
                    </a:lnTo>
                    <a:lnTo>
                      <a:pt x="209742" y="184659"/>
                    </a:lnTo>
                    <a:lnTo>
                      <a:pt x="199660" y="191134"/>
                    </a:lnTo>
                    <a:lnTo>
                      <a:pt x="190377" y="197876"/>
                    </a:lnTo>
                    <a:lnTo>
                      <a:pt x="181096" y="204617"/>
                    </a:lnTo>
                    <a:lnTo>
                      <a:pt x="172195" y="211317"/>
                    </a:lnTo>
                    <a:lnTo>
                      <a:pt x="163716" y="218325"/>
                    </a:lnTo>
                    <a:lnTo>
                      <a:pt x="156000" y="225250"/>
                    </a:lnTo>
                    <a:lnTo>
                      <a:pt x="148682" y="232308"/>
                    </a:lnTo>
                    <a:lnTo>
                      <a:pt x="141764" y="239500"/>
                    </a:lnTo>
                    <a:lnTo>
                      <a:pt x="135231" y="246648"/>
                    </a:lnTo>
                    <a:lnTo>
                      <a:pt x="129478" y="253889"/>
                    </a:lnTo>
                    <a:lnTo>
                      <a:pt x="123745" y="261305"/>
                    </a:lnTo>
                    <a:lnTo>
                      <a:pt x="118773" y="268636"/>
                    </a:lnTo>
                    <a:lnTo>
                      <a:pt x="114583" y="276058"/>
                    </a:lnTo>
                    <a:lnTo>
                      <a:pt x="110494" y="284361"/>
                    </a:lnTo>
                    <a:lnTo>
                      <a:pt x="107164" y="292580"/>
                    </a:lnTo>
                    <a:lnTo>
                      <a:pt x="104578" y="300536"/>
                    </a:lnTo>
                    <a:lnTo>
                      <a:pt x="102413" y="308803"/>
                    </a:lnTo>
                    <a:lnTo>
                      <a:pt x="101393" y="316943"/>
                    </a:lnTo>
                    <a:lnTo>
                      <a:pt x="100732" y="324864"/>
                    </a:lnTo>
                    <a:lnTo>
                      <a:pt x="100873" y="333051"/>
                    </a:lnTo>
                    <a:lnTo>
                      <a:pt x="101737" y="340801"/>
                    </a:lnTo>
                    <a:lnTo>
                      <a:pt x="102621" y="348728"/>
                    </a:lnTo>
                    <a:lnTo>
                      <a:pt x="103906" y="356788"/>
                    </a:lnTo>
                    <a:lnTo>
                      <a:pt x="105912" y="364412"/>
                    </a:lnTo>
                    <a:lnTo>
                      <a:pt x="107961" y="372387"/>
                    </a:lnTo>
                    <a:lnTo>
                      <a:pt x="111130" y="380059"/>
                    </a:lnTo>
                    <a:lnTo>
                      <a:pt x="113901" y="387598"/>
                    </a:lnTo>
                    <a:lnTo>
                      <a:pt x="120605" y="402723"/>
                    </a:lnTo>
                    <a:lnTo>
                      <a:pt x="124479" y="409781"/>
                    </a:lnTo>
                    <a:lnTo>
                      <a:pt x="128351" y="416839"/>
                    </a:lnTo>
                    <a:lnTo>
                      <a:pt x="132648" y="424206"/>
                    </a:lnTo>
                    <a:lnTo>
                      <a:pt x="137244" y="430828"/>
                    </a:lnTo>
                    <a:lnTo>
                      <a:pt x="142645" y="437716"/>
                    </a:lnTo>
                    <a:lnTo>
                      <a:pt x="148043" y="444604"/>
                    </a:lnTo>
                    <a:lnTo>
                      <a:pt x="153803" y="451274"/>
                    </a:lnTo>
                    <a:lnTo>
                      <a:pt x="160308" y="457682"/>
                    </a:lnTo>
                    <a:lnTo>
                      <a:pt x="166447" y="464310"/>
                    </a:lnTo>
                    <a:lnTo>
                      <a:pt x="173312" y="470500"/>
                    </a:lnTo>
                    <a:lnTo>
                      <a:pt x="180596" y="477000"/>
                    </a:lnTo>
                    <a:lnTo>
                      <a:pt x="188225" y="483104"/>
                    </a:lnTo>
                    <a:lnTo>
                      <a:pt x="195832" y="489033"/>
                    </a:lnTo>
                    <a:lnTo>
                      <a:pt x="204220" y="495053"/>
                    </a:lnTo>
                    <a:lnTo>
                      <a:pt x="212952" y="500677"/>
                    </a:lnTo>
                    <a:lnTo>
                      <a:pt x="221701" y="506479"/>
                    </a:lnTo>
                    <a:lnTo>
                      <a:pt x="231579" y="511977"/>
                    </a:lnTo>
                    <a:lnTo>
                      <a:pt x="240689" y="517559"/>
                    </a:lnTo>
                    <a:lnTo>
                      <a:pt x="250925" y="522838"/>
                    </a:lnTo>
                    <a:lnTo>
                      <a:pt x="261121" y="527764"/>
                    </a:lnTo>
                    <a:lnTo>
                      <a:pt x="271358" y="533043"/>
                    </a:lnTo>
                    <a:lnTo>
                      <a:pt x="281937" y="537927"/>
                    </a:lnTo>
                    <a:lnTo>
                      <a:pt x="292895" y="542769"/>
                    </a:lnTo>
                    <a:lnTo>
                      <a:pt x="304215" y="547392"/>
                    </a:lnTo>
                    <a:lnTo>
                      <a:pt x="315898" y="551797"/>
                    </a:lnTo>
                    <a:lnTo>
                      <a:pt x="327198" y="556243"/>
                    </a:lnTo>
                    <a:lnTo>
                      <a:pt x="350926" y="564832"/>
                    </a:lnTo>
                    <a:lnTo>
                      <a:pt x="375736" y="572767"/>
                    </a:lnTo>
                    <a:lnTo>
                      <a:pt x="401287" y="580440"/>
                    </a:lnTo>
                    <a:lnTo>
                      <a:pt x="427543" y="587499"/>
                    </a:lnTo>
                    <a:lnTo>
                      <a:pt x="454162" y="594339"/>
                    </a:lnTo>
                    <a:lnTo>
                      <a:pt x="481504" y="600742"/>
                    </a:lnTo>
                    <a:lnTo>
                      <a:pt x="509186" y="606751"/>
                    </a:lnTo>
                    <a:lnTo>
                      <a:pt x="536850" y="612583"/>
                    </a:lnTo>
                    <a:lnTo>
                      <a:pt x="565216" y="617803"/>
                    </a:lnTo>
                    <a:lnTo>
                      <a:pt x="594345" y="622936"/>
                    </a:lnTo>
                    <a:lnTo>
                      <a:pt x="623033" y="627585"/>
                    </a:lnTo>
                    <a:lnTo>
                      <a:pt x="654849" y="632598"/>
                    </a:lnTo>
                    <a:lnTo>
                      <a:pt x="687408" y="637349"/>
                    </a:lnTo>
                    <a:lnTo>
                      <a:pt x="720289" y="641529"/>
                    </a:lnTo>
                    <a:lnTo>
                      <a:pt x="752410" y="645794"/>
                    </a:lnTo>
                    <a:lnTo>
                      <a:pt x="785993" y="649361"/>
                    </a:lnTo>
                    <a:lnTo>
                      <a:pt x="819218" y="653147"/>
                    </a:lnTo>
                    <a:lnTo>
                      <a:pt x="852401" y="656580"/>
                    </a:lnTo>
                    <a:lnTo>
                      <a:pt x="885927" y="659619"/>
                    </a:lnTo>
                    <a:lnTo>
                      <a:pt x="919835" y="662616"/>
                    </a:lnTo>
                    <a:lnTo>
                      <a:pt x="953302" y="665125"/>
                    </a:lnTo>
                    <a:lnTo>
                      <a:pt x="987530" y="667551"/>
                    </a:lnTo>
                    <a:lnTo>
                      <a:pt x="1021760" y="669976"/>
                    </a:lnTo>
                    <a:lnTo>
                      <a:pt x="1055930" y="671872"/>
                    </a:lnTo>
                    <a:lnTo>
                      <a:pt x="1090501" y="673903"/>
                    </a:lnTo>
                    <a:lnTo>
                      <a:pt x="1125013" y="675404"/>
                    </a:lnTo>
                    <a:lnTo>
                      <a:pt x="1159566" y="677259"/>
                    </a:lnTo>
                    <a:lnTo>
                      <a:pt x="1194803" y="678323"/>
                    </a:lnTo>
                    <a:lnTo>
                      <a:pt x="1229293" y="679649"/>
                    </a:lnTo>
                    <a:lnTo>
                      <a:pt x="1299364" y="681644"/>
                    </a:lnTo>
                    <a:lnTo>
                      <a:pt x="1369776" y="683245"/>
                    </a:lnTo>
                    <a:lnTo>
                      <a:pt x="1440108" y="684141"/>
                    </a:lnTo>
                    <a:lnTo>
                      <a:pt x="1510442" y="685036"/>
                    </a:lnTo>
                    <a:lnTo>
                      <a:pt x="1581096" y="685362"/>
                    </a:lnTo>
                    <a:lnTo>
                      <a:pt x="1652094" y="685292"/>
                    </a:lnTo>
                    <a:lnTo>
                      <a:pt x="1722730" y="685441"/>
                    </a:lnTo>
                    <a:lnTo>
                      <a:pt x="1795632" y="685159"/>
                    </a:lnTo>
                    <a:lnTo>
                      <a:pt x="1868535" y="684877"/>
                    </a:lnTo>
                    <a:lnTo>
                      <a:pt x="1941419" y="684418"/>
                    </a:lnTo>
                    <a:lnTo>
                      <a:pt x="2014665" y="683741"/>
                    </a:lnTo>
                    <a:lnTo>
                      <a:pt x="2087127" y="682973"/>
                    </a:lnTo>
                    <a:lnTo>
                      <a:pt x="2119471" y="682440"/>
                    </a:lnTo>
                    <a:lnTo>
                      <a:pt x="2119472" y="775873"/>
                    </a:lnTo>
                    <a:lnTo>
                      <a:pt x="2117144" y="776433"/>
                    </a:lnTo>
                    <a:lnTo>
                      <a:pt x="2065949" y="776823"/>
                    </a:lnTo>
                    <a:lnTo>
                      <a:pt x="1993064" y="777282"/>
                    </a:lnTo>
                    <a:lnTo>
                      <a:pt x="1920143" y="777388"/>
                    </a:lnTo>
                    <a:lnTo>
                      <a:pt x="1847961" y="777233"/>
                    </a:lnTo>
                    <a:lnTo>
                      <a:pt x="1775383" y="776944"/>
                    </a:lnTo>
                    <a:lnTo>
                      <a:pt x="1703162" y="776437"/>
                    </a:lnTo>
                    <a:lnTo>
                      <a:pt x="1631304" y="775711"/>
                    </a:lnTo>
                    <a:lnTo>
                      <a:pt x="1559407" y="774633"/>
                    </a:lnTo>
                    <a:lnTo>
                      <a:pt x="1487490" y="773378"/>
                    </a:lnTo>
                    <a:lnTo>
                      <a:pt x="1415916" y="771729"/>
                    </a:lnTo>
                    <a:lnTo>
                      <a:pt x="1344322" y="769904"/>
                    </a:lnTo>
                    <a:lnTo>
                      <a:pt x="1309487" y="768972"/>
                    </a:lnTo>
                    <a:lnTo>
                      <a:pt x="1274233" y="767731"/>
                    </a:lnTo>
                    <a:lnTo>
                      <a:pt x="1239340" y="766272"/>
                    </a:lnTo>
                    <a:lnTo>
                      <a:pt x="1204808" y="764594"/>
                    </a:lnTo>
                    <a:lnTo>
                      <a:pt x="1170296" y="763092"/>
                    </a:lnTo>
                    <a:lnTo>
                      <a:pt x="1135741" y="761238"/>
                    </a:lnTo>
                    <a:lnTo>
                      <a:pt x="1101553" y="759165"/>
                    </a:lnTo>
                    <a:lnTo>
                      <a:pt x="1067343" y="756916"/>
                    </a:lnTo>
                    <a:lnTo>
                      <a:pt x="1033133" y="754668"/>
                    </a:lnTo>
                    <a:lnTo>
                      <a:pt x="998885" y="752066"/>
                    </a:lnTo>
                    <a:lnTo>
                      <a:pt x="965016" y="749422"/>
                    </a:lnTo>
                    <a:lnTo>
                      <a:pt x="931109" y="746426"/>
                    </a:lnTo>
                    <a:lnTo>
                      <a:pt x="897584" y="743388"/>
                    </a:lnTo>
                    <a:lnTo>
                      <a:pt x="864018" y="739997"/>
                    </a:lnTo>
                    <a:lnTo>
                      <a:pt x="830835" y="736564"/>
                    </a:lnTo>
                    <a:lnTo>
                      <a:pt x="797630" y="732955"/>
                    </a:lnTo>
                    <a:lnTo>
                      <a:pt x="766332" y="729133"/>
                    </a:lnTo>
                    <a:lnTo>
                      <a:pt x="735053" y="725486"/>
                    </a:lnTo>
                    <a:lnTo>
                      <a:pt x="704500" y="721403"/>
                    </a:lnTo>
                    <a:lnTo>
                      <a:pt x="673544" y="717186"/>
                    </a:lnTo>
                    <a:lnTo>
                      <a:pt x="642547" y="712617"/>
                    </a:lnTo>
                    <a:lnTo>
                      <a:pt x="612294" y="707787"/>
                    </a:lnTo>
                    <a:lnTo>
                      <a:pt x="582403" y="702738"/>
                    </a:lnTo>
                    <a:lnTo>
                      <a:pt x="552494" y="697512"/>
                    </a:lnTo>
                    <a:lnTo>
                      <a:pt x="522924" y="691893"/>
                    </a:lnTo>
                    <a:lnTo>
                      <a:pt x="494097" y="686012"/>
                    </a:lnTo>
                    <a:lnTo>
                      <a:pt x="465613" y="679736"/>
                    </a:lnTo>
                    <a:lnTo>
                      <a:pt x="437128" y="673460"/>
                    </a:lnTo>
                    <a:lnTo>
                      <a:pt x="409330" y="666395"/>
                    </a:lnTo>
                    <a:lnTo>
                      <a:pt x="381929" y="659463"/>
                    </a:lnTo>
                    <a:lnTo>
                      <a:pt x="355233" y="651918"/>
                    </a:lnTo>
                    <a:lnTo>
                      <a:pt x="328517" y="644196"/>
                    </a:lnTo>
                    <a:lnTo>
                      <a:pt x="304068" y="636044"/>
                    </a:lnTo>
                    <a:lnTo>
                      <a:pt x="280382" y="627806"/>
                    </a:lnTo>
                    <a:lnTo>
                      <a:pt x="256636" y="619040"/>
                    </a:lnTo>
                    <a:lnTo>
                      <a:pt x="234377" y="609752"/>
                    </a:lnTo>
                    <a:lnTo>
                      <a:pt x="212095" y="600288"/>
                    </a:lnTo>
                    <a:lnTo>
                      <a:pt x="190940" y="590519"/>
                    </a:lnTo>
                    <a:lnTo>
                      <a:pt x="171251" y="580052"/>
                    </a:lnTo>
                    <a:lnTo>
                      <a:pt x="151922" y="569367"/>
                    </a:lnTo>
                    <a:lnTo>
                      <a:pt x="133334" y="558421"/>
                    </a:lnTo>
                    <a:lnTo>
                      <a:pt x="124602" y="552796"/>
                    </a:lnTo>
                    <a:lnTo>
                      <a:pt x="116615" y="546910"/>
                    </a:lnTo>
                    <a:lnTo>
                      <a:pt x="108247" y="541066"/>
                    </a:lnTo>
                    <a:lnTo>
                      <a:pt x="100638" y="535137"/>
                    </a:lnTo>
                    <a:lnTo>
                      <a:pt x="92630" y="529075"/>
                    </a:lnTo>
                    <a:lnTo>
                      <a:pt x="85386" y="522927"/>
                    </a:lnTo>
                    <a:lnTo>
                      <a:pt x="78120" y="516604"/>
                    </a:lnTo>
                    <a:lnTo>
                      <a:pt x="71255" y="510414"/>
                    </a:lnTo>
                    <a:lnTo>
                      <a:pt x="65114" y="503787"/>
                    </a:lnTo>
                    <a:lnTo>
                      <a:pt x="58993" y="497336"/>
                    </a:lnTo>
                    <a:lnTo>
                      <a:pt x="53231" y="490667"/>
                    </a:lnTo>
                    <a:lnTo>
                      <a:pt x="47070" y="483864"/>
                    </a:lnTo>
                    <a:lnTo>
                      <a:pt x="42053" y="476932"/>
                    </a:lnTo>
                    <a:lnTo>
                      <a:pt x="37034" y="470002"/>
                    </a:lnTo>
                    <a:lnTo>
                      <a:pt x="27722" y="455702"/>
                    </a:lnTo>
                    <a:lnTo>
                      <a:pt x="24209" y="448426"/>
                    </a:lnTo>
                    <a:lnTo>
                      <a:pt x="20296" y="441015"/>
                    </a:lnTo>
                    <a:lnTo>
                      <a:pt x="16383" y="433605"/>
                    </a:lnTo>
                    <a:lnTo>
                      <a:pt x="13592" y="425891"/>
                    </a:lnTo>
                    <a:lnTo>
                      <a:pt x="10443" y="418395"/>
                    </a:lnTo>
                    <a:lnTo>
                      <a:pt x="7652" y="410680"/>
                    </a:lnTo>
                    <a:lnTo>
                      <a:pt x="5264" y="403100"/>
                    </a:lnTo>
                    <a:lnTo>
                      <a:pt x="3617" y="395259"/>
                    </a:lnTo>
                    <a:lnTo>
                      <a:pt x="1990" y="387593"/>
                    </a:lnTo>
                    <a:lnTo>
                      <a:pt x="725" y="379708"/>
                    </a:lnTo>
                    <a:lnTo>
                      <a:pt x="242" y="371915"/>
                    </a:lnTo>
                    <a:lnTo>
                      <a:pt x="120" y="363903"/>
                    </a:lnTo>
                    <a:lnTo>
                      <a:pt x="0" y="355892"/>
                    </a:lnTo>
                    <a:lnTo>
                      <a:pt x="278" y="348013"/>
                    </a:lnTo>
                    <a:lnTo>
                      <a:pt x="1341" y="340226"/>
                    </a:lnTo>
                    <a:lnTo>
                      <a:pt x="2361" y="332087"/>
                    </a:lnTo>
                    <a:lnTo>
                      <a:pt x="4185" y="324215"/>
                    </a:lnTo>
                    <a:lnTo>
                      <a:pt x="6770" y="316258"/>
                    </a:lnTo>
                    <a:lnTo>
                      <a:pt x="9336" y="308125"/>
                    </a:lnTo>
                    <a:lnTo>
                      <a:pt x="12686" y="300083"/>
                    </a:lnTo>
                    <a:lnTo>
                      <a:pt x="16434" y="292174"/>
                    </a:lnTo>
                    <a:lnTo>
                      <a:pt x="20545" y="284047"/>
                    </a:lnTo>
                    <a:lnTo>
                      <a:pt x="25074" y="276230"/>
                    </a:lnTo>
                    <a:lnTo>
                      <a:pt x="30350" y="268152"/>
                    </a:lnTo>
                    <a:lnTo>
                      <a:pt x="36043" y="260383"/>
                    </a:lnTo>
                    <a:lnTo>
                      <a:pt x="42098" y="252396"/>
                    </a:lnTo>
                    <a:lnTo>
                      <a:pt x="49338" y="244634"/>
                    </a:lnTo>
                    <a:lnTo>
                      <a:pt x="56574" y="236871"/>
                    </a:lnTo>
                    <a:lnTo>
                      <a:pt x="64176" y="228891"/>
                    </a:lnTo>
                    <a:lnTo>
                      <a:pt x="72958" y="221134"/>
                    </a:lnTo>
                    <a:lnTo>
                      <a:pt x="81799" y="213906"/>
                    </a:lnTo>
                    <a:lnTo>
                      <a:pt x="91021" y="206636"/>
                    </a:lnTo>
                    <a:lnTo>
                      <a:pt x="100626" y="199323"/>
                    </a:lnTo>
                    <a:lnTo>
                      <a:pt x="110288" y="192538"/>
                    </a:lnTo>
                    <a:lnTo>
                      <a:pt x="120311" y="185536"/>
                    </a:lnTo>
                    <a:lnTo>
                      <a:pt x="130376" y="178885"/>
                    </a:lnTo>
                    <a:lnTo>
                      <a:pt x="141584" y="172106"/>
                    </a:lnTo>
                    <a:lnTo>
                      <a:pt x="152427" y="165547"/>
                    </a:lnTo>
                    <a:lnTo>
                      <a:pt x="163674" y="159121"/>
                    </a:lnTo>
                    <a:lnTo>
                      <a:pt x="175341" y="153006"/>
                    </a:lnTo>
                    <a:lnTo>
                      <a:pt x="186988" y="146713"/>
                    </a:lnTo>
                    <a:lnTo>
                      <a:pt x="199075" y="140906"/>
                    </a:lnTo>
                    <a:lnTo>
                      <a:pt x="211144" y="134924"/>
                    </a:lnTo>
                    <a:lnTo>
                      <a:pt x="223649" y="129428"/>
                    </a:lnTo>
                    <a:lnTo>
                      <a:pt x="236520" y="123713"/>
                    </a:lnTo>
                    <a:lnTo>
                      <a:pt x="249789" y="118132"/>
                    </a:lnTo>
                    <a:lnTo>
                      <a:pt x="263099" y="112901"/>
                    </a:lnTo>
                    <a:lnTo>
                      <a:pt x="276408" y="107672"/>
                    </a:lnTo>
                    <a:lnTo>
                      <a:pt x="290480" y="102358"/>
                    </a:lnTo>
                    <a:lnTo>
                      <a:pt x="304188" y="97263"/>
                    </a:lnTo>
                    <a:lnTo>
                      <a:pt x="318320" y="92477"/>
                    </a:lnTo>
                    <a:lnTo>
                      <a:pt x="332470" y="87867"/>
                    </a:lnTo>
                    <a:lnTo>
                      <a:pt x="347001" y="83215"/>
                    </a:lnTo>
                    <a:lnTo>
                      <a:pt x="361551" y="78739"/>
                    </a:lnTo>
                    <a:lnTo>
                      <a:pt x="376103" y="74263"/>
                    </a:lnTo>
                    <a:lnTo>
                      <a:pt x="391457" y="70054"/>
                    </a:lnTo>
                    <a:lnTo>
                      <a:pt x="406064" y="66107"/>
                    </a:lnTo>
                    <a:lnTo>
                      <a:pt x="421437" y="62074"/>
                    </a:lnTo>
                    <a:lnTo>
                      <a:pt x="437172" y="57823"/>
                    </a:lnTo>
                    <a:lnTo>
                      <a:pt x="452602" y="54319"/>
                    </a:lnTo>
                    <a:lnTo>
                      <a:pt x="468395" y="50597"/>
                    </a:lnTo>
                    <a:lnTo>
                      <a:pt x="483444" y="47135"/>
                    </a:lnTo>
                    <a:lnTo>
                      <a:pt x="499657" y="43722"/>
                    </a:lnTo>
                    <a:lnTo>
                      <a:pt x="515509" y="40527"/>
                    </a:lnTo>
                    <a:lnTo>
                      <a:pt x="547251" y="34492"/>
                    </a:lnTo>
                    <a:lnTo>
                      <a:pt x="580195" y="28856"/>
                    </a:lnTo>
                    <a:lnTo>
                      <a:pt x="612417" y="23658"/>
                    </a:lnTo>
                    <a:lnTo>
                      <a:pt x="645097" y="19123"/>
                    </a:lnTo>
                    <a:lnTo>
                      <a:pt x="678199" y="14896"/>
                    </a:lnTo>
                    <a:lnTo>
                      <a:pt x="710980" y="11241"/>
                    </a:lnTo>
                    <a:lnTo>
                      <a:pt x="744220" y="8248"/>
                    </a:lnTo>
                    <a:lnTo>
                      <a:pt x="776717" y="5515"/>
                    </a:lnTo>
                    <a:lnTo>
                      <a:pt x="809291" y="3488"/>
                    </a:lnTo>
                    <a:lnTo>
                      <a:pt x="841907" y="1813"/>
                    </a:lnTo>
                    <a:lnTo>
                      <a:pt x="874198" y="710"/>
                    </a:lnTo>
                    <a:close/>
                  </a:path>
                </a:pathLst>
              </a:custGeom>
              <a:solidFill>
                <a:srgbClr val="9DD9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anchor="ctr"/>
              <a:lstStyle/>
              <a:p>
                <a:pPr algn="ctr">
                  <a:defRPr/>
                </a:pPr>
                <a:endParaRPr lang="zh-CN" altLang="en-US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MH_Text_1"/>
              <p:cNvSpPr/>
              <p:nvPr>
                <p:custDataLst>
                  <p:tags r:id="rId4"/>
                </p:custDataLst>
              </p:nvPr>
            </p:nvSpPr>
            <p:spPr>
              <a:xfrm>
                <a:off x="1952597" y="2786057"/>
                <a:ext cx="2571769" cy="171451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38" tIns="45719" rIns="91438" bIns="45719" anchor="ctr">
                <a:normAutofit fontScale="92500" lnSpcReduction="10000"/>
              </a:bodyPr>
              <a:lstStyle/>
              <a:p>
                <a:pPr indent="457178"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接下来，利用</a:t>
                </a:r>
                <a:r>
                  <a:rPr lang="en-US" sz="2000" b="1" dirty="0" err="1">
                    <a:solidFill>
                      <a:schemeClr val="tx1"/>
                    </a:solidFill>
                  </a:rPr>
                  <a:t>ifconfig</a:t>
                </a:r>
                <a:r>
                  <a:rPr lang="zh-CN" altLang="en-US" sz="2000" b="1" dirty="0">
                    <a:solidFill>
                      <a:schemeClr val="tx1"/>
                    </a:solidFill>
                  </a:rPr>
                  <a:t>为实际网卡增加一块虚拟网卡，如图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1-54</a:t>
                </a:r>
                <a:r>
                  <a:rPr lang="zh-CN" altLang="en-US" sz="2000" b="1" dirty="0">
                    <a:solidFill>
                      <a:schemeClr val="tx1"/>
                    </a:solidFill>
                  </a:rPr>
                  <a:t>所示。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  <p:transition>
    <p:cover dir="lu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95473" y="1357300"/>
            <a:ext cx="4786347" cy="4577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2881289" y="6072209"/>
            <a:ext cx="3507106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1-55  </a:t>
            </a:r>
            <a:r>
              <a:rPr lang="zh-CN" altLang="en-US" sz="1500" dirty="0"/>
              <a:t>利用</a:t>
            </a:r>
            <a:r>
              <a:rPr lang="en-US" sz="1500" dirty="0" err="1"/>
              <a:t>ifconfig</a:t>
            </a:r>
            <a:r>
              <a:rPr lang="zh-CN" altLang="en-US" sz="1500" dirty="0"/>
              <a:t>禁用并再次启用网卡</a:t>
            </a:r>
          </a:p>
        </p:txBody>
      </p:sp>
      <p:sp>
        <p:nvSpPr>
          <p:cNvPr id="7" name="矩形 6"/>
          <p:cNvSpPr/>
          <p:nvPr/>
        </p:nvSpPr>
        <p:spPr>
          <a:xfrm>
            <a:off x="2809853" y="1714490"/>
            <a:ext cx="1643075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09854" y="3000374"/>
            <a:ext cx="1500199" cy="142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0" name="MH_Other_1"/>
          <p:cNvSpPr/>
          <p:nvPr>
            <p:custDataLst>
              <p:tags r:id="rId1"/>
            </p:custDataLst>
          </p:nvPr>
        </p:nvSpPr>
        <p:spPr>
          <a:xfrm>
            <a:off x="7381886" y="2500307"/>
            <a:ext cx="2928959" cy="2428892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1" name="MH_Other_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9844083" y="3714753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2" name="MH_Text_1"/>
          <p:cNvSpPr/>
          <p:nvPr>
            <p:custDataLst>
              <p:tags r:id="rId3"/>
            </p:custDataLst>
          </p:nvPr>
        </p:nvSpPr>
        <p:spPr>
          <a:xfrm>
            <a:off x="7881953" y="2786057"/>
            <a:ext cx="2571769" cy="171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使用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禁用并再次启用网卡，如图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1-55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所示。</a:t>
            </a:r>
          </a:p>
        </p:txBody>
      </p:sp>
    </p:spTree>
  </p:cSld>
  <p:clrMapOvr>
    <a:masterClrMapping/>
  </p:clrMapOvr>
  <p:transition>
    <p:cover dir="lu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H_Other_1"/>
          <p:cNvSpPr/>
          <p:nvPr>
            <p:custDataLst>
              <p:tags r:id="rId1"/>
            </p:custDataLst>
          </p:nvPr>
        </p:nvSpPr>
        <p:spPr>
          <a:xfrm>
            <a:off x="7634331" y="2428870"/>
            <a:ext cx="2928959" cy="2428892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MH_Other_2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10096530" y="3643315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MH_Text_1"/>
          <p:cNvSpPr/>
          <p:nvPr>
            <p:custDataLst>
              <p:tags r:id="rId3"/>
            </p:custDataLst>
          </p:nvPr>
        </p:nvSpPr>
        <p:spPr>
          <a:xfrm>
            <a:off x="8134398" y="2714620"/>
            <a:ext cx="2571769" cy="171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另外，还可以使用</a:t>
            </a:r>
            <a:r>
              <a:rPr lang="en-US" sz="20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ifconfig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命令更改网卡的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地址，如图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1-56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所示。</a:t>
            </a:r>
          </a:p>
        </p:txBody>
      </p:sp>
      <p:pic>
        <p:nvPicPr>
          <p:cNvPr id="4098" name="图片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95473" y="1857366"/>
            <a:ext cx="4786347" cy="357411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矩形 5"/>
          <p:cNvSpPr/>
          <p:nvPr/>
        </p:nvSpPr>
        <p:spPr>
          <a:xfrm>
            <a:off x="2952731" y="5572142"/>
            <a:ext cx="349928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1-56  </a:t>
            </a:r>
            <a:r>
              <a:rPr lang="zh-CN" altLang="en-US" sz="1500" dirty="0"/>
              <a:t>利用</a:t>
            </a:r>
            <a:r>
              <a:rPr lang="en-US" sz="1500" dirty="0" err="1"/>
              <a:t>ifconfig</a:t>
            </a:r>
            <a:r>
              <a:rPr lang="zh-CN" altLang="en-US" sz="1500" dirty="0"/>
              <a:t>更改网卡的</a:t>
            </a:r>
            <a:r>
              <a:rPr lang="en-US" sz="1500" dirty="0"/>
              <a:t>MAC</a:t>
            </a:r>
            <a:r>
              <a:rPr lang="zh-CN" altLang="en-US" sz="1500" dirty="0"/>
              <a:t>地址</a:t>
            </a:r>
          </a:p>
        </p:txBody>
      </p:sp>
      <p:sp>
        <p:nvSpPr>
          <p:cNvPr id="8" name="矩形 7"/>
          <p:cNvSpPr/>
          <p:nvPr/>
        </p:nvSpPr>
        <p:spPr>
          <a:xfrm>
            <a:off x="2881291" y="2214553"/>
            <a:ext cx="2928959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over dir="lu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809590" y="1071549"/>
            <a:ext cx="1776444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1.4.3  </a:t>
            </a:r>
            <a:r>
              <a:rPr lang="zh-CN" altLang="en-US" b="1" dirty="0">
                <a:solidFill>
                  <a:schemeClr val="tx2"/>
                </a:solidFill>
              </a:rPr>
              <a:t>设置网关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738677" y="2214555"/>
            <a:ext cx="7072363" cy="3000396"/>
            <a:chOff x="3381356" y="3786190"/>
            <a:chExt cx="5270861" cy="2428892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381356" y="3786190"/>
              <a:ext cx="5270861" cy="24288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  <p:sp>
          <p:nvSpPr>
            <p:cNvPr id="20" name="矩形 19"/>
            <p:cNvSpPr/>
            <p:nvPr/>
          </p:nvSpPr>
          <p:spPr>
            <a:xfrm>
              <a:off x="4452926" y="4592418"/>
              <a:ext cx="1857388" cy="1428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4524364" y="5378237"/>
              <a:ext cx="1857388" cy="14287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 22"/>
          <p:cNvSpPr/>
          <p:nvPr/>
        </p:nvSpPr>
        <p:spPr>
          <a:xfrm>
            <a:off x="7453322" y="5357829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1-57  </a:t>
            </a:r>
            <a:r>
              <a:rPr lang="zh-CN" altLang="en-US" sz="1500" dirty="0"/>
              <a:t>添加删除网关</a:t>
            </a:r>
          </a:p>
        </p:txBody>
      </p:sp>
      <p:sp>
        <p:nvSpPr>
          <p:cNvPr id="14" name="MH_Other_1"/>
          <p:cNvSpPr/>
          <p:nvPr>
            <p:custDataLst>
              <p:tags r:id="rId2"/>
            </p:custDataLst>
          </p:nvPr>
        </p:nvSpPr>
        <p:spPr>
          <a:xfrm flipH="1">
            <a:off x="1738283" y="2643183"/>
            <a:ext cx="2928959" cy="2428892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5" name="MH_Other_2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1734479" flipH="1">
            <a:off x="567579" y="3590499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MH_Text_1"/>
          <p:cNvSpPr/>
          <p:nvPr>
            <p:custDataLst>
              <p:tags r:id="rId4"/>
            </p:custDataLst>
          </p:nvPr>
        </p:nvSpPr>
        <p:spPr>
          <a:xfrm>
            <a:off x="1666846" y="3000372"/>
            <a:ext cx="2571769" cy="171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 fontScale="92500" lnSpcReduction="10000"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可以使用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route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命令设置默认网关、删除默认网关，如图</a:t>
            </a:r>
            <a:r>
              <a:rPr lang="en-US" altLang="zh-CN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1-57</a:t>
            </a: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所示。</a:t>
            </a:r>
          </a:p>
        </p:txBody>
      </p:sp>
    </p:spTree>
    <p:custDataLst>
      <p:tags r:id="rId1"/>
    </p:custDataLst>
  </p:cSld>
  <p:clrMapOvr>
    <a:masterClrMapping/>
  </p:clrMapOvr>
  <p:transition>
    <p:cover dir="lu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809591" y="1071549"/>
            <a:ext cx="226696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1.4.4  </a:t>
            </a:r>
            <a:r>
              <a:rPr lang="zh-CN" altLang="en-US" b="1" dirty="0">
                <a:solidFill>
                  <a:schemeClr val="tx2"/>
                </a:solidFill>
              </a:rPr>
              <a:t>网卡配置文件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10315" y="1857365"/>
            <a:ext cx="4579120" cy="3571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>
          <a:xfrm>
            <a:off x="7596199" y="5572142"/>
            <a:ext cx="1970403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1-58  </a:t>
            </a:r>
            <a:r>
              <a:rPr lang="zh-CN" altLang="en-US" sz="1500" dirty="0"/>
              <a:t>网卡配置文件</a:t>
            </a:r>
          </a:p>
        </p:txBody>
      </p:sp>
      <p:sp>
        <p:nvSpPr>
          <p:cNvPr id="6" name="MH_Other_1"/>
          <p:cNvSpPr/>
          <p:nvPr>
            <p:custDataLst>
              <p:tags r:id="rId2"/>
            </p:custDataLst>
          </p:nvPr>
        </p:nvSpPr>
        <p:spPr>
          <a:xfrm flipH="1">
            <a:off x="2309786" y="2428869"/>
            <a:ext cx="3857652" cy="2857521"/>
          </a:xfrm>
          <a:custGeom>
            <a:avLst/>
            <a:gdLst>
              <a:gd name="connsiteX0" fmla="*/ 906147 w 2119472"/>
              <a:gd name="connsiteY0" fmla="*/ 0 h 777388"/>
              <a:gd name="connsiteX1" fmla="*/ 937414 w 2119472"/>
              <a:gd name="connsiteY1" fmla="*/ 81 h 777388"/>
              <a:gd name="connsiteX2" fmla="*/ 968700 w 2119472"/>
              <a:gd name="connsiteY2" fmla="*/ 337 h 777388"/>
              <a:gd name="connsiteX3" fmla="*/ 999264 w 2119472"/>
              <a:gd name="connsiteY3" fmla="*/ 1031 h 777388"/>
              <a:gd name="connsiteX4" fmla="*/ 964626 w 2119472"/>
              <a:gd name="connsiteY4" fmla="*/ 1862 h 777388"/>
              <a:gd name="connsiteX5" fmla="*/ 929305 w 2119472"/>
              <a:gd name="connsiteY5" fmla="*/ 3482 h 777388"/>
              <a:gd name="connsiteX6" fmla="*/ 894041 w 2119472"/>
              <a:gd name="connsiteY6" fmla="*/ 5630 h 777388"/>
              <a:gd name="connsiteX7" fmla="*/ 858818 w 2119472"/>
              <a:gd name="connsiteY7" fmla="*/ 8131 h 777388"/>
              <a:gd name="connsiteX8" fmla="*/ 824013 w 2119472"/>
              <a:gd name="connsiteY8" fmla="*/ 10943 h 777388"/>
              <a:gd name="connsiteX9" fmla="*/ 788528 w 2119472"/>
              <a:gd name="connsiteY9" fmla="*/ 14542 h 777388"/>
              <a:gd name="connsiteX10" fmla="*/ 770994 w 2119472"/>
              <a:gd name="connsiteY10" fmla="*/ 16497 h 777388"/>
              <a:gd name="connsiteX11" fmla="*/ 753482 w 2119472"/>
              <a:gd name="connsiteY11" fmla="*/ 18628 h 777388"/>
              <a:gd name="connsiteX12" fmla="*/ 735626 w 2119472"/>
              <a:gd name="connsiteY12" fmla="*/ 21155 h 777388"/>
              <a:gd name="connsiteX13" fmla="*/ 718132 w 2119472"/>
              <a:gd name="connsiteY13" fmla="*/ 23463 h 777388"/>
              <a:gd name="connsiteX14" fmla="*/ 700656 w 2119472"/>
              <a:gd name="connsiteY14" fmla="*/ 25946 h 777388"/>
              <a:gd name="connsiteX15" fmla="*/ 683223 w 2119472"/>
              <a:gd name="connsiteY15" fmla="*/ 28781 h 777388"/>
              <a:gd name="connsiteX16" fmla="*/ 665767 w 2119472"/>
              <a:gd name="connsiteY16" fmla="*/ 31441 h 777388"/>
              <a:gd name="connsiteX17" fmla="*/ 648371 w 2119472"/>
              <a:gd name="connsiteY17" fmla="*/ 34629 h 777388"/>
              <a:gd name="connsiteX18" fmla="*/ 630955 w 2119472"/>
              <a:gd name="connsiteY18" fmla="*/ 37642 h 777388"/>
              <a:gd name="connsiteX19" fmla="*/ 614342 w 2119472"/>
              <a:gd name="connsiteY19" fmla="*/ 40921 h 777388"/>
              <a:gd name="connsiteX20" fmla="*/ 596966 w 2119472"/>
              <a:gd name="connsiteY20" fmla="*/ 44285 h 777388"/>
              <a:gd name="connsiteX21" fmla="*/ 580011 w 2119472"/>
              <a:gd name="connsiteY21" fmla="*/ 47959 h 777388"/>
              <a:gd name="connsiteX22" fmla="*/ 563054 w 2119472"/>
              <a:gd name="connsiteY22" fmla="*/ 51633 h 777388"/>
              <a:gd name="connsiteX23" fmla="*/ 546120 w 2119472"/>
              <a:gd name="connsiteY23" fmla="*/ 55483 h 777388"/>
              <a:gd name="connsiteX24" fmla="*/ 529203 w 2119472"/>
              <a:gd name="connsiteY24" fmla="*/ 59510 h 777388"/>
              <a:gd name="connsiteX25" fmla="*/ 513068 w 2119472"/>
              <a:gd name="connsiteY25" fmla="*/ 63627 h 777388"/>
              <a:gd name="connsiteX26" fmla="*/ 496591 w 2119472"/>
              <a:gd name="connsiteY26" fmla="*/ 68140 h 777388"/>
              <a:gd name="connsiteX27" fmla="*/ 480096 w 2119472"/>
              <a:gd name="connsiteY27" fmla="*/ 72476 h 777388"/>
              <a:gd name="connsiteX28" fmla="*/ 463638 w 2119472"/>
              <a:gd name="connsiteY28" fmla="*/ 77164 h 777388"/>
              <a:gd name="connsiteX29" fmla="*/ 447964 w 2119472"/>
              <a:gd name="connsiteY29" fmla="*/ 81944 h 777388"/>
              <a:gd name="connsiteX30" fmla="*/ 433757 w 2119472"/>
              <a:gd name="connsiteY30" fmla="*/ 86024 h 777388"/>
              <a:gd name="connsiteX31" fmla="*/ 419606 w 2119472"/>
              <a:gd name="connsiteY31" fmla="*/ 90635 h 777388"/>
              <a:gd name="connsiteX32" fmla="*/ 405836 w 2119472"/>
              <a:gd name="connsiteY32" fmla="*/ 95202 h 777388"/>
              <a:gd name="connsiteX33" fmla="*/ 392449 w 2119472"/>
              <a:gd name="connsiteY33" fmla="*/ 99727 h 777388"/>
              <a:gd name="connsiteX34" fmla="*/ 378719 w 2119472"/>
              <a:gd name="connsiteY34" fmla="*/ 104647 h 777388"/>
              <a:gd name="connsiteX35" fmla="*/ 364988 w 2119472"/>
              <a:gd name="connsiteY35" fmla="*/ 109565 h 777388"/>
              <a:gd name="connsiteX36" fmla="*/ 351299 w 2119472"/>
              <a:gd name="connsiteY36" fmla="*/ 114837 h 777388"/>
              <a:gd name="connsiteX37" fmla="*/ 338371 w 2119472"/>
              <a:gd name="connsiteY37" fmla="*/ 120024 h 777388"/>
              <a:gd name="connsiteX38" fmla="*/ 325826 w 2119472"/>
              <a:gd name="connsiteY38" fmla="*/ 125168 h 777388"/>
              <a:gd name="connsiteX39" fmla="*/ 312936 w 2119472"/>
              <a:gd name="connsiteY39" fmla="*/ 130707 h 777388"/>
              <a:gd name="connsiteX40" fmla="*/ 300428 w 2119472"/>
              <a:gd name="connsiteY40" fmla="*/ 136203 h 777388"/>
              <a:gd name="connsiteX41" fmla="*/ 287579 w 2119472"/>
              <a:gd name="connsiteY41" fmla="*/ 142095 h 777388"/>
              <a:gd name="connsiteX42" fmla="*/ 275874 w 2119472"/>
              <a:gd name="connsiteY42" fmla="*/ 147859 h 777388"/>
              <a:gd name="connsiteX43" fmla="*/ 264167 w 2119472"/>
              <a:gd name="connsiteY43" fmla="*/ 153623 h 777388"/>
              <a:gd name="connsiteX44" fmla="*/ 252501 w 2119472"/>
              <a:gd name="connsiteY44" fmla="*/ 159738 h 777388"/>
              <a:gd name="connsiteX45" fmla="*/ 241214 w 2119472"/>
              <a:gd name="connsiteY45" fmla="*/ 165813 h 777388"/>
              <a:gd name="connsiteX46" fmla="*/ 230329 w 2119472"/>
              <a:gd name="connsiteY46" fmla="*/ 172020 h 777388"/>
              <a:gd name="connsiteX47" fmla="*/ 219846 w 2119472"/>
              <a:gd name="connsiteY47" fmla="*/ 178361 h 777388"/>
              <a:gd name="connsiteX48" fmla="*/ 209742 w 2119472"/>
              <a:gd name="connsiteY48" fmla="*/ 184659 h 777388"/>
              <a:gd name="connsiteX49" fmla="*/ 199660 w 2119472"/>
              <a:gd name="connsiteY49" fmla="*/ 191134 h 777388"/>
              <a:gd name="connsiteX50" fmla="*/ 190377 w 2119472"/>
              <a:gd name="connsiteY50" fmla="*/ 197876 h 777388"/>
              <a:gd name="connsiteX51" fmla="*/ 181096 w 2119472"/>
              <a:gd name="connsiteY51" fmla="*/ 204617 h 777388"/>
              <a:gd name="connsiteX52" fmla="*/ 172195 w 2119472"/>
              <a:gd name="connsiteY52" fmla="*/ 211317 h 777388"/>
              <a:gd name="connsiteX53" fmla="*/ 163716 w 2119472"/>
              <a:gd name="connsiteY53" fmla="*/ 218325 h 777388"/>
              <a:gd name="connsiteX54" fmla="*/ 156000 w 2119472"/>
              <a:gd name="connsiteY54" fmla="*/ 225250 h 777388"/>
              <a:gd name="connsiteX55" fmla="*/ 148682 w 2119472"/>
              <a:gd name="connsiteY55" fmla="*/ 232308 h 777388"/>
              <a:gd name="connsiteX56" fmla="*/ 141764 w 2119472"/>
              <a:gd name="connsiteY56" fmla="*/ 239500 h 777388"/>
              <a:gd name="connsiteX57" fmla="*/ 135231 w 2119472"/>
              <a:gd name="connsiteY57" fmla="*/ 246648 h 777388"/>
              <a:gd name="connsiteX58" fmla="*/ 129478 w 2119472"/>
              <a:gd name="connsiteY58" fmla="*/ 253889 h 777388"/>
              <a:gd name="connsiteX59" fmla="*/ 123745 w 2119472"/>
              <a:gd name="connsiteY59" fmla="*/ 261305 h 777388"/>
              <a:gd name="connsiteX60" fmla="*/ 118773 w 2119472"/>
              <a:gd name="connsiteY60" fmla="*/ 268636 h 777388"/>
              <a:gd name="connsiteX61" fmla="*/ 114583 w 2119472"/>
              <a:gd name="connsiteY61" fmla="*/ 276058 h 777388"/>
              <a:gd name="connsiteX62" fmla="*/ 110494 w 2119472"/>
              <a:gd name="connsiteY62" fmla="*/ 284361 h 777388"/>
              <a:gd name="connsiteX63" fmla="*/ 107164 w 2119472"/>
              <a:gd name="connsiteY63" fmla="*/ 292580 h 777388"/>
              <a:gd name="connsiteX64" fmla="*/ 104578 w 2119472"/>
              <a:gd name="connsiteY64" fmla="*/ 300536 h 777388"/>
              <a:gd name="connsiteX65" fmla="*/ 102413 w 2119472"/>
              <a:gd name="connsiteY65" fmla="*/ 308803 h 777388"/>
              <a:gd name="connsiteX66" fmla="*/ 101393 w 2119472"/>
              <a:gd name="connsiteY66" fmla="*/ 316943 h 777388"/>
              <a:gd name="connsiteX67" fmla="*/ 100732 w 2119472"/>
              <a:gd name="connsiteY67" fmla="*/ 324864 h 777388"/>
              <a:gd name="connsiteX68" fmla="*/ 100873 w 2119472"/>
              <a:gd name="connsiteY68" fmla="*/ 333051 h 777388"/>
              <a:gd name="connsiteX69" fmla="*/ 101737 w 2119472"/>
              <a:gd name="connsiteY69" fmla="*/ 340801 h 777388"/>
              <a:gd name="connsiteX70" fmla="*/ 102621 w 2119472"/>
              <a:gd name="connsiteY70" fmla="*/ 348728 h 777388"/>
              <a:gd name="connsiteX71" fmla="*/ 103906 w 2119472"/>
              <a:gd name="connsiteY71" fmla="*/ 356788 h 777388"/>
              <a:gd name="connsiteX72" fmla="*/ 105912 w 2119472"/>
              <a:gd name="connsiteY72" fmla="*/ 364412 h 777388"/>
              <a:gd name="connsiteX73" fmla="*/ 107961 w 2119472"/>
              <a:gd name="connsiteY73" fmla="*/ 372387 h 777388"/>
              <a:gd name="connsiteX74" fmla="*/ 111130 w 2119472"/>
              <a:gd name="connsiteY74" fmla="*/ 380059 h 777388"/>
              <a:gd name="connsiteX75" fmla="*/ 113901 w 2119472"/>
              <a:gd name="connsiteY75" fmla="*/ 387598 h 777388"/>
              <a:gd name="connsiteX76" fmla="*/ 120605 w 2119472"/>
              <a:gd name="connsiteY76" fmla="*/ 402723 h 777388"/>
              <a:gd name="connsiteX77" fmla="*/ 124479 w 2119472"/>
              <a:gd name="connsiteY77" fmla="*/ 409781 h 777388"/>
              <a:gd name="connsiteX78" fmla="*/ 128351 w 2119472"/>
              <a:gd name="connsiteY78" fmla="*/ 416839 h 777388"/>
              <a:gd name="connsiteX79" fmla="*/ 132648 w 2119472"/>
              <a:gd name="connsiteY79" fmla="*/ 424206 h 777388"/>
              <a:gd name="connsiteX80" fmla="*/ 137244 w 2119472"/>
              <a:gd name="connsiteY80" fmla="*/ 430828 h 777388"/>
              <a:gd name="connsiteX81" fmla="*/ 142645 w 2119472"/>
              <a:gd name="connsiteY81" fmla="*/ 437716 h 777388"/>
              <a:gd name="connsiteX82" fmla="*/ 148043 w 2119472"/>
              <a:gd name="connsiteY82" fmla="*/ 444604 h 777388"/>
              <a:gd name="connsiteX83" fmla="*/ 153803 w 2119472"/>
              <a:gd name="connsiteY83" fmla="*/ 451274 h 777388"/>
              <a:gd name="connsiteX84" fmla="*/ 160308 w 2119472"/>
              <a:gd name="connsiteY84" fmla="*/ 457682 h 777388"/>
              <a:gd name="connsiteX85" fmla="*/ 166447 w 2119472"/>
              <a:gd name="connsiteY85" fmla="*/ 464310 h 777388"/>
              <a:gd name="connsiteX86" fmla="*/ 173312 w 2119472"/>
              <a:gd name="connsiteY86" fmla="*/ 470500 h 777388"/>
              <a:gd name="connsiteX87" fmla="*/ 180596 w 2119472"/>
              <a:gd name="connsiteY87" fmla="*/ 477000 h 777388"/>
              <a:gd name="connsiteX88" fmla="*/ 188225 w 2119472"/>
              <a:gd name="connsiteY88" fmla="*/ 483104 h 777388"/>
              <a:gd name="connsiteX89" fmla="*/ 195832 w 2119472"/>
              <a:gd name="connsiteY89" fmla="*/ 489033 h 777388"/>
              <a:gd name="connsiteX90" fmla="*/ 204220 w 2119472"/>
              <a:gd name="connsiteY90" fmla="*/ 495053 h 777388"/>
              <a:gd name="connsiteX91" fmla="*/ 212952 w 2119472"/>
              <a:gd name="connsiteY91" fmla="*/ 500677 h 777388"/>
              <a:gd name="connsiteX92" fmla="*/ 221701 w 2119472"/>
              <a:gd name="connsiteY92" fmla="*/ 506479 h 777388"/>
              <a:gd name="connsiteX93" fmla="*/ 231579 w 2119472"/>
              <a:gd name="connsiteY93" fmla="*/ 511977 h 777388"/>
              <a:gd name="connsiteX94" fmla="*/ 240689 w 2119472"/>
              <a:gd name="connsiteY94" fmla="*/ 517559 h 777388"/>
              <a:gd name="connsiteX95" fmla="*/ 250925 w 2119472"/>
              <a:gd name="connsiteY95" fmla="*/ 522838 h 777388"/>
              <a:gd name="connsiteX96" fmla="*/ 261121 w 2119472"/>
              <a:gd name="connsiteY96" fmla="*/ 527764 h 777388"/>
              <a:gd name="connsiteX97" fmla="*/ 271358 w 2119472"/>
              <a:gd name="connsiteY97" fmla="*/ 533043 h 777388"/>
              <a:gd name="connsiteX98" fmla="*/ 281937 w 2119472"/>
              <a:gd name="connsiteY98" fmla="*/ 537927 h 777388"/>
              <a:gd name="connsiteX99" fmla="*/ 292895 w 2119472"/>
              <a:gd name="connsiteY99" fmla="*/ 542769 h 777388"/>
              <a:gd name="connsiteX100" fmla="*/ 304215 w 2119472"/>
              <a:gd name="connsiteY100" fmla="*/ 547392 h 777388"/>
              <a:gd name="connsiteX101" fmla="*/ 315898 w 2119472"/>
              <a:gd name="connsiteY101" fmla="*/ 551797 h 777388"/>
              <a:gd name="connsiteX102" fmla="*/ 327198 w 2119472"/>
              <a:gd name="connsiteY102" fmla="*/ 556243 h 777388"/>
              <a:gd name="connsiteX103" fmla="*/ 350926 w 2119472"/>
              <a:gd name="connsiteY103" fmla="*/ 564832 h 777388"/>
              <a:gd name="connsiteX104" fmla="*/ 375736 w 2119472"/>
              <a:gd name="connsiteY104" fmla="*/ 572767 h 777388"/>
              <a:gd name="connsiteX105" fmla="*/ 401287 w 2119472"/>
              <a:gd name="connsiteY105" fmla="*/ 580440 h 777388"/>
              <a:gd name="connsiteX106" fmla="*/ 427543 w 2119472"/>
              <a:gd name="connsiteY106" fmla="*/ 587499 h 777388"/>
              <a:gd name="connsiteX107" fmla="*/ 454162 w 2119472"/>
              <a:gd name="connsiteY107" fmla="*/ 594339 h 777388"/>
              <a:gd name="connsiteX108" fmla="*/ 481504 w 2119472"/>
              <a:gd name="connsiteY108" fmla="*/ 600742 h 777388"/>
              <a:gd name="connsiteX109" fmla="*/ 509186 w 2119472"/>
              <a:gd name="connsiteY109" fmla="*/ 606751 h 777388"/>
              <a:gd name="connsiteX110" fmla="*/ 536850 w 2119472"/>
              <a:gd name="connsiteY110" fmla="*/ 612583 h 777388"/>
              <a:gd name="connsiteX111" fmla="*/ 565216 w 2119472"/>
              <a:gd name="connsiteY111" fmla="*/ 617803 h 777388"/>
              <a:gd name="connsiteX112" fmla="*/ 594345 w 2119472"/>
              <a:gd name="connsiteY112" fmla="*/ 622936 h 777388"/>
              <a:gd name="connsiteX113" fmla="*/ 623033 w 2119472"/>
              <a:gd name="connsiteY113" fmla="*/ 627585 h 777388"/>
              <a:gd name="connsiteX114" fmla="*/ 654849 w 2119472"/>
              <a:gd name="connsiteY114" fmla="*/ 632598 h 777388"/>
              <a:gd name="connsiteX115" fmla="*/ 687408 w 2119472"/>
              <a:gd name="connsiteY115" fmla="*/ 637349 h 777388"/>
              <a:gd name="connsiteX116" fmla="*/ 720289 w 2119472"/>
              <a:gd name="connsiteY116" fmla="*/ 641529 h 777388"/>
              <a:gd name="connsiteX117" fmla="*/ 752410 w 2119472"/>
              <a:gd name="connsiteY117" fmla="*/ 645794 h 777388"/>
              <a:gd name="connsiteX118" fmla="*/ 785993 w 2119472"/>
              <a:gd name="connsiteY118" fmla="*/ 649361 h 777388"/>
              <a:gd name="connsiteX119" fmla="*/ 819218 w 2119472"/>
              <a:gd name="connsiteY119" fmla="*/ 653147 h 777388"/>
              <a:gd name="connsiteX120" fmla="*/ 852401 w 2119472"/>
              <a:gd name="connsiteY120" fmla="*/ 656580 h 777388"/>
              <a:gd name="connsiteX121" fmla="*/ 885927 w 2119472"/>
              <a:gd name="connsiteY121" fmla="*/ 659619 h 777388"/>
              <a:gd name="connsiteX122" fmla="*/ 919835 w 2119472"/>
              <a:gd name="connsiteY122" fmla="*/ 662616 h 777388"/>
              <a:gd name="connsiteX123" fmla="*/ 953302 w 2119472"/>
              <a:gd name="connsiteY123" fmla="*/ 665125 h 777388"/>
              <a:gd name="connsiteX124" fmla="*/ 987530 w 2119472"/>
              <a:gd name="connsiteY124" fmla="*/ 667551 h 777388"/>
              <a:gd name="connsiteX125" fmla="*/ 1021760 w 2119472"/>
              <a:gd name="connsiteY125" fmla="*/ 669976 h 777388"/>
              <a:gd name="connsiteX126" fmla="*/ 1055930 w 2119472"/>
              <a:gd name="connsiteY126" fmla="*/ 671872 h 777388"/>
              <a:gd name="connsiteX127" fmla="*/ 1090501 w 2119472"/>
              <a:gd name="connsiteY127" fmla="*/ 673903 h 777388"/>
              <a:gd name="connsiteX128" fmla="*/ 1125013 w 2119472"/>
              <a:gd name="connsiteY128" fmla="*/ 675404 h 777388"/>
              <a:gd name="connsiteX129" fmla="*/ 1159566 w 2119472"/>
              <a:gd name="connsiteY129" fmla="*/ 677259 h 777388"/>
              <a:gd name="connsiteX130" fmla="*/ 1194803 w 2119472"/>
              <a:gd name="connsiteY130" fmla="*/ 678323 h 777388"/>
              <a:gd name="connsiteX131" fmla="*/ 1229293 w 2119472"/>
              <a:gd name="connsiteY131" fmla="*/ 679649 h 777388"/>
              <a:gd name="connsiteX132" fmla="*/ 1299364 w 2119472"/>
              <a:gd name="connsiteY132" fmla="*/ 681644 h 777388"/>
              <a:gd name="connsiteX133" fmla="*/ 1369776 w 2119472"/>
              <a:gd name="connsiteY133" fmla="*/ 683245 h 777388"/>
              <a:gd name="connsiteX134" fmla="*/ 1440108 w 2119472"/>
              <a:gd name="connsiteY134" fmla="*/ 684141 h 777388"/>
              <a:gd name="connsiteX135" fmla="*/ 1510442 w 2119472"/>
              <a:gd name="connsiteY135" fmla="*/ 685036 h 777388"/>
              <a:gd name="connsiteX136" fmla="*/ 1581096 w 2119472"/>
              <a:gd name="connsiteY136" fmla="*/ 685362 h 777388"/>
              <a:gd name="connsiteX137" fmla="*/ 1652094 w 2119472"/>
              <a:gd name="connsiteY137" fmla="*/ 685292 h 777388"/>
              <a:gd name="connsiteX138" fmla="*/ 1722730 w 2119472"/>
              <a:gd name="connsiteY138" fmla="*/ 685441 h 777388"/>
              <a:gd name="connsiteX139" fmla="*/ 1795632 w 2119472"/>
              <a:gd name="connsiteY139" fmla="*/ 685159 h 777388"/>
              <a:gd name="connsiteX140" fmla="*/ 1868535 w 2119472"/>
              <a:gd name="connsiteY140" fmla="*/ 684877 h 777388"/>
              <a:gd name="connsiteX141" fmla="*/ 1941419 w 2119472"/>
              <a:gd name="connsiteY141" fmla="*/ 684418 h 777388"/>
              <a:gd name="connsiteX142" fmla="*/ 2014665 w 2119472"/>
              <a:gd name="connsiteY142" fmla="*/ 683741 h 777388"/>
              <a:gd name="connsiteX143" fmla="*/ 2087127 w 2119472"/>
              <a:gd name="connsiteY143" fmla="*/ 682973 h 777388"/>
              <a:gd name="connsiteX144" fmla="*/ 2119471 w 2119472"/>
              <a:gd name="connsiteY144" fmla="*/ 682440 h 777388"/>
              <a:gd name="connsiteX145" fmla="*/ 2119472 w 2119472"/>
              <a:gd name="connsiteY145" fmla="*/ 775873 h 777388"/>
              <a:gd name="connsiteX146" fmla="*/ 2117144 w 2119472"/>
              <a:gd name="connsiteY146" fmla="*/ 776433 h 777388"/>
              <a:gd name="connsiteX147" fmla="*/ 2065949 w 2119472"/>
              <a:gd name="connsiteY147" fmla="*/ 776823 h 777388"/>
              <a:gd name="connsiteX148" fmla="*/ 1993064 w 2119472"/>
              <a:gd name="connsiteY148" fmla="*/ 777282 h 777388"/>
              <a:gd name="connsiteX149" fmla="*/ 1920143 w 2119472"/>
              <a:gd name="connsiteY149" fmla="*/ 777388 h 777388"/>
              <a:gd name="connsiteX150" fmla="*/ 1847961 w 2119472"/>
              <a:gd name="connsiteY150" fmla="*/ 777233 h 777388"/>
              <a:gd name="connsiteX151" fmla="*/ 1775383 w 2119472"/>
              <a:gd name="connsiteY151" fmla="*/ 776944 h 777388"/>
              <a:gd name="connsiteX152" fmla="*/ 1703162 w 2119472"/>
              <a:gd name="connsiteY152" fmla="*/ 776437 h 777388"/>
              <a:gd name="connsiteX153" fmla="*/ 1631304 w 2119472"/>
              <a:gd name="connsiteY153" fmla="*/ 775711 h 777388"/>
              <a:gd name="connsiteX154" fmla="*/ 1559407 w 2119472"/>
              <a:gd name="connsiteY154" fmla="*/ 774633 h 777388"/>
              <a:gd name="connsiteX155" fmla="*/ 1487490 w 2119472"/>
              <a:gd name="connsiteY155" fmla="*/ 773378 h 777388"/>
              <a:gd name="connsiteX156" fmla="*/ 1415916 w 2119472"/>
              <a:gd name="connsiteY156" fmla="*/ 771729 h 777388"/>
              <a:gd name="connsiteX157" fmla="*/ 1344322 w 2119472"/>
              <a:gd name="connsiteY157" fmla="*/ 769904 h 777388"/>
              <a:gd name="connsiteX158" fmla="*/ 1309487 w 2119472"/>
              <a:gd name="connsiteY158" fmla="*/ 768972 h 777388"/>
              <a:gd name="connsiteX159" fmla="*/ 1274233 w 2119472"/>
              <a:gd name="connsiteY159" fmla="*/ 767731 h 777388"/>
              <a:gd name="connsiteX160" fmla="*/ 1239340 w 2119472"/>
              <a:gd name="connsiteY160" fmla="*/ 766272 h 777388"/>
              <a:gd name="connsiteX161" fmla="*/ 1204808 w 2119472"/>
              <a:gd name="connsiteY161" fmla="*/ 764594 h 777388"/>
              <a:gd name="connsiteX162" fmla="*/ 1170296 w 2119472"/>
              <a:gd name="connsiteY162" fmla="*/ 763092 h 777388"/>
              <a:gd name="connsiteX163" fmla="*/ 1135741 w 2119472"/>
              <a:gd name="connsiteY163" fmla="*/ 761238 h 777388"/>
              <a:gd name="connsiteX164" fmla="*/ 1101553 w 2119472"/>
              <a:gd name="connsiteY164" fmla="*/ 759165 h 777388"/>
              <a:gd name="connsiteX165" fmla="*/ 1067343 w 2119472"/>
              <a:gd name="connsiteY165" fmla="*/ 756916 h 777388"/>
              <a:gd name="connsiteX166" fmla="*/ 1033133 w 2119472"/>
              <a:gd name="connsiteY166" fmla="*/ 754668 h 777388"/>
              <a:gd name="connsiteX167" fmla="*/ 998885 w 2119472"/>
              <a:gd name="connsiteY167" fmla="*/ 752066 h 777388"/>
              <a:gd name="connsiteX168" fmla="*/ 965016 w 2119472"/>
              <a:gd name="connsiteY168" fmla="*/ 749422 h 777388"/>
              <a:gd name="connsiteX169" fmla="*/ 931109 w 2119472"/>
              <a:gd name="connsiteY169" fmla="*/ 746426 h 777388"/>
              <a:gd name="connsiteX170" fmla="*/ 897584 w 2119472"/>
              <a:gd name="connsiteY170" fmla="*/ 743388 h 777388"/>
              <a:gd name="connsiteX171" fmla="*/ 864018 w 2119472"/>
              <a:gd name="connsiteY171" fmla="*/ 739997 h 777388"/>
              <a:gd name="connsiteX172" fmla="*/ 830835 w 2119472"/>
              <a:gd name="connsiteY172" fmla="*/ 736564 h 777388"/>
              <a:gd name="connsiteX173" fmla="*/ 797630 w 2119472"/>
              <a:gd name="connsiteY173" fmla="*/ 732955 h 777388"/>
              <a:gd name="connsiteX174" fmla="*/ 766332 w 2119472"/>
              <a:gd name="connsiteY174" fmla="*/ 729133 h 777388"/>
              <a:gd name="connsiteX175" fmla="*/ 735053 w 2119472"/>
              <a:gd name="connsiteY175" fmla="*/ 725486 h 777388"/>
              <a:gd name="connsiteX176" fmla="*/ 704500 w 2119472"/>
              <a:gd name="connsiteY176" fmla="*/ 721403 h 777388"/>
              <a:gd name="connsiteX177" fmla="*/ 673544 w 2119472"/>
              <a:gd name="connsiteY177" fmla="*/ 717186 h 777388"/>
              <a:gd name="connsiteX178" fmla="*/ 642547 w 2119472"/>
              <a:gd name="connsiteY178" fmla="*/ 712617 h 777388"/>
              <a:gd name="connsiteX179" fmla="*/ 612294 w 2119472"/>
              <a:gd name="connsiteY179" fmla="*/ 707787 h 777388"/>
              <a:gd name="connsiteX180" fmla="*/ 582403 w 2119472"/>
              <a:gd name="connsiteY180" fmla="*/ 702738 h 777388"/>
              <a:gd name="connsiteX181" fmla="*/ 552494 w 2119472"/>
              <a:gd name="connsiteY181" fmla="*/ 697512 h 777388"/>
              <a:gd name="connsiteX182" fmla="*/ 522924 w 2119472"/>
              <a:gd name="connsiteY182" fmla="*/ 691893 h 777388"/>
              <a:gd name="connsiteX183" fmla="*/ 494097 w 2119472"/>
              <a:gd name="connsiteY183" fmla="*/ 686012 h 777388"/>
              <a:gd name="connsiteX184" fmla="*/ 465613 w 2119472"/>
              <a:gd name="connsiteY184" fmla="*/ 679736 h 777388"/>
              <a:gd name="connsiteX185" fmla="*/ 437128 w 2119472"/>
              <a:gd name="connsiteY185" fmla="*/ 673460 h 777388"/>
              <a:gd name="connsiteX186" fmla="*/ 409330 w 2119472"/>
              <a:gd name="connsiteY186" fmla="*/ 666395 h 777388"/>
              <a:gd name="connsiteX187" fmla="*/ 381929 w 2119472"/>
              <a:gd name="connsiteY187" fmla="*/ 659463 h 777388"/>
              <a:gd name="connsiteX188" fmla="*/ 355233 w 2119472"/>
              <a:gd name="connsiteY188" fmla="*/ 651918 h 777388"/>
              <a:gd name="connsiteX189" fmla="*/ 328517 w 2119472"/>
              <a:gd name="connsiteY189" fmla="*/ 644196 h 777388"/>
              <a:gd name="connsiteX190" fmla="*/ 304068 w 2119472"/>
              <a:gd name="connsiteY190" fmla="*/ 636044 h 777388"/>
              <a:gd name="connsiteX191" fmla="*/ 280382 w 2119472"/>
              <a:gd name="connsiteY191" fmla="*/ 627806 h 777388"/>
              <a:gd name="connsiteX192" fmla="*/ 256636 w 2119472"/>
              <a:gd name="connsiteY192" fmla="*/ 619040 h 777388"/>
              <a:gd name="connsiteX193" fmla="*/ 234377 w 2119472"/>
              <a:gd name="connsiteY193" fmla="*/ 609752 h 777388"/>
              <a:gd name="connsiteX194" fmla="*/ 212095 w 2119472"/>
              <a:gd name="connsiteY194" fmla="*/ 600288 h 777388"/>
              <a:gd name="connsiteX195" fmla="*/ 190940 w 2119472"/>
              <a:gd name="connsiteY195" fmla="*/ 590519 h 777388"/>
              <a:gd name="connsiteX196" fmla="*/ 171251 w 2119472"/>
              <a:gd name="connsiteY196" fmla="*/ 580052 h 777388"/>
              <a:gd name="connsiteX197" fmla="*/ 151922 w 2119472"/>
              <a:gd name="connsiteY197" fmla="*/ 569367 h 777388"/>
              <a:gd name="connsiteX198" fmla="*/ 133334 w 2119472"/>
              <a:gd name="connsiteY198" fmla="*/ 558421 h 777388"/>
              <a:gd name="connsiteX199" fmla="*/ 124602 w 2119472"/>
              <a:gd name="connsiteY199" fmla="*/ 552796 h 777388"/>
              <a:gd name="connsiteX200" fmla="*/ 116615 w 2119472"/>
              <a:gd name="connsiteY200" fmla="*/ 546910 h 777388"/>
              <a:gd name="connsiteX201" fmla="*/ 108247 w 2119472"/>
              <a:gd name="connsiteY201" fmla="*/ 541066 h 777388"/>
              <a:gd name="connsiteX202" fmla="*/ 100638 w 2119472"/>
              <a:gd name="connsiteY202" fmla="*/ 535137 h 777388"/>
              <a:gd name="connsiteX203" fmla="*/ 92630 w 2119472"/>
              <a:gd name="connsiteY203" fmla="*/ 529075 h 777388"/>
              <a:gd name="connsiteX204" fmla="*/ 85386 w 2119472"/>
              <a:gd name="connsiteY204" fmla="*/ 522927 h 777388"/>
              <a:gd name="connsiteX205" fmla="*/ 78120 w 2119472"/>
              <a:gd name="connsiteY205" fmla="*/ 516604 h 777388"/>
              <a:gd name="connsiteX206" fmla="*/ 71255 w 2119472"/>
              <a:gd name="connsiteY206" fmla="*/ 510414 h 777388"/>
              <a:gd name="connsiteX207" fmla="*/ 65114 w 2119472"/>
              <a:gd name="connsiteY207" fmla="*/ 503787 h 777388"/>
              <a:gd name="connsiteX208" fmla="*/ 58993 w 2119472"/>
              <a:gd name="connsiteY208" fmla="*/ 497336 h 777388"/>
              <a:gd name="connsiteX209" fmla="*/ 53231 w 2119472"/>
              <a:gd name="connsiteY209" fmla="*/ 490667 h 777388"/>
              <a:gd name="connsiteX210" fmla="*/ 47070 w 2119472"/>
              <a:gd name="connsiteY210" fmla="*/ 483864 h 777388"/>
              <a:gd name="connsiteX211" fmla="*/ 42053 w 2119472"/>
              <a:gd name="connsiteY211" fmla="*/ 476932 h 777388"/>
              <a:gd name="connsiteX212" fmla="*/ 37034 w 2119472"/>
              <a:gd name="connsiteY212" fmla="*/ 470002 h 777388"/>
              <a:gd name="connsiteX213" fmla="*/ 27722 w 2119472"/>
              <a:gd name="connsiteY213" fmla="*/ 455702 h 777388"/>
              <a:gd name="connsiteX214" fmla="*/ 24209 w 2119472"/>
              <a:gd name="connsiteY214" fmla="*/ 448426 h 777388"/>
              <a:gd name="connsiteX215" fmla="*/ 20296 w 2119472"/>
              <a:gd name="connsiteY215" fmla="*/ 441015 h 777388"/>
              <a:gd name="connsiteX216" fmla="*/ 16383 w 2119472"/>
              <a:gd name="connsiteY216" fmla="*/ 433605 h 777388"/>
              <a:gd name="connsiteX217" fmla="*/ 13592 w 2119472"/>
              <a:gd name="connsiteY217" fmla="*/ 425891 h 777388"/>
              <a:gd name="connsiteX218" fmla="*/ 10443 w 2119472"/>
              <a:gd name="connsiteY218" fmla="*/ 418395 h 777388"/>
              <a:gd name="connsiteX219" fmla="*/ 7652 w 2119472"/>
              <a:gd name="connsiteY219" fmla="*/ 410680 h 777388"/>
              <a:gd name="connsiteX220" fmla="*/ 5264 w 2119472"/>
              <a:gd name="connsiteY220" fmla="*/ 403100 h 777388"/>
              <a:gd name="connsiteX221" fmla="*/ 3617 w 2119472"/>
              <a:gd name="connsiteY221" fmla="*/ 395259 h 777388"/>
              <a:gd name="connsiteX222" fmla="*/ 1990 w 2119472"/>
              <a:gd name="connsiteY222" fmla="*/ 387593 h 777388"/>
              <a:gd name="connsiteX223" fmla="*/ 725 w 2119472"/>
              <a:gd name="connsiteY223" fmla="*/ 379708 h 777388"/>
              <a:gd name="connsiteX224" fmla="*/ 242 w 2119472"/>
              <a:gd name="connsiteY224" fmla="*/ 371915 h 777388"/>
              <a:gd name="connsiteX225" fmla="*/ 120 w 2119472"/>
              <a:gd name="connsiteY225" fmla="*/ 363903 h 777388"/>
              <a:gd name="connsiteX226" fmla="*/ 0 w 2119472"/>
              <a:gd name="connsiteY226" fmla="*/ 355892 h 777388"/>
              <a:gd name="connsiteX227" fmla="*/ 278 w 2119472"/>
              <a:gd name="connsiteY227" fmla="*/ 348013 h 777388"/>
              <a:gd name="connsiteX228" fmla="*/ 1341 w 2119472"/>
              <a:gd name="connsiteY228" fmla="*/ 340226 h 777388"/>
              <a:gd name="connsiteX229" fmla="*/ 2361 w 2119472"/>
              <a:gd name="connsiteY229" fmla="*/ 332087 h 777388"/>
              <a:gd name="connsiteX230" fmla="*/ 4185 w 2119472"/>
              <a:gd name="connsiteY230" fmla="*/ 324215 h 777388"/>
              <a:gd name="connsiteX231" fmla="*/ 6770 w 2119472"/>
              <a:gd name="connsiteY231" fmla="*/ 316258 h 777388"/>
              <a:gd name="connsiteX232" fmla="*/ 9336 w 2119472"/>
              <a:gd name="connsiteY232" fmla="*/ 308125 h 777388"/>
              <a:gd name="connsiteX233" fmla="*/ 12686 w 2119472"/>
              <a:gd name="connsiteY233" fmla="*/ 300083 h 777388"/>
              <a:gd name="connsiteX234" fmla="*/ 16434 w 2119472"/>
              <a:gd name="connsiteY234" fmla="*/ 292174 h 777388"/>
              <a:gd name="connsiteX235" fmla="*/ 20545 w 2119472"/>
              <a:gd name="connsiteY235" fmla="*/ 284047 h 777388"/>
              <a:gd name="connsiteX236" fmla="*/ 25074 w 2119472"/>
              <a:gd name="connsiteY236" fmla="*/ 276230 h 777388"/>
              <a:gd name="connsiteX237" fmla="*/ 30350 w 2119472"/>
              <a:gd name="connsiteY237" fmla="*/ 268152 h 777388"/>
              <a:gd name="connsiteX238" fmla="*/ 36043 w 2119472"/>
              <a:gd name="connsiteY238" fmla="*/ 260383 h 777388"/>
              <a:gd name="connsiteX239" fmla="*/ 42098 w 2119472"/>
              <a:gd name="connsiteY239" fmla="*/ 252396 h 777388"/>
              <a:gd name="connsiteX240" fmla="*/ 49338 w 2119472"/>
              <a:gd name="connsiteY240" fmla="*/ 244634 h 777388"/>
              <a:gd name="connsiteX241" fmla="*/ 56574 w 2119472"/>
              <a:gd name="connsiteY241" fmla="*/ 236871 h 777388"/>
              <a:gd name="connsiteX242" fmla="*/ 64176 w 2119472"/>
              <a:gd name="connsiteY242" fmla="*/ 228891 h 777388"/>
              <a:gd name="connsiteX243" fmla="*/ 72958 w 2119472"/>
              <a:gd name="connsiteY243" fmla="*/ 221134 h 777388"/>
              <a:gd name="connsiteX244" fmla="*/ 81799 w 2119472"/>
              <a:gd name="connsiteY244" fmla="*/ 213906 h 777388"/>
              <a:gd name="connsiteX245" fmla="*/ 91021 w 2119472"/>
              <a:gd name="connsiteY245" fmla="*/ 206636 h 777388"/>
              <a:gd name="connsiteX246" fmla="*/ 100626 w 2119472"/>
              <a:gd name="connsiteY246" fmla="*/ 199323 h 777388"/>
              <a:gd name="connsiteX247" fmla="*/ 110288 w 2119472"/>
              <a:gd name="connsiteY247" fmla="*/ 192538 h 777388"/>
              <a:gd name="connsiteX248" fmla="*/ 120311 w 2119472"/>
              <a:gd name="connsiteY248" fmla="*/ 185536 h 777388"/>
              <a:gd name="connsiteX249" fmla="*/ 130376 w 2119472"/>
              <a:gd name="connsiteY249" fmla="*/ 178885 h 777388"/>
              <a:gd name="connsiteX250" fmla="*/ 141584 w 2119472"/>
              <a:gd name="connsiteY250" fmla="*/ 172106 h 777388"/>
              <a:gd name="connsiteX251" fmla="*/ 152427 w 2119472"/>
              <a:gd name="connsiteY251" fmla="*/ 165547 h 777388"/>
              <a:gd name="connsiteX252" fmla="*/ 163674 w 2119472"/>
              <a:gd name="connsiteY252" fmla="*/ 159121 h 777388"/>
              <a:gd name="connsiteX253" fmla="*/ 175341 w 2119472"/>
              <a:gd name="connsiteY253" fmla="*/ 153006 h 777388"/>
              <a:gd name="connsiteX254" fmla="*/ 186988 w 2119472"/>
              <a:gd name="connsiteY254" fmla="*/ 146713 h 777388"/>
              <a:gd name="connsiteX255" fmla="*/ 199075 w 2119472"/>
              <a:gd name="connsiteY255" fmla="*/ 140906 h 777388"/>
              <a:gd name="connsiteX256" fmla="*/ 211144 w 2119472"/>
              <a:gd name="connsiteY256" fmla="*/ 134924 h 777388"/>
              <a:gd name="connsiteX257" fmla="*/ 223649 w 2119472"/>
              <a:gd name="connsiteY257" fmla="*/ 129428 h 777388"/>
              <a:gd name="connsiteX258" fmla="*/ 236520 w 2119472"/>
              <a:gd name="connsiteY258" fmla="*/ 123713 h 777388"/>
              <a:gd name="connsiteX259" fmla="*/ 249789 w 2119472"/>
              <a:gd name="connsiteY259" fmla="*/ 118132 h 777388"/>
              <a:gd name="connsiteX260" fmla="*/ 263099 w 2119472"/>
              <a:gd name="connsiteY260" fmla="*/ 112901 h 777388"/>
              <a:gd name="connsiteX261" fmla="*/ 276408 w 2119472"/>
              <a:gd name="connsiteY261" fmla="*/ 107672 h 777388"/>
              <a:gd name="connsiteX262" fmla="*/ 290480 w 2119472"/>
              <a:gd name="connsiteY262" fmla="*/ 102358 h 777388"/>
              <a:gd name="connsiteX263" fmla="*/ 304188 w 2119472"/>
              <a:gd name="connsiteY263" fmla="*/ 97263 h 777388"/>
              <a:gd name="connsiteX264" fmla="*/ 318320 w 2119472"/>
              <a:gd name="connsiteY264" fmla="*/ 92477 h 777388"/>
              <a:gd name="connsiteX265" fmla="*/ 332470 w 2119472"/>
              <a:gd name="connsiteY265" fmla="*/ 87867 h 777388"/>
              <a:gd name="connsiteX266" fmla="*/ 347001 w 2119472"/>
              <a:gd name="connsiteY266" fmla="*/ 83215 h 777388"/>
              <a:gd name="connsiteX267" fmla="*/ 361551 w 2119472"/>
              <a:gd name="connsiteY267" fmla="*/ 78739 h 777388"/>
              <a:gd name="connsiteX268" fmla="*/ 376103 w 2119472"/>
              <a:gd name="connsiteY268" fmla="*/ 74263 h 777388"/>
              <a:gd name="connsiteX269" fmla="*/ 391457 w 2119472"/>
              <a:gd name="connsiteY269" fmla="*/ 70054 h 777388"/>
              <a:gd name="connsiteX270" fmla="*/ 406064 w 2119472"/>
              <a:gd name="connsiteY270" fmla="*/ 66107 h 777388"/>
              <a:gd name="connsiteX271" fmla="*/ 421437 w 2119472"/>
              <a:gd name="connsiteY271" fmla="*/ 62074 h 777388"/>
              <a:gd name="connsiteX272" fmla="*/ 437172 w 2119472"/>
              <a:gd name="connsiteY272" fmla="*/ 57823 h 777388"/>
              <a:gd name="connsiteX273" fmla="*/ 452602 w 2119472"/>
              <a:gd name="connsiteY273" fmla="*/ 54319 h 777388"/>
              <a:gd name="connsiteX274" fmla="*/ 468395 w 2119472"/>
              <a:gd name="connsiteY274" fmla="*/ 50597 h 777388"/>
              <a:gd name="connsiteX275" fmla="*/ 483444 w 2119472"/>
              <a:gd name="connsiteY275" fmla="*/ 47135 h 777388"/>
              <a:gd name="connsiteX276" fmla="*/ 499657 w 2119472"/>
              <a:gd name="connsiteY276" fmla="*/ 43722 h 777388"/>
              <a:gd name="connsiteX277" fmla="*/ 515509 w 2119472"/>
              <a:gd name="connsiteY277" fmla="*/ 40527 h 777388"/>
              <a:gd name="connsiteX278" fmla="*/ 547251 w 2119472"/>
              <a:gd name="connsiteY278" fmla="*/ 34492 h 777388"/>
              <a:gd name="connsiteX279" fmla="*/ 580195 w 2119472"/>
              <a:gd name="connsiteY279" fmla="*/ 28856 h 777388"/>
              <a:gd name="connsiteX280" fmla="*/ 612417 w 2119472"/>
              <a:gd name="connsiteY280" fmla="*/ 23658 h 777388"/>
              <a:gd name="connsiteX281" fmla="*/ 645097 w 2119472"/>
              <a:gd name="connsiteY281" fmla="*/ 19123 h 777388"/>
              <a:gd name="connsiteX282" fmla="*/ 678199 w 2119472"/>
              <a:gd name="connsiteY282" fmla="*/ 14896 h 777388"/>
              <a:gd name="connsiteX283" fmla="*/ 710980 w 2119472"/>
              <a:gd name="connsiteY283" fmla="*/ 11241 h 777388"/>
              <a:gd name="connsiteX284" fmla="*/ 744220 w 2119472"/>
              <a:gd name="connsiteY284" fmla="*/ 8248 h 777388"/>
              <a:gd name="connsiteX285" fmla="*/ 776717 w 2119472"/>
              <a:gd name="connsiteY285" fmla="*/ 5515 h 777388"/>
              <a:gd name="connsiteX286" fmla="*/ 809291 w 2119472"/>
              <a:gd name="connsiteY286" fmla="*/ 3488 h 777388"/>
              <a:gd name="connsiteX287" fmla="*/ 841907 w 2119472"/>
              <a:gd name="connsiteY287" fmla="*/ 1813 h 777388"/>
              <a:gd name="connsiteX288" fmla="*/ 874198 w 2119472"/>
              <a:gd name="connsiteY288" fmla="*/ 710 h 77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2119472" h="777388">
                <a:moveTo>
                  <a:pt x="906147" y="0"/>
                </a:moveTo>
                <a:lnTo>
                  <a:pt x="937414" y="81"/>
                </a:lnTo>
                <a:lnTo>
                  <a:pt x="968700" y="337"/>
                </a:lnTo>
                <a:lnTo>
                  <a:pt x="999264" y="1031"/>
                </a:lnTo>
                <a:lnTo>
                  <a:pt x="964626" y="1862"/>
                </a:lnTo>
                <a:lnTo>
                  <a:pt x="929305" y="3482"/>
                </a:lnTo>
                <a:lnTo>
                  <a:pt x="894041" y="5630"/>
                </a:lnTo>
                <a:lnTo>
                  <a:pt x="858818" y="8131"/>
                </a:lnTo>
                <a:lnTo>
                  <a:pt x="824013" y="10943"/>
                </a:lnTo>
                <a:lnTo>
                  <a:pt x="788528" y="14542"/>
                </a:lnTo>
                <a:lnTo>
                  <a:pt x="770994" y="16497"/>
                </a:lnTo>
                <a:lnTo>
                  <a:pt x="753482" y="18628"/>
                </a:lnTo>
                <a:lnTo>
                  <a:pt x="735626" y="21155"/>
                </a:lnTo>
                <a:lnTo>
                  <a:pt x="718132" y="23463"/>
                </a:lnTo>
                <a:lnTo>
                  <a:pt x="700656" y="25946"/>
                </a:lnTo>
                <a:lnTo>
                  <a:pt x="683223" y="28781"/>
                </a:lnTo>
                <a:lnTo>
                  <a:pt x="665767" y="31441"/>
                </a:lnTo>
                <a:lnTo>
                  <a:pt x="648371" y="34629"/>
                </a:lnTo>
                <a:lnTo>
                  <a:pt x="630955" y="37642"/>
                </a:lnTo>
                <a:lnTo>
                  <a:pt x="614342" y="40921"/>
                </a:lnTo>
                <a:lnTo>
                  <a:pt x="596966" y="44285"/>
                </a:lnTo>
                <a:lnTo>
                  <a:pt x="580011" y="47959"/>
                </a:lnTo>
                <a:lnTo>
                  <a:pt x="563054" y="51633"/>
                </a:lnTo>
                <a:lnTo>
                  <a:pt x="546120" y="55483"/>
                </a:lnTo>
                <a:lnTo>
                  <a:pt x="529203" y="59510"/>
                </a:lnTo>
                <a:lnTo>
                  <a:pt x="513068" y="63627"/>
                </a:lnTo>
                <a:lnTo>
                  <a:pt x="496591" y="68140"/>
                </a:lnTo>
                <a:lnTo>
                  <a:pt x="480096" y="72476"/>
                </a:lnTo>
                <a:lnTo>
                  <a:pt x="463638" y="77164"/>
                </a:lnTo>
                <a:lnTo>
                  <a:pt x="447964" y="81944"/>
                </a:lnTo>
                <a:lnTo>
                  <a:pt x="433757" y="86024"/>
                </a:lnTo>
                <a:lnTo>
                  <a:pt x="419606" y="90635"/>
                </a:lnTo>
                <a:lnTo>
                  <a:pt x="405836" y="95202"/>
                </a:lnTo>
                <a:lnTo>
                  <a:pt x="392449" y="99727"/>
                </a:lnTo>
                <a:lnTo>
                  <a:pt x="378719" y="104647"/>
                </a:lnTo>
                <a:lnTo>
                  <a:pt x="364988" y="109565"/>
                </a:lnTo>
                <a:lnTo>
                  <a:pt x="351299" y="114837"/>
                </a:lnTo>
                <a:lnTo>
                  <a:pt x="338371" y="120024"/>
                </a:lnTo>
                <a:lnTo>
                  <a:pt x="325826" y="125168"/>
                </a:lnTo>
                <a:lnTo>
                  <a:pt x="312936" y="130707"/>
                </a:lnTo>
                <a:lnTo>
                  <a:pt x="300428" y="136203"/>
                </a:lnTo>
                <a:lnTo>
                  <a:pt x="287579" y="142095"/>
                </a:lnTo>
                <a:lnTo>
                  <a:pt x="275874" y="147859"/>
                </a:lnTo>
                <a:lnTo>
                  <a:pt x="264167" y="153623"/>
                </a:lnTo>
                <a:lnTo>
                  <a:pt x="252501" y="159738"/>
                </a:lnTo>
                <a:lnTo>
                  <a:pt x="241214" y="165813"/>
                </a:lnTo>
                <a:lnTo>
                  <a:pt x="230329" y="172020"/>
                </a:lnTo>
                <a:lnTo>
                  <a:pt x="219846" y="178361"/>
                </a:lnTo>
                <a:lnTo>
                  <a:pt x="209742" y="184659"/>
                </a:lnTo>
                <a:lnTo>
                  <a:pt x="199660" y="191134"/>
                </a:lnTo>
                <a:lnTo>
                  <a:pt x="190377" y="197876"/>
                </a:lnTo>
                <a:lnTo>
                  <a:pt x="181096" y="204617"/>
                </a:lnTo>
                <a:lnTo>
                  <a:pt x="172195" y="211317"/>
                </a:lnTo>
                <a:lnTo>
                  <a:pt x="163716" y="218325"/>
                </a:lnTo>
                <a:lnTo>
                  <a:pt x="156000" y="225250"/>
                </a:lnTo>
                <a:lnTo>
                  <a:pt x="148682" y="232308"/>
                </a:lnTo>
                <a:lnTo>
                  <a:pt x="141764" y="239500"/>
                </a:lnTo>
                <a:lnTo>
                  <a:pt x="135231" y="246648"/>
                </a:lnTo>
                <a:lnTo>
                  <a:pt x="129478" y="253889"/>
                </a:lnTo>
                <a:lnTo>
                  <a:pt x="123745" y="261305"/>
                </a:lnTo>
                <a:lnTo>
                  <a:pt x="118773" y="268636"/>
                </a:lnTo>
                <a:lnTo>
                  <a:pt x="114583" y="276058"/>
                </a:lnTo>
                <a:lnTo>
                  <a:pt x="110494" y="284361"/>
                </a:lnTo>
                <a:lnTo>
                  <a:pt x="107164" y="292580"/>
                </a:lnTo>
                <a:lnTo>
                  <a:pt x="104578" y="300536"/>
                </a:lnTo>
                <a:lnTo>
                  <a:pt x="102413" y="308803"/>
                </a:lnTo>
                <a:lnTo>
                  <a:pt x="101393" y="316943"/>
                </a:lnTo>
                <a:lnTo>
                  <a:pt x="100732" y="324864"/>
                </a:lnTo>
                <a:lnTo>
                  <a:pt x="100873" y="333051"/>
                </a:lnTo>
                <a:lnTo>
                  <a:pt x="101737" y="340801"/>
                </a:lnTo>
                <a:lnTo>
                  <a:pt x="102621" y="348728"/>
                </a:lnTo>
                <a:lnTo>
                  <a:pt x="103906" y="356788"/>
                </a:lnTo>
                <a:lnTo>
                  <a:pt x="105912" y="364412"/>
                </a:lnTo>
                <a:lnTo>
                  <a:pt x="107961" y="372387"/>
                </a:lnTo>
                <a:lnTo>
                  <a:pt x="111130" y="380059"/>
                </a:lnTo>
                <a:lnTo>
                  <a:pt x="113901" y="387598"/>
                </a:lnTo>
                <a:lnTo>
                  <a:pt x="120605" y="402723"/>
                </a:lnTo>
                <a:lnTo>
                  <a:pt x="124479" y="409781"/>
                </a:lnTo>
                <a:lnTo>
                  <a:pt x="128351" y="416839"/>
                </a:lnTo>
                <a:lnTo>
                  <a:pt x="132648" y="424206"/>
                </a:lnTo>
                <a:lnTo>
                  <a:pt x="137244" y="430828"/>
                </a:lnTo>
                <a:lnTo>
                  <a:pt x="142645" y="437716"/>
                </a:lnTo>
                <a:lnTo>
                  <a:pt x="148043" y="444604"/>
                </a:lnTo>
                <a:lnTo>
                  <a:pt x="153803" y="451274"/>
                </a:lnTo>
                <a:lnTo>
                  <a:pt x="160308" y="457682"/>
                </a:lnTo>
                <a:lnTo>
                  <a:pt x="166447" y="464310"/>
                </a:lnTo>
                <a:lnTo>
                  <a:pt x="173312" y="470500"/>
                </a:lnTo>
                <a:lnTo>
                  <a:pt x="180596" y="477000"/>
                </a:lnTo>
                <a:lnTo>
                  <a:pt x="188225" y="483104"/>
                </a:lnTo>
                <a:lnTo>
                  <a:pt x="195832" y="489033"/>
                </a:lnTo>
                <a:lnTo>
                  <a:pt x="204220" y="495053"/>
                </a:lnTo>
                <a:lnTo>
                  <a:pt x="212952" y="500677"/>
                </a:lnTo>
                <a:lnTo>
                  <a:pt x="221701" y="506479"/>
                </a:lnTo>
                <a:lnTo>
                  <a:pt x="231579" y="511977"/>
                </a:lnTo>
                <a:lnTo>
                  <a:pt x="240689" y="517559"/>
                </a:lnTo>
                <a:lnTo>
                  <a:pt x="250925" y="522838"/>
                </a:lnTo>
                <a:lnTo>
                  <a:pt x="261121" y="527764"/>
                </a:lnTo>
                <a:lnTo>
                  <a:pt x="271358" y="533043"/>
                </a:lnTo>
                <a:lnTo>
                  <a:pt x="281937" y="537927"/>
                </a:lnTo>
                <a:lnTo>
                  <a:pt x="292895" y="542769"/>
                </a:lnTo>
                <a:lnTo>
                  <a:pt x="304215" y="547392"/>
                </a:lnTo>
                <a:lnTo>
                  <a:pt x="315898" y="551797"/>
                </a:lnTo>
                <a:lnTo>
                  <a:pt x="327198" y="556243"/>
                </a:lnTo>
                <a:lnTo>
                  <a:pt x="350926" y="564832"/>
                </a:lnTo>
                <a:lnTo>
                  <a:pt x="375736" y="572767"/>
                </a:lnTo>
                <a:lnTo>
                  <a:pt x="401287" y="580440"/>
                </a:lnTo>
                <a:lnTo>
                  <a:pt x="427543" y="587499"/>
                </a:lnTo>
                <a:lnTo>
                  <a:pt x="454162" y="594339"/>
                </a:lnTo>
                <a:lnTo>
                  <a:pt x="481504" y="600742"/>
                </a:lnTo>
                <a:lnTo>
                  <a:pt x="509186" y="606751"/>
                </a:lnTo>
                <a:lnTo>
                  <a:pt x="536850" y="612583"/>
                </a:lnTo>
                <a:lnTo>
                  <a:pt x="565216" y="617803"/>
                </a:lnTo>
                <a:lnTo>
                  <a:pt x="594345" y="622936"/>
                </a:lnTo>
                <a:lnTo>
                  <a:pt x="623033" y="627585"/>
                </a:lnTo>
                <a:lnTo>
                  <a:pt x="654849" y="632598"/>
                </a:lnTo>
                <a:lnTo>
                  <a:pt x="687408" y="637349"/>
                </a:lnTo>
                <a:lnTo>
                  <a:pt x="720289" y="641529"/>
                </a:lnTo>
                <a:lnTo>
                  <a:pt x="752410" y="645794"/>
                </a:lnTo>
                <a:lnTo>
                  <a:pt x="785993" y="649361"/>
                </a:lnTo>
                <a:lnTo>
                  <a:pt x="819218" y="653147"/>
                </a:lnTo>
                <a:lnTo>
                  <a:pt x="852401" y="656580"/>
                </a:lnTo>
                <a:lnTo>
                  <a:pt x="885927" y="659619"/>
                </a:lnTo>
                <a:lnTo>
                  <a:pt x="919835" y="662616"/>
                </a:lnTo>
                <a:lnTo>
                  <a:pt x="953302" y="665125"/>
                </a:lnTo>
                <a:lnTo>
                  <a:pt x="987530" y="667551"/>
                </a:lnTo>
                <a:lnTo>
                  <a:pt x="1021760" y="669976"/>
                </a:lnTo>
                <a:lnTo>
                  <a:pt x="1055930" y="671872"/>
                </a:lnTo>
                <a:lnTo>
                  <a:pt x="1090501" y="673903"/>
                </a:lnTo>
                <a:lnTo>
                  <a:pt x="1125013" y="675404"/>
                </a:lnTo>
                <a:lnTo>
                  <a:pt x="1159566" y="677259"/>
                </a:lnTo>
                <a:lnTo>
                  <a:pt x="1194803" y="678323"/>
                </a:lnTo>
                <a:lnTo>
                  <a:pt x="1229293" y="679649"/>
                </a:lnTo>
                <a:lnTo>
                  <a:pt x="1299364" y="681644"/>
                </a:lnTo>
                <a:lnTo>
                  <a:pt x="1369776" y="683245"/>
                </a:lnTo>
                <a:lnTo>
                  <a:pt x="1440108" y="684141"/>
                </a:lnTo>
                <a:lnTo>
                  <a:pt x="1510442" y="685036"/>
                </a:lnTo>
                <a:lnTo>
                  <a:pt x="1581096" y="685362"/>
                </a:lnTo>
                <a:lnTo>
                  <a:pt x="1652094" y="685292"/>
                </a:lnTo>
                <a:lnTo>
                  <a:pt x="1722730" y="685441"/>
                </a:lnTo>
                <a:lnTo>
                  <a:pt x="1795632" y="685159"/>
                </a:lnTo>
                <a:lnTo>
                  <a:pt x="1868535" y="684877"/>
                </a:lnTo>
                <a:lnTo>
                  <a:pt x="1941419" y="684418"/>
                </a:lnTo>
                <a:lnTo>
                  <a:pt x="2014665" y="683741"/>
                </a:lnTo>
                <a:lnTo>
                  <a:pt x="2087127" y="682973"/>
                </a:lnTo>
                <a:lnTo>
                  <a:pt x="2119471" y="682440"/>
                </a:lnTo>
                <a:lnTo>
                  <a:pt x="2119472" y="775873"/>
                </a:lnTo>
                <a:lnTo>
                  <a:pt x="2117144" y="776433"/>
                </a:lnTo>
                <a:lnTo>
                  <a:pt x="2065949" y="776823"/>
                </a:lnTo>
                <a:lnTo>
                  <a:pt x="1993064" y="777282"/>
                </a:lnTo>
                <a:lnTo>
                  <a:pt x="1920143" y="777388"/>
                </a:lnTo>
                <a:lnTo>
                  <a:pt x="1847961" y="777233"/>
                </a:lnTo>
                <a:lnTo>
                  <a:pt x="1775383" y="776944"/>
                </a:lnTo>
                <a:lnTo>
                  <a:pt x="1703162" y="776437"/>
                </a:lnTo>
                <a:lnTo>
                  <a:pt x="1631304" y="775711"/>
                </a:lnTo>
                <a:lnTo>
                  <a:pt x="1559407" y="774633"/>
                </a:lnTo>
                <a:lnTo>
                  <a:pt x="1487490" y="773378"/>
                </a:lnTo>
                <a:lnTo>
                  <a:pt x="1415916" y="771729"/>
                </a:lnTo>
                <a:lnTo>
                  <a:pt x="1344322" y="769904"/>
                </a:lnTo>
                <a:lnTo>
                  <a:pt x="1309487" y="768972"/>
                </a:lnTo>
                <a:lnTo>
                  <a:pt x="1274233" y="767731"/>
                </a:lnTo>
                <a:lnTo>
                  <a:pt x="1239340" y="766272"/>
                </a:lnTo>
                <a:lnTo>
                  <a:pt x="1204808" y="764594"/>
                </a:lnTo>
                <a:lnTo>
                  <a:pt x="1170296" y="763092"/>
                </a:lnTo>
                <a:lnTo>
                  <a:pt x="1135741" y="761238"/>
                </a:lnTo>
                <a:lnTo>
                  <a:pt x="1101553" y="759165"/>
                </a:lnTo>
                <a:lnTo>
                  <a:pt x="1067343" y="756916"/>
                </a:lnTo>
                <a:lnTo>
                  <a:pt x="1033133" y="754668"/>
                </a:lnTo>
                <a:lnTo>
                  <a:pt x="998885" y="752066"/>
                </a:lnTo>
                <a:lnTo>
                  <a:pt x="965016" y="749422"/>
                </a:lnTo>
                <a:lnTo>
                  <a:pt x="931109" y="746426"/>
                </a:lnTo>
                <a:lnTo>
                  <a:pt x="897584" y="743388"/>
                </a:lnTo>
                <a:lnTo>
                  <a:pt x="864018" y="739997"/>
                </a:lnTo>
                <a:lnTo>
                  <a:pt x="830835" y="736564"/>
                </a:lnTo>
                <a:lnTo>
                  <a:pt x="797630" y="732955"/>
                </a:lnTo>
                <a:lnTo>
                  <a:pt x="766332" y="729133"/>
                </a:lnTo>
                <a:lnTo>
                  <a:pt x="735053" y="725486"/>
                </a:lnTo>
                <a:lnTo>
                  <a:pt x="704500" y="721403"/>
                </a:lnTo>
                <a:lnTo>
                  <a:pt x="673544" y="717186"/>
                </a:lnTo>
                <a:lnTo>
                  <a:pt x="642547" y="712617"/>
                </a:lnTo>
                <a:lnTo>
                  <a:pt x="612294" y="707787"/>
                </a:lnTo>
                <a:lnTo>
                  <a:pt x="582403" y="702738"/>
                </a:lnTo>
                <a:lnTo>
                  <a:pt x="552494" y="697512"/>
                </a:lnTo>
                <a:lnTo>
                  <a:pt x="522924" y="691893"/>
                </a:lnTo>
                <a:lnTo>
                  <a:pt x="494097" y="686012"/>
                </a:lnTo>
                <a:lnTo>
                  <a:pt x="465613" y="679736"/>
                </a:lnTo>
                <a:lnTo>
                  <a:pt x="437128" y="673460"/>
                </a:lnTo>
                <a:lnTo>
                  <a:pt x="409330" y="666395"/>
                </a:lnTo>
                <a:lnTo>
                  <a:pt x="381929" y="659463"/>
                </a:lnTo>
                <a:lnTo>
                  <a:pt x="355233" y="651918"/>
                </a:lnTo>
                <a:lnTo>
                  <a:pt x="328517" y="644196"/>
                </a:lnTo>
                <a:lnTo>
                  <a:pt x="304068" y="636044"/>
                </a:lnTo>
                <a:lnTo>
                  <a:pt x="280382" y="627806"/>
                </a:lnTo>
                <a:lnTo>
                  <a:pt x="256636" y="619040"/>
                </a:lnTo>
                <a:lnTo>
                  <a:pt x="234377" y="609752"/>
                </a:lnTo>
                <a:lnTo>
                  <a:pt x="212095" y="600288"/>
                </a:lnTo>
                <a:lnTo>
                  <a:pt x="190940" y="590519"/>
                </a:lnTo>
                <a:lnTo>
                  <a:pt x="171251" y="580052"/>
                </a:lnTo>
                <a:lnTo>
                  <a:pt x="151922" y="569367"/>
                </a:lnTo>
                <a:lnTo>
                  <a:pt x="133334" y="558421"/>
                </a:lnTo>
                <a:lnTo>
                  <a:pt x="124602" y="552796"/>
                </a:lnTo>
                <a:lnTo>
                  <a:pt x="116615" y="546910"/>
                </a:lnTo>
                <a:lnTo>
                  <a:pt x="108247" y="541066"/>
                </a:lnTo>
                <a:lnTo>
                  <a:pt x="100638" y="535137"/>
                </a:lnTo>
                <a:lnTo>
                  <a:pt x="92630" y="529075"/>
                </a:lnTo>
                <a:lnTo>
                  <a:pt x="85386" y="522927"/>
                </a:lnTo>
                <a:lnTo>
                  <a:pt x="78120" y="516604"/>
                </a:lnTo>
                <a:lnTo>
                  <a:pt x="71255" y="510414"/>
                </a:lnTo>
                <a:lnTo>
                  <a:pt x="65114" y="503787"/>
                </a:lnTo>
                <a:lnTo>
                  <a:pt x="58993" y="497336"/>
                </a:lnTo>
                <a:lnTo>
                  <a:pt x="53231" y="490667"/>
                </a:lnTo>
                <a:lnTo>
                  <a:pt x="47070" y="483864"/>
                </a:lnTo>
                <a:lnTo>
                  <a:pt x="42053" y="476932"/>
                </a:lnTo>
                <a:lnTo>
                  <a:pt x="37034" y="470002"/>
                </a:lnTo>
                <a:lnTo>
                  <a:pt x="27722" y="455702"/>
                </a:lnTo>
                <a:lnTo>
                  <a:pt x="24209" y="448426"/>
                </a:lnTo>
                <a:lnTo>
                  <a:pt x="20296" y="441015"/>
                </a:lnTo>
                <a:lnTo>
                  <a:pt x="16383" y="433605"/>
                </a:lnTo>
                <a:lnTo>
                  <a:pt x="13592" y="425891"/>
                </a:lnTo>
                <a:lnTo>
                  <a:pt x="10443" y="418395"/>
                </a:lnTo>
                <a:lnTo>
                  <a:pt x="7652" y="410680"/>
                </a:lnTo>
                <a:lnTo>
                  <a:pt x="5264" y="403100"/>
                </a:lnTo>
                <a:lnTo>
                  <a:pt x="3617" y="395259"/>
                </a:lnTo>
                <a:lnTo>
                  <a:pt x="1990" y="387593"/>
                </a:lnTo>
                <a:lnTo>
                  <a:pt x="725" y="379708"/>
                </a:lnTo>
                <a:lnTo>
                  <a:pt x="242" y="371915"/>
                </a:lnTo>
                <a:lnTo>
                  <a:pt x="120" y="363903"/>
                </a:lnTo>
                <a:lnTo>
                  <a:pt x="0" y="355892"/>
                </a:lnTo>
                <a:lnTo>
                  <a:pt x="278" y="348013"/>
                </a:lnTo>
                <a:lnTo>
                  <a:pt x="1341" y="340226"/>
                </a:lnTo>
                <a:lnTo>
                  <a:pt x="2361" y="332087"/>
                </a:lnTo>
                <a:lnTo>
                  <a:pt x="4185" y="324215"/>
                </a:lnTo>
                <a:lnTo>
                  <a:pt x="6770" y="316258"/>
                </a:lnTo>
                <a:lnTo>
                  <a:pt x="9336" y="308125"/>
                </a:lnTo>
                <a:lnTo>
                  <a:pt x="12686" y="300083"/>
                </a:lnTo>
                <a:lnTo>
                  <a:pt x="16434" y="292174"/>
                </a:lnTo>
                <a:lnTo>
                  <a:pt x="20545" y="284047"/>
                </a:lnTo>
                <a:lnTo>
                  <a:pt x="25074" y="276230"/>
                </a:lnTo>
                <a:lnTo>
                  <a:pt x="30350" y="268152"/>
                </a:lnTo>
                <a:lnTo>
                  <a:pt x="36043" y="260383"/>
                </a:lnTo>
                <a:lnTo>
                  <a:pt x="42098" y="252396"/>
                </a:lnTo>
                <a:lnTo>
                  <a:pt x="49338" y="244634"/>
                </a:lnTo>
                <a:lnTo>
                  <a:pt x="56574" y="236871"/>
                </a:lnTo>
                <a:lnTo>
                  <a:pt x="64176" y="228891"/>
                </a:lnTo>
                <a:lnTo>
                  <a:pt x="72958" y="221134"/>
                </a:lnTo>
                <a:lnTo>
                  <a:pt x="81799" y="213906"/>
                </a:lnTo>
                <a:lnTo>
                  <a:pt x="91021" y="206636"/>
                </a:lnTo>
                <a:lnTo>
                  <a:pt x="100626" y="199323"/>
                </a:lnTo>
                <a:lnTo>
                  <a:pt x="110288" y="192538"/>
                </a:lnTo>
                <a:lnTo>
                  <a:pt x="120311" y="185536"/>
                </a:lnTo>
                <a:lnTo>
                  <a:pt x="130376" y="178885"/>
                </a:lnTo>
                <a:lnTo>
                  <a:pt x="141584" y="172106"/>
                </a:lnTo>
                <a:lnTo>
                  <a:pt x="152427" y="165547"/>
                </a:lnTo>
                <a:lnTo>
                  <a:pt x="163674" y="159121"/>
                </a:lnTo>
                <a:lnTo>
                  <a:pt x="175341" y="153006"/>
                </a:lnTo>
                <a:lnTo>
                  <a:pt x="186988" y="146713"/>
                </a:lnTo>
                <a:lnTo>
                  <a:pt x="199075" y="140906"/>
                </a:lnTo>
                <a:lnTo>
                  <a:pt x="211144" y="134924"/>
                </a:lnTo>
                <a:lnTo>
                  <a:pt x="223649" y="129428"/>
                </a:lnTo>
                <a:lnTo>
                  <a:pt x="236520" y="123713"/>
                </a:lnTo>
                <a:lnTo>
                  <a:pt x="249789" y="118132"/>
                </a:lnTo>
                <a:lnTo>
                  <a:pt x="263099" y="112901"/>
                </a:lnTo>
                <a:lnTo>
                  <a:pt x="276408" y="107672"/>
                </a:lnTo>
                <a:lnTo>
                  <a:pt x="290480" y="102358"/>
                </a:lnTo>
                <a:lnTo>
                  <a:pt x="304188" y="97263"/>
                </a:lnTo>
                <a:lnTo>
                  <a:pt x="318320" y="92477"/>
                </a:lnTo>
                <a:lnTo>
                  <a:pt x="332470" y="87867"/>
                </a:lnTo>
                <a:lnTo>
                  <a:pt x="347001" y="83215"/>
                </a:lnTo>
                <a:lnTo>
                  <a:pt x="361551" y="78739"/>
                </a:lnTo>
                <a:lnTo>
                  <a:pt x="376103" y="74263"/>
                </a:lnTo>
                <a:lnTo>
                  <a:pt x="391457" y="70054"/>
                </a:lnTo>
                <a:lnTo>
                  <a:pt x="406064" y="66107"/>
                </a:lnTo>
                <a:lnTo>
                  <a:pt x="421437" y="62074"/>
                </a:lnTo>
                <a:lnTo>
                  <a:pt x="437172" y="57823"/>
                </a:lnTo>
                <a:lnTo>
                  <a:pt x="452602" y="54319"/>
                </a:lnTo>
                <a:lnTo>
                  <a:pt x="468395" y="50597"/>
                </a:lnTo>
                <a:lnTo>
                  <a:pt x="483444" y="47135"/>
                </a:lnTo>
                <a:lnTo>
                  <a:pt x="499657" y="43722"/>
                </a:lnTo>
                <a:lnTo>
                  <a:pt x="515509" y="40527"/>
                </a:lnTo>
                <a:lnTo>
                  <a:pt x="547251" y="34492"/>
                </a:lnTo>
                <a:lnTo>
                  <a:pt x="580195" y="28856"/>
                </a:lnTo>
                <a:lnTo>
                  <a:pt x="612417" y="23658"/>
                </a:lnTo>
                <a:lnTo>
                  <a:pt x="645097" y="19123"/>
                </a:lnTo>
                <a:lnTo>
                  <a:pt x="678199" y="14896"/>
                </a:lnTo>
                <a:lnTo>
                  <a:pt x="710980" y="11241"/>
                </a:lnTo>
                <a:lnTo>
                  <a:pt x="744220" y="8248"/>
                </a:lnTo>
                <a:lnTo>
                  <a:pt x="776717" y="5515"/>
                </a:lnTo>
                <a:lnTo>
                  <a:pt x="809291" y="3488"/>
                </a:lnTo>
                <a:lnTo>
                  <a:pt x="841907" y="1813"/>
                </a:lnTo>
                <a:lnTo>
                  <a:pt x="874198" y="710"/>
                </a:lnTo>
                <a:close/>
              </a:path>
            </a:pathLst>
          </a:custGeom>
          <a:solidFill>
            <a:srgbClr val="9DD9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MH_Other_2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1734479" flipH="1">
            <a:off x="1139086" y="3804813"/>
            <a:ext cx="1562100" cy="1174751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rgbClr val="68C6EA"/>
          </a:solidFill>
          <a:ln>
            <a:noFill/>
          </a:ln>
        </p:spPr>
        <p:txBody>
          <a:bodyPr lIns="91436" tIns="45718" rIns="91436" bIns="4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MH_Text_1"/>
          <p:cNvSpPr/>
          <p:nvPr>
            <p:custDataLst>
              <p:tags r:id="rId4"/>
            </p:custDataLst>
          </p:nvPr>
        </p:nvSpPr>
        <p:spPr>
          <a:xfrm>
            <a:off x="2166910" y="2571743"/>
            <a:ext cx="3214711" cy="2357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Autofit/>
          </a:bodyPr>
          <a:lstStyle/>
          <a:p>
            <a:pPr indent="457178">
              <a:lnSpc>
                <a:spcPct val="120000"/>
              </a:lnSpc>
            </a:pP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如果希望对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IP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地址、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MAC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地址、路由和网关的设置能够永久生效，就需要修改位于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/etc/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sysconfig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/network-scripts/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目录下的网卡配置文件。每个网卡都有自己单独的配置文件，如图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1-58</a:t>
            </a:r>
            <a:r>
              <a:rPr lang="zh-CN" altLang="en-US" sz="1800" b="1" dirty="0">
                <a:solidFill>
                  <a:schemeClr val="tx2">
                    <a:lumMod val="50000"/>
                  </a:schemeClr>
                </a:solidFill>
              </a:rPr>
              <a:t>所示。</a:t>
            </a:r>
          </a:p>
        </p:txBody>
      </p:sp>
    </p:spTree>
    <p:custDataLst>
      <p:tags r:id="rId1"/>
    </p:custDataLst>
  </p:cSld>
  <p:clrMapOvr>
    <a:masterClrMapping/>
  </p:clrMapOvr>
  <p:transition>
    <p:cover dir="lu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952465" y="1214425"/>
            <a:ext cx="4649027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/>
              <a:t>配置文件中各属性值的含义如表</a:t>
            </a:r>
            <a:r>
              <a:rPr lang="en-US" dirty="0"/>
              <a:t>1-3</a:t>
            </a:r>
            <a:r>
              <a:rPr lang="zh-CN" altLang="en-US" dirty="0"/>
              <a:t>所示。</a:t>
            </a:r>
          </a:p>
        </p:txBody>
      </p:sp>
      <p:sp>
        <p:nvSpPr>
          <p:cNvPr id="8" name="矩形 7"/>
          <p:cNvSpPr/>
          <p:nvPr/>
        </p:nvSpPr>
        <p:spPr>
          <a:xfrm>
            <a:off x="4881553" y="1714490"/>
            <a:ext cx="2808779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solidFill>
                  <a:srgbClr val="0066FF"/>
                </a:solidFill>
              </a:rPr>
              <a:t>表</a:t>
            </a:r>
            <a:r>
              <a:rPr lang="en-US" dirty="0">
                <a:solidFill>
                  <a:srgbClr val="0066FF"/>
                </a:solidFill>
              </a:rPr>
              <a:t>1-3  </a:t>
            </a:r>
            <a:r>
              <a:rPr lang="zh-CN" altLang="en-US" dirty="0">
                <a:solidFill>
                  <a:srgbClr val="0066FF"/>
                </a:solidFill>
              </a:rPr>
              <a:t>网卡配置文件含义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809721" y="2285993"/>
          <a:ext cx="9072627" cy="3714778"/>
        </p:xfrm>
        <a:graphic>
          <a:graphicData uri="http://schemas.openxmlformats.org/drawingml/2006/table">
            <a:tbl>
              <a:tblPr/>
              <a:tblGrid>
                <a:gridCol w="1875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5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724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注解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默认值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是否可省略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24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NAME</a:t>
                      </a:r>
                      <a:endParaRPr lang="zh-CN" sz="16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指定网卡名称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不可以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24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HWADDR</a:t>
                      </a:r>
                      <a:endParaRPr lang="zh-CN" sz="16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指定网卡的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MAC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1155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BOOTPROTO</a:t>
                      </a:r>
                      <a:endParaRPr lang="zh-CN" sz="16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指定启动方式</a:t>
                      </a:r>
                    </a:p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static(none)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：表示使用静态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</a:t>
                      </a:r>
                    </a:p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bootp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/</a:t>
                      </a:r>
                      <a:r>
                        <a:rPr lang="en-US" sz="1600" kern="500" dirty="0" err="1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dhcp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：表示通过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BOOTP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或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DHCP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自动获取</a:t>
                      </a: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</a:t>
                      </a: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None</a:t>
                      </a:r>
                      <a:endParaRPr lang="zh-CN" sz="1600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51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ONBOOT</a:t>
                      </a:r>
                      <a:endParaRPr lang="zh-CN" sz="16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指定在启动</a:t>
                      </a: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network</a:t>
                      </a:r>
                      <a:r>
                        <a:rPr lang="zh-CN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服务时，是否启用该网卡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6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Yes</a:t>
                      </a:r>
                      <a:endParaRPr lang="zh-CN" sz="16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>
    <p:cover dir="lu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238348" y="2084669"/>
          <a:ext cx="8501122" cy="3773226"/>
        </p:xfrm>
        <a:graphic>
          <a:graphicData uri="http://schemas.openxmlformats.org/drawingml/2006/table">
            <a:tbl>
              <a:tblPr/>
              <a:tblGrid>
                <a:gridCol w="1757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0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067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注解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默认值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6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是否可省略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369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BROADCAST</a:t>
                      </a:r>
                      <a:endParaRPr lang="zh-CN" sz="1500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指定广播地址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通过</a:t>
                      </a: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</a:t>
                      </a: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地址和子网掩码自动计算得到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369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IPADDR</a:t>
                      </a:r>
                      <a:endParaRPr lang="zh-CN" sz="15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</a:t>
                      </a: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</a:t>
                      </a: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当</a:t>
                      </a: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BOOTPROTO</a:t>
                      </a:r>
                      <a:b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</a:b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=none</a:t>
                      </a: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时不能省略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369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NETMASK</a:t>
                      </a:r>
                      <a:endParaRPr lang="zh-CN" sz="15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指定子网掩码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当</a:t>
                      </a: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BOOTPROTO</a:t>
                      </a:r>
                      <a:b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</a:b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=static</a:t>
                      </a: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时不能省略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369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NETWORK</a:t>
                      </a:r>
                      <a:endParaRPr lang="zh-CN" sz="15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指定网络地址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通过</a:t>
                      </a: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IP</a:t>
                      </a: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地址和子网掩码自动计算得到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683">
                <a:tc>
                  <a:txBody>
                    <a:bodyPr/>
                    <a:lstStyle/>
                    <a:p>
                      <a:pPr indent="571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GATEWAY</a:t>
                      </a:r>
                      <a:endParaRPr lang="zh-CN" sz="15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指定网关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5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可以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4810116" y="1428738"/>
            <a:ext cx="2808779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solidFill>
                  <a:srgbClr val="0066FF"/>
                </a:solidFill>
              </a:rPr>
              <a:t>表</a:t>
            </a:r>
            <a:r>
              <a:rPr lang="en-US" dirty="0">
                <a:solidFill>
                  <a:srgbClr val="0066FF"/>
                </a:solidFill>
              </a:rPr>
              <a:t>1-3  </a:t>
            </a:r>
            <a:r>
              <a:rPr lang="zh-CN" altLang="en-US" dirty="0">
                <a:solidFill>
                  <a:srgbClr val="0066FF"/>
                </a:solidFill>
              </a:rPr>
              <a:t>网卡配置文件含义</a:t>
            </a:r>
          </a:p>
        </p:txBody>
      </p:sp>
    </p:spTree>
  </p:cSld>
  <p:clrMapOvr>
    <a:masterClrMapping/>
  </p:clrMapOvr>
  <p:transition>
    <p:cover dir="lu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88" y="1071549"/>
            <a:ext cx="275748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1.4.5  </a:t>
            </a:r>
            <a:r>
              <a:rPr lang="zh-CN" altLang="en-US" b="1" dirty="0">
                <a:solidFill>
                  <a:schemeClr val="tx2"/>
                </a:solidFill>
              </a:rPr>
              <a:t>图形界面配置工具</a:t>
            </a:r>
          </a:p>
        </p:txBody>
      </p:sp>
      <p:sp>
        <p:nvSpPr>
          <p:cNvPr id="3" name="矩形 2"/>
          <p:cNvSpPr/>
          <p:nvPr/>
        </p:nvSpPr>
        <p:spPr>
          <a:xfrm>
            <a:off x="1452530" y="1500177"/>
            <a:ext cx="4570479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/>
              <a:t>图形界面配置网络连接的步骤如下所示：</a:t>
            </a:r>
          </a:p>
        </p:txBody>
      </p:sp>
      <p:pic>
        <p:nvPicPr>
          <p:cNvPr id="111618" name="图片 5"/>
          <p:cNvPicPr>
            <a:picLocks noChangeAspect="1" noChangeArrowheads="1"/>
          </p:cNvPicPr>
          <p:nvPr/>
        </p:nvPicPr>
        <p:blipFill>
          <a:blip r:embed="rId4" cstate="print"/>
          <a:srcRect b="31071"/>
          <a:stretch>
            <a:fillRect/>
          </a:stretch>
        </p:blipFill>
        <p:spPr bwMode="auto">
          <a:xfrm>
            <a:off x="1309655" y="2643181"/>
            <a:ext cx="5214975" cy="2524523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2809854" y="5500705"/>
            <a:ext cx="2739845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1-59  </a:t>
            </a:r>
            <a:r>
              <a:rPr lang="zh-CN" altLang="en-US" sz="1500" dirty="0"/>
              <a:t>图形界面配置网络连接</a:t>
            </a:r>
          </a:p>
        </p:txBody>
      </p:sp>
      <p:sp>
        <p:nvSpPr>
          <p:cNvPr id="8" name="矩形 7"/>
          <p:cNvSpPr/>
          <p:nvPr/>
        </p:nvSpPr>
        <p:spPr>
          <a:xfrm>
            <a:off x="1309653" y="2643183"/>
            <a:ext cx="785819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309655" y="4714886"/>
            <a:ext cx="857256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381226" y="4500571"/>
            <a:ext cx="4071967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7524762" y="2500307"/>
            <a:ext cx="3786215" cy="3000396"/>
            <a:chOff x="2030378" y="2571744"/>
            <a:chExt cx="3786214" cy="3000396"/>
          </a:xfrm>
        </p:grpSpPr>
        <p:sp>
          <p:nvSpPr>
            <p:cNvPr id="18" name="MH_Other_1"/>
            <p:cNvSpPr/>
            <p:nvPr>
              <p:custDataLst>
                <p:tags r:id="rId1"/>
              </p:custDataLst>
            </p:nvPr>
          </p:nvSpPr>
          <p:spPr>
            <a:xfrm>
              <a:off x="4881554" y="2571744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9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30378" y="2571744"/>
              <a:ext cx="2851176" cy="3000396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rmAutofit fontScale="92500"/>
            </a:bodyPr>
            <a:lstStyle/>
            <a:p>
              <a:pPr indent="457178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如图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1-59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所示，通过</a:t>
              </a:r>
              <a:r>
                <a:rPr 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RHEL 7</a:t>
              </a:r>
              <a:r>
                <a:rPr lang="zh-CN" altLang="en-US" sz="20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的图形化配置工具配置网络，使用菜单命令“应用程序”→“杂项”→“网络连接”，打开“网络连接”对话框。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图片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24563" y="2143117"/>
            <a:ext cx="5785840" cy="335758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7881949" y="3071811"/>
            <a:ext cx="785819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96000" y="3357563"/>
            <a:ext cx="1714512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810646" y="2857498"/>
            <a:ext cx="2928959" cy="3571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53522" y="3357561"/>
            <a:ext cx="2143140" cy="5000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096662" y="3357563"/>
            <a:ext cx="642943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953521" y="3929065"/>
            <a:ext cx="2786083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53521" y="4572008"/>
            <a:ext cx="2786083" cy="2857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739077" y="5786457"/>
            <a:ext cx="2547484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1-60  </a:t>
            </a:r>
            <a:r>
              <a:rPr lang="zh-CN" altLang="en-US" sz="1500" dirty="0"/>
              <a:t>“网络连接”对话框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1023903" y="1714489"/>
            <a:ext cx="4429156" cy="4214843"/>
            <a:chOff x="1069446" y="2503488"/>
            <a:chExt cx="4429156" cy="4214842"/>
          </a:xfrm>
        </p:grpSpPr>
        <p:sp>
          <p:nvSpPr>
            <p:cNvPr id="19" name="MH_Other_1"/>
            <p:cNvSpPr/>
            <p:nvPr>
              <p:custDataLst>
                <p:tags r:id="rId1"/>
              </p:custDataLst>
            </p:nvPr>
          </p:nvSpPr>
          <p:spPr>
            <a:xfrm>
              <a:off x="1069446" y="2503489"/>
              <a:ext cx="935038" cy="523875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步骤</a:t>
              </a:r>
              <a:r>
                <a:rPr lang="en-US" altLang="zh-CN" dirty="0">
                  <a:solidFill>
                    <a:srgbClr val="FEFFFF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dirty="0">
                <a:solidFill>
                  <a:srgbClr val="FE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MH_SubTitle_1"/>
            <p:cNvSpPr/>
            <p:nvPr>
              <p:custDataLst>
                <p:tags r:id="rId2"/>
              </p:custDataLst>
            </p:nvPr>
          </p:nvSpPr>
          <p:spPr>
            <a:xfrm>
              <a:off x="2004484" y="2503488"/>
              <a:ext cx="3494118" cy="421484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ctr">
              <a:noAutofit/>
            </a:bodyPr>
            <a:lstStyle/>
            <a:p>
              <a:pPr indent="457178">
                <a:lnSpc>
                  <a:spcPct val="12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如图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1-60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所示，打开“网络连接”对话框后，选择相应的网络连接，然后单击“编辑”按钮，弹出相应的编辑对话框。选择“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IPv4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设置”选项卡，在“方法”下拉列表中选择“手动”选项。勾选“需要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IPv4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地址完成这个连接”。单击“添加”按钮，添加相应的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IP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地址、子网掩码和网关地址。在“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DNS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服务器”输入框输入</a:t>
              </a:r>
              <a:r>
                <a:rPr 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DNS</a:t>
              </a:r>
              <a:r>
                <a:rPr lang="zh-CN" altLang="en-US" sz="18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服务器地址。最后，单击“保存”按钮，关闭对话框，退出设置。</a:t>
              </a:r>
            </a:p>
          </p:txBody>
        </p:sp>
      </p:grpSp>
    </p:spTree>
  </p:cSld>
  <p:clrMapOvr>
    <a:masterClrMapping/>
  </p:clrMapOvr>
  <p:transition>
    <p:cover dir="l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90" y="1142986"/>
            <a:ext cx="3305644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1.4.6  </a:t>
            </a:r>
            <a:r>
              <a:rPr lang="zh-CN" altLang="en-US" b="1" dirty="0">
                <a:solidFill>
                  <a:schemeClr val="tx2"/>
                </a:solidFill>
              </a:rPr>
              <a:t>修改</a:t>
            </a:r>
            <a:r>
              <a:rPr lang="en-US" b="1" dirty="0" err="1">
                <a:solidFill>
                  <a:schemeClr val="tx2"/>
                </a:solidFill>
              </a:rPr>
              <a:t>resolv.conf</a:t>
            </a:r>
            <a:r>
              <a:rPr lang="zh-CN" altLang="en-US" b="1" dirty="0">
                <a:solidFill>
                  <a:schemeClr val="tx2"/>
                </a:solidFill>
              </a:rPr>
              <a:t>配置</a:t>
            </a:r>
            <a:r>
              <a:rPr lang="en-US" b="1" dirty="0">
                <a:solidFill>
                  <a:schemeClr val="tx2"/>
                </a:solidFill>
              </a:rPr>
              <a:t>DNS</a:t>
            </a:r>
            <a:endParaRPr lang="zh-CN" altLang="en-US" b="1" dirty="0">
              <a:solidFill>
                <a:schemeClr val="tx2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1027" y="1714488"/>
            <a:ext cx="9858444" cy="55399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178">
              <a:lnSpc>
                <a:spcPct val="150000"/>
              </a:lnSpc>
            </a:pPr>
            <a:r>
              <a:rPr lang="zh-CN" altLang="en-US" sz="2000" b="1" dirty="0"/>
              <a:t>如图</a:t>
            </a:r>
            <a:r>
              <a:rPr lang="en-US" sz="2000" b="1" dirty="0"/>
              <a:t>1-61</a:t>
            </a:r>
            <a:r>
              <a:rPr lang="zh-CN" altLang="en-US" sz="2000" b="1" dirty="0"/>
              <a:t>所示，通过修改</a:t>
            </a:r>
            <a:r>
              <a:rPr lang="en-US" sz="2000" b="1" dirty="0"/>
              <a:t>Linux</a:t>
            </a:r>
            <a:r>
              <a:rPr lang="zh-CN" altLang="en-US" sz="2000" b="1" dirty="0"/>
              <a:t>客户端的</a:t>
            </a:r>
            <a:r>
              <a:rPr lang="en-US" sz="2000" b="1" dirty="0"/>
              <a:t>/etc/</a:t>
            </a:r>
            <a:r>
              <a:rPr lang="en-US" sz="2000" b="1" dirty="0" err="1"/>
              <a:t>resolv.conf</a:t>
            </a:r>
            <a:r>
              <a:rPr lang="zh-CN" altLang="en-US" sz="2000" b="1" dirty="0"/>
              <a:t>文件，可以直接设置</a:t>
            </a:r>
            <a:r>
              <a:rPr lang="en-US" sz="2000" b="1" dirty="0"/>
              <a:t>DNS</a:t>
            </a:r>
            <a:r>
              <a:rPr lang="zh-CN" altLang="en-US" sz="2000" b="1" dirty="0"/>
              <a:t>。</a:t>
            </a: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 cstate="print"/>
          <a:srcRect l="861" t="13629" r="632" b="15334"/>
          <a:stretch>
            <a:fillRect/>
          </a:stretch>
        </p:blipFill>
        <p:spPr bwMode="auto">
          <a:xfrm>
            <a:off x="2666977" y="3000373"/>
            <a:ext cx="7187763" cy="1928827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4738679" y="5572142"/>
            <a:ext cx="2949582" cy="3231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1-61  </a:t>
            </a:r>
            <a:r>
              <a:rPr lang="en-US" sz="1500" dirty="0" err="1"/>
              <a:t>resolv.conf</a:t>
            </a:r>
            <a:r>
              <a:rPr lang="zh-CN" altLang="en-US" sz="1500" dirty="0"/>
              <a:t>设置</a:t>
            </a:r>
            <a:r>
              <a:rPr lang="en-US" sz="1500" dirty="0"/>
              <a:t>DNS</a:t>
            </a:r>
            <a:r>
              <a:rPr lang="zh-CN" altLang="en-US" sz="1500" dirty="0"/>
              <a:t>服务器</a:t>
            </a:r>
          </a:p>
        </p:txBody>
      </p:sp>
      <p:sp>
        <p:nvSpPr>
          <p:cNvPr id="6" name="矩形 5"/>
          <p:cNvSpPr/>
          <p:nvPr/>
        </p:nvSpPr>
        <p:spPr>
          <a:xfrm>
            <a:off x="2666976" y="4429134"/>
            <a:ext cx="2571768" cy="4286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cover dir="lu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Bar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89" y="1071549"/>
            <a:ext cx="3685620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1.5.1  ping</a:t>
            </a:r>
            <a:r>
              <a:rPr lang="zh-CN" altLang="en-US" b="1" dirty="0">
                <a:solidFill>
                  <a:schemeClr val="tx2"/>
                </a:solidFill>
              </a:rPr>
              <a:t>命令检测网络连通情况</a:t>
            </a:r>
          </a:p>
        </p:txBody>
      </p:sp>
      <p:sp>
        <p:nvSpPr>
          <p:cNvPr id="3" name="矩形 2"/>
          <p:cNvSpPr/>
          <p:nvPr/>
        </p:nvSpPr>
        <p:spPr>
          <a:xfrm>
            <a:off x="1452531" y="1714490"/>
            <a:ext cx="8154788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命令可以用来检测网络连通性。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命令的格式如下：</a:t>
            </a:r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4167175" y="2500305"/>
            <a:ext cx="4143404" cy="1071571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   ping </a:t>
            </a:r>
            <a:r>
              <a:rPr lang="zh-CN" altLang="en-US" sz="2400" dirty="0">
                <a:solidFill>
                  <a:schemeClr val="tx1"/>
                </a:solidFill>
              </a:rPr>
              <a:t>参数</a:t>
            </a:r>
            <a:r>
              <a:rPr lang="en-US" sz="2400" dirty="0">
                <a:solidFill>
                  <a:schemeClr val="tx1"/>
                </a:solidFill>
              </a:rPr>
              <a:t> IP</a:t>
            </a:r>
            <a:r>
              <a:rPr lang="zh-CN" altLang="en-US" sz="2400" dirty="0">
                <a:solidFill>
                  <a:schemeClr val="tx1"/>
                </a:solidFill>
              </a:rPr>
              <a:t>地址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zh-CN" altLang="en-US" sz="2400" dirty="0">
                <a:solidFill>
                  <a:schemeClr val="tx1"/>
                </a:solidFill>
              </a:rPr>
              <a:t>主机名</a:t>
            </a:r>
          </a:p>
        </p:txBody>
      </p:sp>
      <p:sp>
        <p:nvSpPr>
          <p:cNvPr id="5" name="矩形 4"/>
          <p:cNvSpPr/>
          <p:nvPr/>
        </p:nvSpPr>
        <p:spPr>
          <a:xfrm>
            <a:off x="1452531" y="3929070"/>
            <a:ext cx="4889472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命令各参数说明如表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1-4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所示。</a:t>
            </a:r>
          </a:p>
        </p:txBody>
      </p:sp>
    </p:spTree>
  </p:cSld>
  <p:clrMapOvr>
    <a:masterClrMapping/>
  </p:clrMapOvr>
  <p:transition>
    <p:plus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5803" y="1071549"/>
            <a:ext cx="2993123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表</a:t>
            </a:r>
            <a:r>
              <a:rPr lang="en-US" dirty="0">
                <a:solidFill>
                  <a:schemeClr val="tx2"/>
                </a:solidFill>
              </a:rPr>
              <a:t>1-4  ping</a:t>
            </a:r>
            <a:r>
              <a:rPr lang="zh-CN" altLang="en-US" dirty="0">
                <a:solidFill>
                  <a:schemeClr val="tx2"/>
                </a:solidFill>
              </a:rPr>
              <a:t>命令各选项说明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38283" y="1500175"/>
          <a:ext cx="9286942" cy="4857776"/>
        </p:xfrm>
        <a:graphic>
          <a:graphicData uri="http://schemas.openxmlformats.org/drawingml/2006/table">
            <a:tbl>
              <a:tblPr/>
              <a:tblGrid>
                <a:gridCol w="1915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1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 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说</a:t>
                      </a:r>
                      <a:r>
                        <a:rPr lang="en-US" sz="19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  </a:t>
                      </a:r>
                      <a:r>
                        <a:rPr lang="zh-CN" sz="19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-c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设置完成需要回应的次数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-s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设置数据包的大小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-i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指定收发信息的间隔秒数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-f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极限检测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-I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使用指定的网络界面送出的数据包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-n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只输出数值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-p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设置填满数据包的范本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-R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记录路由过程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-q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不显示指令执行过程，开头和结尾的相关信息除外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-r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忽略普通的路由表，直接将数据包送到远端主机上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-t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设置存活数值</a:t>
                      </a: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TTL</a:t>
                      </a: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的大小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-v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详细显示指定的执行过程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984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-l</a:t>
                      </a:r>
                      <a:endParaRPr lang="zh-CN" sz="1900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设置在送出要求信息之前，先行发出的数据包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lus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024562" y="2214554"/>
            <a:ext cx="5735451" cy="3323559"/>
            <a:chOff x="6024562" y="2214554"/>
            <a:chExt cx="5735451" cy="3323559"/>
          </a:xfrm>
        </p:grpSpPr>
        <p:pic>
          <p:nvPicPr>
            <p:cNvPr id="11673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024562" y="2214554"/>
              <a:ext cx="5735451" cy="285752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  <p:sp>
          <p:nvSpPr>
            <p:cNvPr id="8" name="矩形 7"/>
            <p:cNvSpPr/>
            <p:nvPr/>
          </p:nvSpPr>
          <p:spPr>
            <a:xfrm>
              <a:off x="8024827" y="5214952"/>
              <a:ext cx="1537592" cy="323161"/>
            </a:xfrm>
            <a:prstGeom prst="rect">
              <a:avLst/>
            </a:prstGeom>
          </p:spPr>
          <p:txBody>
            <a:bodyPr wrap="none" lIns="91436" tIns="45718" rIns="91436" bIns="45718">
              <a:spAutoFit/>
            </a:bodyPr>
            <a:lstStyle/>
            <a:p>
              <a:r>
                <a:rPr lang="zh-CN" altLang="en-US" sz="1500" dirty="0"/>
                <a:t>图</a:t>
              </a:r>
              <a:r>
                <a:rPr lang="en-US" sz="1500" dirty="0"/>
                <a:t>1-62  ping</a:t>
              </a:r>
              <a:r>
                <a:rPr lang="zh-CN" altLang="en-US" sz="1500" dirty="0"/>
                <a:t>命令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7381884" y="2643182"/>
              <a:ext cx="1571636" cy="21431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圆角矩形 9"/>
          <p:cNvSpPr/>
          <p:nvPr/>
        </p:nvSpPr>
        <p:spPr>
          <a:xfrm>
            <a:off x="1238216" y="1500174"/>
            <a:ext cx="4110034" cy="4413825"/>
          </a:xfrm>
          <a:prstGeom prst="roundRect">
            <a:avLst>
              <a:gd name="adj" fmla="val 12535"/>
            </a:avLst>
          </a:prstGeom>
          <a:gradFill>
            <a:gsLst>
              <a:gs pos="92000">
                <a:srgbClr val="FAFCFB"/>
              </a:gs>
              <a:gs pos="15000">
                <a:srgbClr val="CDCED0"/>
              </a:gs>
            </a:gsLst>
            <a:lin ang="2700000" scaled="1"/>
          </a:gradFill>
          <a:ln w="22225">
            <a:gradFill>
              <a:gsLst>
                <a:gs pos="36000">
                  <a:srgbClr val="FCFCFC"/>
                </a:gs>
                <a:gs pos="71000">
                  <a:srgbClr val="FAFCFB"/>
                </a:gs>
              </a:gsLst>
              <a:lin ang="3000000" scaled="0"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11" name="矩形 57"/>
          <p:cNvSpPr>
            <a:spLocks noChangeArrowheads="1"/>
          </p:cNvSpPr>
          <p:nvPr/>
        </p:nvSpPr>
        <p:spPr bwMode="auto">
          <a:xfrm>
            <a:off x="1523968" y="1714488"/>
            <a:ext cx="3500462" cy="4084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121906" tIns="60953" rIns="121906" bIns="60953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indent="457178">
              <a:lnSpc>
                <a:spcPct val="130000"/>
              </a:lnSpc>
            </a:pP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如图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1-62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所示，利用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命令来测试局域网网关的连通性。其中，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icmp_seq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为数据包序号，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ttl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为生存周期，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为数据包的响应时间。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越短说明网络的延时越小，传输速度越快。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命令如果不带任何参数，会不断发送请求数据包，并从对方主机获得响应信息。使用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【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Ctrl+C</a:t>
            </a:r>
            <a:r>
              <a:rPr lang="en-US" altLang="zh-CN" sz="1800" b="1" dirty="0">
                <a:latin typeface="Times New Roman" pitchFamily="18" charset="0"/>
                <a:cs typeface="Times New Roman" pitchFamily="18" charset="0"/>
              </a:rPr>
              <a:t>】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的组合键可以终止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ping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命令并显示有关统计信息。</a:t>
            </a: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1027" y="1071549"/>
            <a:ext cx="3476204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1.5.2  </a:t>
            </a:r>
            <a:r>
              <a:rPr lang="en-US" b="1" dirty="0" err="1">
                <a:solidFill>
                  <a:schemeClr val="tx2"/>
                </a:solidFill>
              </a:rPr>
              <a:t>netstat</a:t>
            </a:r>
            <a:r>
              <a:rPr lang="zh-CN" altLang="en-US" b="1" dirty="0">
                <a:solidFill>
                  <a:schemeClr val="tx2"/>
                </a:solidFill>
              </a:rPr>
              <a:t>命令查看网络配置</a:t>
            </a:r>
          </a:p>
        </p:txBody>
      </p:sp>
      <p:sp>
        <p:nvSpPr>
          <p:cNvPr id="3" name="矩形 2"/>
          <p:cNvSpPr/>
          <p:nvPr/>
        </p:nvSpPr>
        <p:spPr>
          <a:xfrm>
            <a:off x="1523969" y="1643054"/>
            <a:ext cx="8460962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netstat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命令主要用来检测网络配置。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netstat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的命令格式如下：</a:t>
            </a:r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3809986" y="2357429"/>
            <a:ext cx="3500463" cy="1071571"/>
          </a:xfrm>
          <a:custGeom>
            <a:avLst/>
            <a:gdLst>
              <a:gd name="connsiteX0" fmla="*/ 4034972 w 4034972"/>
              <a:gd name="connsiteY0" fmla="*/ 0 h 798285"/>
              <a:gd name="connsiteX1" fmla="*/ 3831772 w 4034972"/>
              <a:gd name="connsiteY1" fmla="*/ 798285 h 798285"/>
              <a:gd name="connsiteX2" fmla="*/ 0 w 4034972"/>
              <a:gd name="connsiteY2" fmla="*/ 798285 h 798285"/>
              <a:gd name="connsiteX3" fmla="*/ 203200 w 4034972"/>
              <a:gd name="connsiteY3" fmla="*/ 0 h 798285"/>
              <a:gd name="connsiteX4" fmla="*/ 4034972 w 4034972"/>
              <a:gd name="connsiteY4" fmla="*/ 0 h 79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4972" h="798285">
                <a:moveTo>
                  <a:pt x="4034972" y="0"/>
                </a:moveTo>
                <a:lnTo>
                  <a:pt x="3831772" y="798285"/>
                </a:lnTo>
                <a:lnTo>
                  <a:pt x="0" y="798285"/>
                </a:lnTo>
                <a:lnTo>
                  <a:pt x="203200" y="0"/>
                </a:lnTo>
                <a:lnTo>
                  <a:pt x="4034972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    </a:t>
            </a:r>
            <a:r>
              <a:rPr lang="en-US" sz="2400" dirty="0" err="1">
                <a:solidFill>
                  <a:schemeClr val="tx1"/>
                </a:solidFill>
              </a:rPr>
              <a:t>netstat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参数</a:t>
            </a:r>
          </a:p>
        </p:txBody>
      </p:sp>
      <p:sp>
        <p:nvSpPr>
          <p:cNvPr id="5" name="矩形 4"/>
          <p:cNvSpPr/>
          <p:nvPr/>
        </p:nvSpPr>
        <p:spPr>
          <a:xfrm>
            <a:off x="1666847" y="3857630"/>
            <a:ext cx="3065255" cy="461661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sz="2400" b="1" dirty="0"/>
              <a:t>参数含义如表</a:t>
            </a:r>
            <a:r>
              <a:rPr lang="en-US" sz="2400" b="1" dirty="0"/>
              <a:t>1-5</a:t>
            </a:r>
            <a:r>
              <a:rPr lang="zh-CN" altLang="en-US" sz="2400" b="1" dirty="0"/>
              <a:t>所示</a:t>
            </a:r>
          </a:p>
        </p:txBody>
      </p:sp>
    </p:spTree>
  </p:cSld>
  <p:clrMapOvr>
    <a:masterClrMapping/>
  </p:clrMapOvr>
  <p:transition>
    <p:plus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24365" y="1202282"/>
            <a:ext cx="3019156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表</a:t>
            </a:r>
            <a:r>
              <a:rPr lang="en-US" dirty="0">
                <a:solidFill>
                  <a:schemeClr val="tx2"/>
                </a:solidFill>
              </a:rPr>
              <a:t>1-5  </a:t>
            </a:r>
            <a:r>
              <a:rPr lang="en-US" dirty="0" err="1">
                <a:solidFill>
                  <a:schemeClr val="tx2"/>
                </a:solidFill>
              </a:rPr>
              <a:t>netstat</a:t>
            </a:r>
            <a:r>
              <a:rPr lang="zh-CN" altLang="en-US" dirty="0">
                <a:solidFill>
                  <a:schemeClr val="tx2"/>
                </a:solidFill>
              </a:rPr>
              <a:t>命令参数说明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2238348" y="1714489"/>
          <a:ext cx="8286810" cy="4500595"/>
        </p:xfrm>
        <a:graphic>
          <a:graphicData uri="http://schemas.openxmlformats.org/drawingml/2006/table">
            <a:tbl>
              <a:tblPr/>
              <a:tblGrid>
                <a:gridCol w="239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145"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参 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说</a:t>
                      </a: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    </a:t>
                      </a: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明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-r/-route</a:t>
                      </a:r>
                      <a:endParaRPr lang="zh-CN" sz="1900" b="1" kern="5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显示路由表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-a/-all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显示所有连接信息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-t/-tcp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</a:t>
                      </a: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TCP</a:t>
                      </a: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传输协议的连接状况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-u/-udp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</a:t>
                      </a:r>
                      <a:r>
                        <a:rPr lang="en-US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UDP</a:t>
                      </a: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传输协议的连接状况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-c/-continuous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持续列出网络状态，监控连接情况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-i/-interfaces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显示网络界面信息表单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-l/-listening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显示监控中的服务器的</a:t>
                      </a: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Socket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-n/-numeric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使用数字方式显示地址和端口号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-p/-programs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显示正在使用</a:t>
                      </a:r>
                      <a:r>
                        <a:rPr lang="en-US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Socket</a:t>
                      </a: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的程序识别码和程序名称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9145">
                <a:tc>
                  <a:txBody>
                    <a:bodyPr/>
                    <a:lstStyle/>
                    <a:p>
                      <a:pPr indent="34290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900" b="1" kern="5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-s/-statistics</a:t>
                      </a:r>
                      <a:endParaRPr lang="zh-CN" sz="1900" b="1" kern="50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7145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zh-CN" sz="1900" b="1" kern="5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显示网络工作信息统计表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lus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0250" y="2428868"/>
            <a:ext cx="5820271" cy="2500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3" name="圆角矩形标注 2"/>
          <p:cNvSpPr/>
          <p:nvPr/>
        </p:nvSpPr>
        <p:spPr>
          <a:xfrm>
            <a:off x="1095340" y="1071547"/>
            <a:ext cx="10572824" cy="928695"/>
          </a:xfrm>
          <a:prstGeom prst="wedgeRoundRectCallout">
            <a:avLst>
              <a:gd name="adj1" fmla="val 50097"/>
              <a:gd name="adj2" fmla="val -4714"/>
              <a:gd name="adj3" fmla="val 1666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indent="457178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</a:rPr>
              <a:t>计算机通信使用的端口号为</a:t>
            </a:r>
            <a:r>
              <a:rPr lang="en-US" b="1" dirty="0">
                <a:solidFill>
                  <a:schemeClr val="tx1"/>
                </a:solidFill>
              </a:rPr>
              <a:t>0</a:t>
            </a:r>
            <a:r>
              <a:rPr lang="zh-CN" altLang="en-US" b="1" dirty="0">
                <a:solidFill>
                  <a:schemeClr val="tx1"/>
                </a:solidFill>
              </a:rPr>
              <a:t>～</a:t>
            </a:r>
            <a:r>
              <a:rPr lang="en-US" b="1" dirty="0">
                <a:solidFill>
                  <a:schemeClr val="tx1"/>
                </a:solidFill>
              </a:rPr>
              <a:t>655535</a:t>
            </a:r>
            <a:r>
              <a:rPr lang="zh-CN" altLang="en-US" b="1" dirty="0">
                <a:solidFill>
                  <a:schemeClr val="tx1"/>
                </a:solidFill>
              </a:rPr>
              <a:t>，共</a:t>
            </a:r>
            <a:r>
              <a:rPr lang="en-US" b="1" dirty="0">
                <a:solidFill>
                  <a:schemeClr val="tx1"/>
                </a:solidFill>
              </a:rPr>
              <a:t>65536</a:t>
            </a:r>
            <a:r>
              <a:rPr lang="zh-CN" altLang="en-US" b="1" dirty="0">
                <a:solidFill>
                  <a:schemeClr val="tx1"/>
                </a:solidFill>
              </a:rPr>
              <a:t>个。许多协议都有特定的端口号，如</a:t>
            </a:r>
            <a:r>
              <a:rPr lang="en-US" b="1" dirty="0">
                <a:solidFill>
                  <a:schemeClr val="tx1"/>
                </a:solidFill>
              </a:rPr>
              <a:t>http</a:t>
            </a:r>
            <a:r>
              <a:rPr lang="zh-CN" altLang="en-US" b="1" dirty="0">
                <a:solidFill>
                  <a:schemeClr val="tx1"/>
                </a:solidFill>
              </a:rPr>
              <a:t>协议采用</a:t>
            </a:r>
            <a:r>
              <a:rPr lang="en-US" b="1" dirty="0">
                <a:solidFill>
                  <a:schemeClr val="tx1"/>
                </a:solidFill>
              </a:rPr>
              <a:t>80</a:t>
            </a:r>
            <a:r>
              <a:rPr lang="zh-CN" altLang="en-US" b="1" dirty="0">
                <a:solidFill>
                  <a:schemeClr val="tx1"/>
                </a:solidFill>
              </a:rPr>
              <a:t>端口，</a:t>
            </a:r>
            <a:r>
              <a:rPr lang="en-US" b="1" dirty="0" err="1">
                <a:solidFill>
                  <a:schemeClr val="tx1"/>
                </a:solidFill>
              </a:rPr>
              <a:t>smtp</a:t>
            </a:r>
            <a:r>
              <a:rPr lang="zh-CN" altLang="en-US" b="1" dirty="0">
                <a:solidFill>
                  <a:schemeClr val="tx1"/>
                </a:solidFill>
              </a:rPr>
              <a:t>协议采用</a:t>
            </a:r>
            <a:r>
              <a:rPr lang="en-US" b="1" dirty="0">
                <a:solidFill>
                  <a:schemeClr val="tx1"/>
                </a:solidFill>
              </a:rPr>
              <a:t>25</a:t>
            </a:r>
            <a:r>
              <a:rPr lang="zh-CN" altLang="en-US" b="1" dirty="0">
                <a:solidFill>
                  <a:schemeClr val="tx1"/>
                </a:solidFill>
              </a:rPr>
              <a:t>端口，</a:t>
            </a:r>
            <a:r>
              <a:rPr lang="en-US" b="1" dirty="0">
                <a:solidFill>
                  <a:schemeClr val="tx1"/>
                </a:solidFill>
              </a:rPr>
              <a:t>telnet</a:t>
            </a:r>
            <a:r>
              <a:rPr lang="zh-CN" altLang="en-US" b="1" dirty="0">
                <a:solidFill>
                  <a:schemeClr val="tx1"/>
                </a:solidFill>
              </a:rPr>
              <a:t>采用</a:t>
            </a:r>
            <a:r>
              <a:rPr lang="en-US" b="1" dirty="0">
                <a:solidFill>
                  <a:schemeClr val="tx1"/>
                </a:solidFill>
              </a:rPr>
              <a:t>23</a:t>
            </a:r>
            <a:r>
              <a:rPr lang="zh-CN" altLang="en-US" b="1" dirty="0">
                <a:solidFill>
                  <a:schemeClr val="tx1"/>
                </a:solidFill>
              </a:rPr>
              <a:t>端口。</a:t>
            </a:r>
          </a:p>
        </p:txBody>
      </p:sp>
      <p:sp>
        <p:nvSpPr>
          <p:cNvPr id="6" name="矩形 5"/>
          <p:cNvSpPr/>
          <p:nvPr/>
        </p:nvSpPr>
        <p:spPr>
          <a:xfrm>
            <a:off x="6953256" y="5286390"/>
            <a:ext cx="6096000" cy="323161"/>
          </a:xfrm>
          <a:prstGeom prst="rect">
            <a:avLst/>
          </a:prstGeom>
        </p:spPr>
        <p:txBody>
          <a:bodyPr lIns="91436" tIns="45718" rIns="91436" bIns="45718">
            <a:spAutoFit/>
          </a:bodyPr>
          <a:lstStyle/>
          <a:p>
            <a:r>
              <a:rPr lang="zh-CN" altLang="en-US" sz="1500" dirty="0"/>
              <a:t>图</a:t>
            </a:r>
            <a:r>
              <a:rPr lang="en-US" sz="1500" dirty="0"/>
              <a:t>1-63  </a:t>
            </a:r>
            <a:r>
              <a:rPr lang="en-US" sz="1500" dirty="0" err="1"/>
              <a:t>netstat</a:t>
            </a:r>
            <a:r>
              <a:rPr lang="zh-CN" altLang="en-US" sz="1500" dirty="0"/>
              <a:t>以数字形式查看</a:t>
            </a:r>
            <a:r>
              <a:rPr lang="en-US" sz="1500" dirty="0"/>
              <a:t>TCP</a:t>
            </a:r>
            <a:r>
              <a:rPr lang="zh-CN" altLang="en-US" sz="1500" dirty="0"/>
              <a:t>连接情况</a:t>
            </a:r>
          </a:p>
        </p:txBody>
      </p:sp>
      <p:sp>
        <p:nvSpPr>
          <p:cNvPr id="7" name="矩形 6"/>
          <p:cNvSpPr/>
          <p:nvPr/>
        </p:nvSpPr>
        <p:spPr>
          <a:xfrm>
            <a:off x="7167569" y="2857497"/>
            <a:ext cx="1071571" cy="2143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9" name="MH_SubTitle_2"/>
          <p:cNvSpPr/>
          <p:nvPr>
            <p:custDataLst>
              <p:tags r:id="rId1"/>
            </p:custDataLst>
          </p:nvPr>
        </p:nvSpPr>
        <p:spPr>
          <a:xfrm>
            <a:off x="1095340" y="2214552"/>
            <a:ext cx="3929089" cy="392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anchor="ctr">
            <a:noAutofit/>
          </a:bodyPr>
          <a:lstStyle/>
          <a:p>
            <a:pPr indent="457178"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Proto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为协议类型，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Local Address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为本机地址，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Foreign Address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为远程地址。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为连接状况：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LISTEN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表示监听状态，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ESTABLISHED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表示本机与其他主机建立好了连接，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TIME_WAIT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表示等待足够长时间以确保远程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TCP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接收到连接中断请求的确认。此外，</a:t>
            </a:r>
            <a:r>
              <a:rPr lang="en-US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netstat</a:t>
            </a:r>
            <a:r>
              <a:rPr lang="zh-CN" alt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还可以查看路由表、查看网络接口状态。</a:t>
            </a:r>
          </a:p>
        </p:txBody>
      </p:sp>
    </p:spTree>
  </p:cSld>
  <p:clrMapOvr>
    <a:masterClrMapping/>
  </p:clrMapOvr>
  <p:transition>
    <p:plus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9590" y="1142986"/>
            <a:ext cx="3195359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1.5.3  </a:t>
            </a:r>
            <a:r>
              <a:rPr lang="en-US" b="1" dirty="0" err="1">
                <a:solidFill>
                  <a:schemeClr val="tx2"/>
                </a:solidFill>
              </a:rPr>
              <a:t>nslookup</a:t>
            </a:r>
            <a:r>
              <a:rPr lang="zh-CN" altLang="en-US" b="1" dirty="0">
                <a:solidFill>
                  <a:schemeClr val="tx2"/>
                </a:solidFill>
              </a:rPr>
              <a:t>测试域名解析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10314" y="2428868"/>
            <a:ext cx="5354043" cy="3609312"/>
            <a:chOff x="1023903" y="2143116"/>
            <a:chExt cx="5354043" cy="3609312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23903" y="2143116"/>
              <a:ext cx="5354043" cy="307183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</p:pic>
        <p:sp>
          <p:nvSpPr>
            <p:cNvPr id="4" name="矩形 3"/>
            <p:cNvSpPr/>
            <p:nvPr/>
          </p:nvSpPr>
          <p:spPr>
            <a:xfrm>
              <a:off x="2381224" y="5429265"/>
              <a:ext cx="3066028" cy="3231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r>
                <a:rPr lang="zh-CN" altLang="en-US" sz="1500" dirty="0"/>
                <a:t>图</a:t>
              </a:r>
              <a:r>
                <a:rPr lang="en-US" sz="1500" dirty="0"/>
                <a:t>1-64  </a:t>
              </a:r>
              <a:r>
                <a:rPr lang="en-US" sz="1500" dirty="0" err="1"/>
                <a:t>nslookup</a:t>
              </a:r>
              <a:r>
                <a:rPr lang="zh-CN" altLang="en-US" sz="1500" dirty="0"/>
                <a:t>命令测试域名解析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309787" y="2571744"/>
              <a:ext cx="857256" cy="21431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圆角矩形 31"/>
          <p:cNvSpPr/>
          <p:nvPr/>
        </p:nvSpPr>
        <p:spPr>
          <a:xfrm>
            <a:off x="1452530" y="2285992"/>
            <a:ext cx="3895720" cy="3413693"/>
          </a:xfrm>
          <a:prstGeom prst="roundRect">
            <a:avLst>
              <a:gd name="adj" fmla="val 12535"/>
            </a:avLst>
          </a:prstGeom>
          <a:gradFill>
            <a:gsLst>
              <a:gs pos="92000">
                <a:srgbClr val="FAFCFB"/>
              </a:gs>
              <a:gs pos="15000">
                <a:srgbClr val="CDCED0"/>
              </a:gs>
            </a:gsLst>
            <a:lin ang="2700000" scaled="1"/>
          </a:gradFill>
          <a:ln w="22225">
            <a:gradFill>
              <a:gsLst>
                <a:gs pos="36000">
                  <a:srgbClr val="FCFCFC"/>
                </a:gs>
                <a:gs pos="71000">
                  <a:srgbClr val="FAFCFB"/>
                </a:gs>
              </a:gsLst>
              <a:lin ang="3000000" scaled="0"/>
            </a:gra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3" name="矩形 57"/>
          <p:cNvSpPr>
            <a:spLocks noChangeArrowheads="1"/>
          </p:cNvSpPr>
          <p:nvPr/>
        </p:nvSpPr>
        <p:spPr bwMode="auto">
          <a:xfrm>
            <a:off x="1809720" y="2714620"/>
            <a:ext cx="3289868" cy="2563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wrap="square" lIns="121906" tIns="60953" rIns="121906" bIns="60953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itchFamily="34" charset="0"/>
              </a:defRPr>
            </a:lvl9pPr>
          </a:lstStyle>
          <a:p>
            <a:pPr indent="457178">
              <a:lnSpc>
                <a:spcPct val="150000"/>
              </a:lnSpc>
            </a:pP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nslookup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命令可以用来测试域名解析是否正常。</a:t>
            </a:r>
            <a:r>
              <a:rPr lang="en-US" sz="1800" b="1" dirty="0" err="1">
                <a:latin typeface="Times New Roman" pitchFamily="18" charset="0"/>
                <a:cs typeface="Times New Roman" pitchFamily="18" charset="0"/>
              </a:rPr>
              <a:t>nslookup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命令既可以将域名解析为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地址，也可以将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IP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地址解析为对应的域名，如图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1-64</a:t>
            </a:r>
            <a:r>
              <a:rPr lang="zh-CN" altLang="en-US" sz="1800" b="1" dirty="0">
                <a:latin typeface="Times New Roman" pitchFamily="18" charset="0"/>
                <a:cs typeface="Times New Roman" pitchFamily="18" charset="0"/>
              </a:rPr>
              <a:t>所示。</a:t>
            </a:r>
          </a:p>
        </p:txBody>
      </p:sp>
    </p:spTree>
  </p:cSld>
  <p:clrMapOvr>
    <a:masterClrMapping/>
  </p:clrMapOvr>
  <p:transition>
    <p:plu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1A2026"/>
              </a:clrFrom>
              <a:clrTo>
                <a:srgbClr val="1A202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01" t="67529" b="9962"/>
          <a:stretch>
            <a:fillRect/>
          </a:stretch>
        </p:blipFill>
        <p:spPr bwMode="auto">
          <a:xfrm>
            <a:off x="10210801" y="5346702"/>
            <a:ext cx="2279651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917702" y="6638925"/>
            <a:ext cx="8099425" cy="4763"/>
            <a:chOff x="0" y="4592805"/>
            <a:chExt cx="8098971" cy="5049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0" y="4592805"/>
              <a:ext cx="8098971" cy="0"/>
            </a:xfrm>
            <a:prstGeom prst="line">
              <a:avLst/>
            </a:prstGeom>
            <a:ln w="28575">
              <a:solidFill>
                <a:srgbClr val="07469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0" y="4597854"/>
              <a:ext cx="3990751" cy="0"/>
            </a:xfrm>
            <a:prstGeom prst="line">
              <a:avLst/>
            </a:prstGeom>
            <a:ln w="28575">
              <a:solidFill>
                <a:srgbClr val="0095D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25"/>
          <p:cNvGrpSpPr>
            <a:grpSpLocks/>
          </p:cNvGrpSpPr>
          <p:nvPr/>
        </p:nvGrpSpPr>
        <p:grpSpPr bwMode="auto">
          <a:xfrm>
            <a:off x="-131762" y="-187324"/>
            <a:ext cx="1754188" cy="1427163"/>
            <a:chOff x="-419101" y="-651218"/>
            <a:chExt cx="6413260" cy="5211985"/>
          </a:xfrm>
        </p:grpSpPr>
        <p:pic>
          <p:nvPicPr>
            <p:cNvPr id="27680" name="图片 26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1A2026"/>
                </a:clrFrom>
                <a:clrTo>
                  <a:srgbClr val="1A2026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40222"/>
            <a:stretch>
              <a:fillRect/>
            </a:stretch>
          </p:blipFill>
          <p:spPr bwMode="auto">
            <a:xfrm>
              <a:off x="-419101" y="-651218"/>
              <a:ext cx="5512501" cy="5211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" name="组合 35"/>
            <p:cNvGrpSpPr>
              <a:grpSpLocks/>
            </p:cNvGrpSpPr>
            <p:nvPr/>
          </p:nvGrpSpPr>
          <p:grpSpPr bwMode="auto">
            <a:xfrm>
              <a:off x="4650563" y="-28418"/>
              <a:ext cx="1343596" cy="1008973"/>
              <a:chOff x="4650563" y="-28418"/>
              <a:chExt cx="1343596" cy="1008973"/>
            </a:xfrm>
          </p:grpSpPr>
          <p:sp>
            <p:nvSpPr>
              <p:cNvPr id="39" name="等腰三角形 2"/>
              <p:cNvSpPr/>
              <p:nvPr/>
            </p:nvSpPr>
            <p:spPr>
              <a:xfrm>
                <a:off x="4641862" y="-19288"/>
                <a:ext cx="1352297" cy="997181"/>
              </a:xfrm>
              <a:custGeom>
                <a:avLst/>
                <a:gdLst>
                  <a:gd name="connsiteX0" fmla="*/ 0 w 1193673"/>
                  <a:gd name="connsiteY0" fmla="*/ 898506 h 898506"/>
                  <a:gd name="connsiteX1" fmla="*/ 596837 w 1193673"/>
                  <a:gd name="connsiteY1" fmla="*/ 0 h 898506"/>
                  <a:gd name="connsiteX2" fmla="*/ 1193673 w 1193673"/>
                  <a:gd name="connsiteY2" fmla="*/ 898506 h 898506"/>
                  <a:gd name="connsiteX3" fmla="*/ 0 w 1193673"/>
                  <a:gd name="connsiteY3" fmla="*/ 898506 h 898506"/>
                  <a:gd name="connsiteX0" fmla="*/ 0 w 1193673"/>
                  <a:gd name="connsiteY0" fmla="*/ 1477626 h 1477626"/>
                  <a:gd name="connsiteX1" fmla="*/ 429197 w 1193673"/>
                  <a:gd name="connsiteY1" fmla="*/ 0 h 1477626"/>
                  <a:gd name="connsiteX2" fmla="*/ 1193673 w 1193673"/>
                  <a:gd name="connsiteY2" fmla="*/ 1477626 h 1477626"/>
                  <a:gd name="connsiteX3" fmla="*/ 0 w 1193673"/>
                  <a:gd name="connsiteY3" fmla="*/ 1477626 h 1477626"/>
                  <a:gd name="connsiteX0" fmla="*/ 43243 w 764476"/>
                  <a:gd name="connsiteY0" fmla="*/ 951846 h 1477626"/>
                  <a:gd name="connsiteX1" fmla="*/ 0 w 764476"/>
                  <a:gd name="connsiteY1" fmla="*/ 0 h 1477626"/>
                  <a:gd name="connsiteX2" fmla="*/ 764476 w 764476"/>
                  <a:gd name="connsiteY2" fmla="*/ 1477626 h 1477626"/>
                  <a:gd name="connsiteX3" fmla="*/ 43243 w 764476"/>
                  <a:gd name="connsiteY3" fmla="*/ 951846 h 1477626"/>
                  <a:gd name="connsiteX0" fmla="*/ 50863 w 764476"/>
                  <a:gd name="connsiteY0" fmla="*/ 997566 h 1477626"/>
                  <a:gd name="connsiteX1" fmla="*/ 0 w 764476"/>
                  <a:gd name="connsiteY1" fmla="*/ 0 h 1477626"/>
                  <a:gd name="connsiteX2" fmla="*/ 764476 w 764476"/>
                  <a:gd name="connsiteY2" fmla="*/ 1477626 h 1477626"/>
                  <a:gd name="connsiteX3" fmla="*/ 50863 w 764476"/>
                  <a:gd name="connsiteY3" fmla="*/ 997566 h 1477626"/>
                  <a:gd name="connsiteX0" fmla="*/ 50863 w 1313116"/>
                  <a:gd name="connsiteY0" fmla="*/ 997566 h 997566"/>
                  <a:gd name="connsiteX1" fmla="*/ 0 w 1313116"/>
                  <a:gd name="connsiteY1" fmla="*/ 0 h 997566"/>
                  <a:gd name="connsiteX2" fmla="*/ 1313116 w 1313116"/>
                  <a:gd name="connsiteY2" fmla="*/ 266046 h 997566"/>
                  <a:gd name="connsiteX3" fmla="*/ 50863 w 1313116"/>
                  <a:gd name="connsiteY3" fmla="*/ 997566 h 997566"/>
                  <a:gd name="connsiteX0" fmla="*/ 50863 w 1343596"/>
                  <a:gd name="connsiteY0" fmla="*/ 997566 h 997566"/>
                  <a:gd name="connsiteX1" fmla="*/ 0 w 1343596"/>
                  <a:gd name="connsiteY1" fmla="*/ 0 h 997566"/>
                  <a:gd name="connsiteX2" fmla="*/ 1343596 w 1343596"/>
                  <a:gd name="connsiteY2" fmla="*/ 266046 h 997566"/>
                  <a:gd name="connsiteX3" fmla="*/ 50863 w 1343596"/>
                  <a:gd name="connsiteY3" fmla="*/ 997566 h 997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43596" h="997566">
                    <a:moveTo>
                      <a:pt x="50863" y="997566"/>
                    </a:moveTo>
                    <a:lnTo>
                      <a:pt x="0" y="0"/>
                    </a:lnTo>
                    <a:lnTo>
                      <a:pt x="1343596" y="266046"/>
                    </a:lnTo>
                    <a:lnTo>
                      <a:pt x="50863" y="997566"/>
                    </a:lnTo>
                    <a:close/>
                  </a:path>
                </a:pathLst>
              </a:custGeom>
              <a:solidFill>
                <a:srgbClr val="04397B"/>
              </a:solidFill>
              <a:ln>
                <a:noFill/>
              </a:ln>
              <a:effectLst>
                <a:outerShdw blurRad="127000" dist="1016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/>
              </a:p>
            </p:txBody>
          </p:sp>
          <p:sp>
            <p:nvSpPr>
              <p:cNvPr id="40" name="等腰三角形 2"/>
              <p:cNvSpPr/>
              <p:nvPr/>
            </p:nvSpPr>
            <p:spPr>
              <a:xfrm>
                <a:off x="4682487" y="-30883"/>
                <a:ext cx="1305870" cy="266691"/>
              </a:xfrm>
              <a:custGeom>
                <a:avLst/>
                <a:gdLst>
                  <a:gd name="connsiteX0" fmla="*/ 0 w 1193673"/>
                  <a:gd name="connsiteY0" fmla="*/ 898506 h 898506"/>
                  <a:gd name="connsiteX1" fmla="*/ 596837 w 1193673"/>
                  <a:gd name="connsiteY1" fmla="*/ 0 h 898506"/>
                  <a:gd name="connsiteX2" fmla="*/ 1193673 w 1193673"/>
                  <a:gd name="connsiteY2" fmla="*/ 898506 h 898506"/>
                  <a:gd name="connsiteX3" fmla="*/ 0 w 1193673"/>
                  <a:gd name="connsiteY3" fmla="*/ 898506 h 898506"/>
                  <a:gd name="connsiteX0" fmla="*/ 0 w 1193673"/>
                  <a:gd name="connsiteY0" fmla="*/ 1477626 h 1477626"/>
                  <a:gd name="connsiteX1" fmla="*/ 429197 w 1193673"/>
                  <a:gd name="connsiteY1" fmla="*/ 0 h 1477626"/>
                  <a:gd name="connsiteX2" fmla="*/ 1193673 w 1193673"/>
                  <a:gd name="connsiteY2" fmla="*/ 1477626 h 1477626"/>
                  <a:gd name="connsiteX3" fmla="*/ 0 w 1193673"/>
                  <a:gd name="connsiteY3" fmla="*/ 1477626 h 1477626"/>
                  <a:gd name="connsiteX0" fmla="*/ 43243 w 764476"/>
                  <a:gd name="connsiteY0" fmla="*/ 951846 h 1477626"/>
                  <a:gd name="connsiteX1" fmla="*/ 0 w 764476"/>
                  <a:gd name="connsiteY1" fmla="*/ 0 h 1477626"/>
                  <a:gd name="connsiteX2" fmla="*/ 764476 w 764476"/>
                  <a:gd name="connsiteY2" fmla="*/ 1477626 h 1477626"/>
                  <a:gd name="connsiteX3" fmla="*/ 43243 w 764476"/>
                  <a:gd name="connsiteY3" fmla="*/ 951846 h 1477626"/>
                  <a:gd name="connsiteX0" fmla="*/ 50863 w 764476"/>
                  <a:gd name="connsiteY0" fmla="*/ 997566 h 1477626"/>
                  <a:gd name="connsiteX1" fmla="*/ 0 w 764476"/>
                  <a:gd name="connsiteY1" fmla="*/ 0 h 1477626"/>
                  <a:gd name="connsiteX2" fmla="*/ 764476 w 764476"/>
                  <a:gd name="connsiteY2" fmla="*/ 1477626 h 1477626"/>
                  <a:gd name="connsiteX3" fmla="*/ 50863 w 764476"/>
                  <a:gd name="connsiteY3" fmla="*/ 997566 h 1477626"/>
                  <a:gd name="connsiteX0" fmla="*/ 50863 w 1313116"/>
                  <a:gd name="connsiteY0" fmla="*/ 997566 h 997566"/>
                  <a:gd name="connsiteX1" fmla="*/ 0 w 1313116"/>
                  <a:gd name="connsiteY1" fmla="*/ 0 h 997566"/>
                  <a:gd name="connsiteX2" fmla="*/ 1313116 w 1313116"/>
                  <a:gd name="connsiteY2" fmla="*/ 266046 h 997566"/>
                  <a:gd name="connsiteX3" fmla="*/ 50863 w 1313116"/>
                  <a:gd name="connsiteY3" fmla="*/ 997566 h 997566"/>
                  <a:gd name="connsiteX0" fmla="*/ 50863 w 1343596"/>
                  <a:gd name="connsiteY0" fmla="*/ 997566 h 997566"/>
                  <a:gd name="connsiteX1" fmla="*/ 0 w 1343596"/>
                  <a:gd name="connsiteY1" fmla="*/ 0 h 997566"/>
                  <a:gd name="connsiteX2" fmla="*/ 1343596 w 1343596"/>
                  <a:gd name="connsiteY2" fmla="*/ 266046 h 997566"/>
                  <a:gd name="connsiteX3" fmla="*/ 50863 w 1343596"/>
                  <a:gd name="connsiteY3" fmla="*/ 997566 h 997566"/>
                  <a:gd name="connsiteX0" fmla="*/ 355663 w 1648396"/>
                  <a:gd name="connsiteY0" fmla="*/ 974706 h 974706"/>
                  <a:gd name="connsiteX1" fmla="*/ 0 w 1648396"/>
                  <a:gd name="connsiteY1" fmla="*/ 0 h 974706"/>
                  <a:gd name="connsiteX2" fmla="*/ 1648396 w 1648396"/>
                  <a:gd name="connsiteY2" fmla="*/ 243186 h 974706"/>
                  <a:gd name="connsiteX3" fmla="*/ 355663 w 1648396"/>
                  <a:gd name="connsiteY3" fmla="*/ 974706 h 974706"/>
                  <a:gd name="connsiteX0" fmla="*/ 279463 w 1572196"/>
                  <a:gd name="connsiteY0" fmla="*/ 921366 h 921366"/>
                  <a:gd name="connsiteX1" fmla="*/ 0 w 1572196"/>
                  <a:gd name="connsiteY1" fmla="*/ 0 h 921366"/>
                  <a:gd name="connsiteX2" fmla="*/ 1572196 w 1572196"/>
                  <a:gd name="connsiteY2" fmla="*/ 189846 h 921366"/>
                  <a:gd name="connsiteX3" fmla="*/ 279463 w 1572196"/>
                  <a:gd name="connsiteY3" fmla="*/ 921366 h 921366"/>
                  <a:gd name="connsiteX0" fmla="*/ 279463 w 673036"/>
                  <a:gd name="connsiteY0" fmla="*/ 929640 h 929640"/>
                  <a:gd name="connsiteX1" fmla="*/ 0 w 673036"/>
                  <a:gd name="connsiteY1" fmla="*/ 8274 h 929640"/>
                  <a:gd name="connsiteX2" fmla="*/ 673036 w 673036"/>
                  <a:gd name="connsiteY2" fmla="*/ 0 h 929640"/>
                  <a:gd name="connsiteX3" fmla="*/ 279463 w 673036"/>
                  <a:gd name="connsiteY3" fmla="*/ 929640 h 929640"/>
                  <a:gd name="connsiteX0" fmla="*/ 1292923 w 1292923"/>
                  <a:gd name="connsiteY0" fmla="*/ 266700 h 266700"/>
                  <a:gd name="connsiteX1" fmla="*/ 0 w 1292923"/>
                  <a:gd name="connsiteY1" fmla="*/ 8274 h 266700"/>
                  <a:gd name="connsiteX2" fmla="*/ 673036 w 1292923"/>
                  <a:gd name="connsiteY2" fmla="*/ 0 h 266700"/>
                  <a:gd name="connsiteX3" fmla="*/ 1292923 w 1292923"/>
                  <a:gd name="connsiteY3" fmla="*/ 266700 h 266700"/>
                  <a:gd name="connsiteX0" fmla="*/ 1300543 w 1300543"/>
                  <a:gd name="connsiteY0" fmla="*/ 266700 h 266700"/>
                  <a:gd name="connsiteX1" fmla="*/ 0 w 1300543"/>
                  <a:gd name="connsiteY1" fmla="*/ 23514 h 266700"/>
                  <a:gd name="connsiteX2" fmla="*/ 680656 w 1300543"/>
                  <a:gd name="connsiteY2" fmla="*/ 0 h 266700"/>
                  <a:gd name="connsiteX3" fmla="*/ 1300543 w 1300543"/>
                  <a:gd name="connsiteY3" fmla="*/ 266700 h 266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0543" h="266700">
                    <a:moveTo>
                      <a:pt x="1300543" y="266700"/>
                    </a:moveTo>
                    <a:lnTo>
                      <a:pt x="0" y="23514"/>
                    </a:lnTo>
                    <a:lnTo>
                      <a:pt x="680656" y="0"/>
                    </a:lnTo>
                    <a:lnTo>
                      <a:pt x="1300543" y="266700"/>
                    </a:lnTo>
                    <a:close/>
                  </a:path>
                </a:pathLst>
              </a:custGeom>
              <a:solidFill>
                <a:srgbClr val="01B1E2"/>
              </a:solidFill>
              <a:ln>
                <a:noFill/>
              </a:ln>
              <a:effectLst>
                <a:outerShdw blurRad="50800" dist="1016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dirty="0"/>
              </a:p>
            </p:txBody>
          </p:sp>
        </p:grpSp>
      </p:grpSp>
      <p:sp>
        <p:nvSpPr>
          <p:cNvPr id="16" name="文本框 1"/>
          <p:cNvSpPr txBox="1"/>
          <p:nvPr/>
        </p:nvSpPr>
        <p:spPr>
          <a:xfrm>
            <a:off x="3309918" y="2859476"/>
            <a:ext cx="6429420" cy="1569656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zh-CN" altLang="en-US" sz="9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00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谢 谢 观 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矩形 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文本框 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文本框 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Shap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Shap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0911154116"/>
  <p:tag name="MH_LIBRARY" val="GRAPHIC"/>
  <p:tag name="MH_ORDER" val="文本框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BingLLB#"/>
  <p:tag name="MH_LAYOUT" val="SubTitleText"/>
  <p:tag name="MH" val="20161204101616"/>
  <p:tag name="MH_LIBRARY" val="GRAPHI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Text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Text"/>
  <p:tag name="MH_ORDER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Other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SubTitle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Other"/>
  <p:tag name="MH_ORDER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1616"/>
  <p:tag name="MH_LIBRARY" val="GRAPHIC"/>
  <p:tag name="MH_TYPE" val="SubTitle"/>
  <p:tag name="MH_ORDER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SubTitle"/>
  <p:tag name="MH_ORDER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SubTitle"/>
  <p:tag name="MH_ORDER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Sub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02621"/>
  <p:tag name="MH_LIBRARY" val="GRAPHIC"/>
  <p:tag name="MH_TYPE" val="Other"/>
  <p:tag name="MH_ORDER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Text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SubTitle"/>
  <p:tag name="MH_ORDER" val="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Text"/>
  <p:tag name="MH_ORDER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9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SubTitle"/>
  <p:tag name="MH_ORDER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Text"/>
  <p:tag name="MH_ORDER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Other"/>
  <p:tag name="MH_ORDER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Other"/>
  <p:tag name="MH_ORDER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SubTitle"/>
  <p:tag name="MH_ORDER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Other"/>
  <p:tag name="MH_ORDER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Other"/>
  <p:tag name="MH_ORDER" val="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1024"/>
  <p:tag name="MH_LIBRARY" val="GRAPHIC"/>
  <p:tag name="MH_TYPE" val="Other"/>
  <p:tag name="MH_ORDER" val="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2714"/>
  <p:tag name="MH_LIBRARY" val="GRAPHIC"/>
  <p:tag name="MH_TYPE" val="Text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2714"/>
  <p:tag name="MH_LIBRARY" val="GRAPHIC"/>
  <p:tag name="MH_TYPE" val="Other"/>
  <p:tag name="MH_ORDER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2714"/>
  <p:tag name="MH_LIBRARY" val="GRAPHIC"/>
  <p:tag name="MH_TYPE" val="Text"/>
  <p:tag name="MH_ORDER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2714"/>
  <p:tag name="MH_LIBRARY" val="GRAPHIC"/>
  <p:tag name="MH_TYPE" val="Other"/>
  <p:tag name="MH_ORDER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BingLLB#"/>
  <p:tag name="MH_LAYOUT" val="SubTitleText"/>
  <p:tag name="MH" val="20161205093443"/>
  <p:tag name="MH_LIBRARY" val="GRAPHIC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443"/>
  <p:tag name="MH_LIBRARY" val="GRAPHIC"/>
  <p:tag name="MH_TYPE" val="Text"/>
  <p:tag name="MH_ORDER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443"/>
  <p:tag name="MH_LIBRARY" val="GRAPHIC"/>
  <p:tag name="MH_TYPE" val="Other"/>
  <p:tag name="MH_ORDER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443"/>
  <p:tag name="MH_LIBRARY" val="GRAPHIC"/>
  <p:tag name="MH_TYPE" val="Text"/>
  <p:tag name="MH_ORDER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443"/>
  <p:tag name="MH_LIBRARY" val="GRAPHIC"/>
  <p:tag name="MH_TYPE" val="Other"/>
  <p:tag name="MH_ORDER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903"/>
  <p:tag name="MH_LIBRARY" val="GRAPHIC"/>
  <p:tag name="MH_TYPE" val="Text"/>
  <p:tag name="MH_ORDER" val="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903"/>
  <p:tag name="MH_LIBRARY" val="GRAPHIC"/>
  <p:tag name="MH_TYPE" val="Other"/>
  <p:tag name="MH_ORDER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903"/>
  <p:tag name="MH_LIBRARY" val="GRAPHIC"/>
  <p:tag name="MH_TYPE" val="Text"/>
  <p:tag name="MH_ORDE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093903"/>
  <p:tag name="MH_LIBRARY" val="GRAPHIC"/>
  <p:tag name="MH_TYPE" val="Other"/>
  <p:tag name="MH_ORDE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SubTitle"/>
  <p:tag name="MH_ORDER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SubTitle"/>
  <p:tag name="MH_ORDER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SubTitle"/>
  <p:tag name="MH_ORDER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Title"/>
  <p:tag name="MH_ORDER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SubTitle"/>
  <p:tag name="MH_ORDER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Text"/>
  <p:tag name="MH_ORDER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Text"/>
  <p:tag name="MH_ORDER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73720"/>
  <p:tag name="MH_LIBRARY" val="GRAPHIC"/>
  <p:tag name="MH_TYPE" val="Text"/>
  <p:tag name="MH_ORDER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LiuChBZh#"/>
  <p:tag name="MH_LAYOUT" val="SubTitleText"/>
  <p:tag name="MH" val="20161204122806"/>
  <p:tag name="MH_LIBRARY" val="GRAPHI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Other"/>
  <p:tag name="MH_ORDE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Other"/>
  <p:tag name="MH_ORDER" val="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Text"/>
  <p:tag name="MH_ORDER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Other"/>
  <p:tag name="MH_ORDER" val="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Text"/>
  <p:tag name="MH_ORDER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Other"/>
  <p:tag name="MH_ORDER" val="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22806"/>
  <p:tag name="MH_LIBRARY" val="GRAPHIC"/>
  <p:tag name="MH_TYPE" val="Other"/>
  <p:tag name="MH_ORDER" val="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5"/>
  <p:tag name="MH_CATEGORY" val="#YinZJG#"/>
  <p:tag name="MH_LAYOUT" val="TitleSubTitle"/>
  <p:tag name="MH" val="20161204142154"/>
  <p:tag name="MH_LIBRARY" val="GRAPHIC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Other"/>
  <p:tag name="MH_ORDER" val="1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SubTitle"/>
  <p:tag name="MH_ORDER" val="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SubTitle"/>
  <p:tag name="MH_ORDER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SubTitle"/>
  <p:tag name="MH_ORDER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SubTitle"/>
  <p:tag name="MH_ORDER" val="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SubTitle"/>
  <p:tag name="MH_ORDER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154"/>
  <p:tag name="MH_LIBRARY" val="GRAPHIC"/>
  <p:tag name="MH_TYPE" val="Title"/>
  <p:tag name="MH_ORDER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5"/>
  <p:tag name="MH_CATEGORY" val="#XunHChF#"/>
  <p:tag name="MH_LAYOUT" val="SubTitle"/>
  <p:tag name="MH" val="20161204142658"/>
  <p:tag name="MH_LIBRARY" val="GRAPHIC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9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Other"/>
  <p:tag name="MH_ORDER" val="1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SubTitle"/>
  <p:tag name="MH_ORDER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SubTitle"/>
  <p:tag name="MH_ORDER" val="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SubTitle"/>
  <p:tag name="MH_ORDER" val="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SubTitle"/>
  <p:tag name="MH_ORDER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2658"/>
  <p:tag name="MH_LIBRARY" val="GRAPHIC"/>
  <p:tag name="MH_TYPE" val="SubTitle"/>
  <p:tag name="MH_ORDER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BingLLB#"/>
  <p:tag name="MH_LAYOUT" val="SubTitleText"/>
  <p:tag name="MH" val="20161204144052"/>
  <p:tag name="MH_LIBRARY" val="GRAPHIC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3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5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SubTitle"/>
  <p:tag name="MH_ORDER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SubTitle"/>
  <p:tag name="MH_ORDER" val="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Other"/>
  <p:tag name="MH_ORDER" val="1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44052"/>
  <p:tag name="MH_LIBRARY" val="GRAPHIC"/>
  <p:tag name="MH_TYPE" val="SubTitle"/>
  <p:tag name="MH_ORDER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Other"/>
  <p:tag name="MH_ORDER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SubTitle"/>
  <p:tag name="MH_ORDER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Other"/>
  <p:tag name="MH_ORDER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SubTitle"/>
  <p:tag name="MH_ORDER" val="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Other"/>
  <p:tag name="MH_ORDER" val="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SubTitle"/>
  <p:tag name="MH_ORDER" val="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Other"/>
  <p:tag name="MH_ORDER" val="4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SubTitle"/>
  <p:tag name="MH_ORDER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Other"/>
  <p:tag name="MH_ORDER" val="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50440"/>
  <p:tag name="MH_LIBRARY" val="GRAPHIC"/>
  <p:tag name="MH_TYPE" val="SubTitle"/>
  <p:tag name="MH_ORDER" val="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Text"/>
  <p:tag name="MH_ORDER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SubTitle"/>
  <p:tag name="MH_ORDER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Text"/>
  <p:tag name="MH_ORDER" val="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5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Other"/>
  <p:tag name="MH_ORDER" val="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01235"/>
  <p:tag name="MH_LIBRARY" val="GRAPHIC"/>
  <p:tag name="MH_TYPE" val="SubTitle"/>
  <p:tag name="MH_ORDER" val="2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4、5、6、7"/>
  <p:tag name="KSO_WM_TEMPLATE_CATEGORY" val="special"/>
  <p:tag name="KSO_WM_TEMPLATE_INDEX" val="20163117"/>
  <p:tag name="KSO_WM_TAG_VERSION" val="1.0"/>
  <p:tag name="KSO_WM_SLIDE_ID" val="special20163117_1"/>
  <p:tag name="KSO_WM_SLIDE_INDEX" val="1"/>
  <p:tag name="KSO_WM_SLIDE_ITEM_CNT" val="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17_1*i*8"/>
  <p:tag name="KSO_WM_TEMPLATE_CATEGORY" val="special"/>
  <p:tag name="KSO_WM_TEMPLATE_INDEX" val="20163117"/>
  <p:tag name="KSO_WM_UNIT_INDEX" val="8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17_1*i*6"/>
  <p:tag name="KSO_WM_TEMPLATE_CATEGORY" val="special"/>
  <p:tag name="KSO_WM_TEMPLATE_INDEX" val="20163117"/>
  <p:tag name="KSO_WM_UNIT_INDEX" val="6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17_1*i*8"/>
  <p:tag name="KSO_WM_TEMPLATE_CATEGORY" val="special"/>
  <p:tag name="KSO_WM_TEMPLATE_INDEX" val="20163117"/>
  <p:tag name="KSO_WM_UNIT_INDEX" val="8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17_1*i*6"/>
  <p:tag name="KSO_WM_TEMPLATE_CATEGORY" val="special"/>
  <p:tag name="KSO_WM_TEMPLATE_INDEX" val="20163117"/>
  <p:tag name="KSO_WM_UNIT_INDEX" val="6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9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SubTitle"/>
  <p:tag name="MH_ORDER" val="2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4110120"/>
  <p:tag name="MH_LIBRARY" val="GRAPHIC"/>
  <p:tag name="MH_TYPE" val="Other"/>
  <p:tag name="MH_ORDER" val="15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21513"/>
  <p:tag name="MH_LIBRARY" val="GRAPHIC"/>
  <p:tag name="MH_TYPE" val="Other"/>
  <p:tag name="MH_ORDER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21513"/>
  <p:tag name="MH_LIBRARY" val="GRAPHIC"/>
  <p:tag name="MH_TYPE" val="Desc"/>
  <p:tag name="MH_ORDER" val="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7121513"/>
  <p:tag name="MH_LIBRARY" val="GRAPHIC"/>
  <p:tag name="MH_TYPE" val="Other"/>
  <p:tag name="MH_ORDER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QiTTB#"/>
  <p:tag name="MH_LAYOUT" val="Desc"/>
  <p:tag name="MH" val="20161205135424"/>
  <p:tag name="MH_LIBRARY" val="GRAPHIC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35424"/>
  <p:tag name="MH_LIBRARY" val="GRAPHIC"/>
  <p:tag name="MH_TYPE" val="Other"/>
  <p:tag name="MH_ORDER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35424"/>
  <p:tag name="MH_LIBRARY" val="GRAPHIC"/>
  <p:tag name="MH_TYPE" val="Other"/>
  <p:tag name="MH_ORDER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35424"/>
  <p:tag name="MH_LIBRARY" val="GRAPHIC"/>
  <p:tag name="MH_TYPE" val="Other"/>
  <p:tag name="MH_ORDER" val="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35424"/>
  <p:tag name="MH_LIBRARY" val="GRAPHIC"/>
  <p:tag name="MH_TYPE" val="Other"/>
  <p:tag name="MH_ORDER" val="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35424"/>
  <p:tag name="MH_LIBRARY" val="GRAPHIC"/>
  <p:tag name="MH_TYPE" val="Desc"/>
  <p:tag name="MH_ORDER" val="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3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YinZJG#"/>
  <p:tag name="MH_LAYOUT" val="TitleSubTitleText"/>
  <p:tag name="MH" val="20161205152958"/>
  <p:tag name="MH_LIBRARY" val="GRAPHIC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2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Text"/>
  <p:tag name="MH_ORDER" val="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SubTitle"/>
  <p:tag name="MH_ORDER" val="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52958"/>
  <p:tag name="MH_LIBRARY" val="GRAPHIC"/>
  <p:tag name="MH_TYPE" val="Other"/>
  <p:tag name="MH_ORDER" val="2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556"/>
  <p:tag name="MH_LIBRARY" val="GRAPHIC"/>
  <p:tag name="MH_TYPE" val="Other"/>
  <p:tag name="MH_ORDER" val="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556"/>
  <p:tag name="MH_LIBRARY" val="GRAPHIC"/>
  <p:tag name="MH_TYPE" val="Other"/>
  <p:tag name="MH_ORDER" val="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5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1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2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4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SubTitle"/>
  <p:tag name="MH_ORDER" val="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2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3"/>
  <p:tag name="MH_CATEGORY" val="#BingLLB#"/>
  <p:tag name="MH_LAYOUT" val="SubTitle"/>
  <p:tag name="MH" val="20161205162832"/>
  <p:tag name="MH_LIBRARY" val="GRAPHIC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6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8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18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2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Other"/>
  <p:tag name="MH_ORDER" val="24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2832"/>
  <p:tag name="MH_LIBRARY" val="GRAPHIC"/>
  <p:tag name="MH_TYPE" val="SubTitle"/>
  <p:tag name="MH_ORDER" val="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Other"/>
  <p:tag name="MH_ORDER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Other"/>
  <p:tag name="MH_ORDER" val="2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SubTitle"/>
  <p:tag name="MH_ORDER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205163953"/>
  <p:tag name="MH_LIBRARY" val="GRAPHIC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Other"/>
  <p:tag name="MH_ORDER" val="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Other"/>
  <p:tag name="MH_ORDER" val="4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3953"/>
  <p:tag name="MH_LIBRARY" val="GRAPHIC"/>
  <p:tag name="MH_TYPE" val="SubTitle"/>
  <p:tag name="MH_ORDER" val="2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722"/>
  <p:tag name="MH_LIBRARY" val="GRAPHIC"/>
  <p:tag name="MH_TYPE" val="Other"/>
  <p:tag name="MH_ORDER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722"/>
  <p:tag name="MH_LIBRARY" val="GRAPHIC"/>
  <p:tag name="MH_TYPE" val="Other"/>
  <p:tag name="MH_ORDER" val="2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722"/>
  <p:tag name="MH_LIBRARY" val="GRAPHIC"/>
  <p:tag name="MH_TYPE" val="Desc"/>
  <p:tag name="MH_ORDER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722"/>
  <p:tag name="MH_LIBRARY" val="GRAPHIC"/>
  <p:tag name="MH_TYPE" val="Other"/>
  <p:tag name="MH_ORDER" val="3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722"/>
  <p:tag name="MH_LIBRARY" val="GRAPHIC"/>
  <p:tag name="MH_TYPE" val="Other"/>
  <p:tag name="MH_ORDER" val="4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205165319"/>
  <p:tag name="MH_LIBRARY" val="GRAPHIC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2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SubTitle"/>
  <p:tag name="MH_ORDER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3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4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SubTitle"/>
  <p:tag name="MH_ORDER" val="2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5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6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SubTitle"/>
  <p:tag name="MH_ORDER" val="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7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Other"/>
  <p:tag name="MH_ORDER" val="8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65319"/>
  <p:tag name="MH_LIBRARY" val="GRAPHIC"/>
  <p:tag name="MH_TYPE" val="SubTitle"/>
  <p:tag name="MH_ORDER" val="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0558"/>
  <p:tag name="MH_LIBRARY" val="GRAPHIC"/>
  <p:tag name="MH_TYPE" val="SubTitle"/>
  <p:tag name="MH_ORDER" val="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0558"/>
  <p:tag name="MH_LIBRARY" val="GRAPHIC"/>
  <p:tag name="MH_TYPE" val="SubTitle"/>
  <p:tag name="MH_ORDER" val="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0558"/>
  <p:tag name="MH_LIBRARY" val="GRAPHIC"/>
  <p:tag name="MH_TYPE" val="Title"/>
  <p:tag name="MH_ORDER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0558"/>
  <p:tag name="MH_LIBRARY" val="GRAPHIC"/>
  <p:tag name="MH_TYPE" val="Text"/>
  <p:tag name="MH_ORDER" val="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0558"/>
  <p:tag name="MH_LIBRARY" val="GRAPHIC"/>
  <p:tag name="MH_TYPE" val="Text"/>
  <p:tag name="MH_ORDER" val="2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YinZJG#"/>
  <p:tag name="MH_LAYOUT" val="TitleSubTitleText"/>
  <p:tag name="MH" val="20161205170558"/>
  <p:tag name="MH_LIBRARY" val="GRAPHIC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1616"/>
  <p:tag name="MH_LIBRARY" val="GRAPHIC"/>
  <p:tag name="MH_TYPE" val="SubTitle"/>
  <p:tag name="MH_ORDER" val="4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205171616"/>
  <p:tag name="MH_LIBRARY" val="GRAPHIC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SubTitle"/>
  <p:tag name="MH_ORDER" val="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2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4"/>
  <p:tag name="MH_CATEGORY" val="#BingLLB#"/>
  <p:tag name="MH_LAYOUT" val="SubTitle"/>
  <p:tag name="MH" val="20161205175625"/>
  <p:tag name="MH_LIBRARY" val="GRAPHIC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SubTitle"/>
  <p:tag name="MH_ORDER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2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SubTitle"/>
  <p:tag name="MH_ORDER" val="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4347"/>
  <p:tag name="MH_LIBRARY" val="GRAPHIC"/>
  <p:tag name="MH_TYPE" val="Other"/>
  <p:tag name="MH_ORDER" val="2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1703"/>
  <p:tag name="MH_LIBRARY" val="GRAPHIC"/>
  <p:tag name="MH_TYPE" val="Text"/>
  <p:tag name="MH_ORDER" val="2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TuWHP#"/>
  <p:tag name="MH_LAYOUT" val="Text"/>
  <p:tag name="MH" val="20161205201703"/>
  <p:tag name="MH_LIBRARY" val="GRAPHIC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1205203251"/>
  <p:tag name="MH_LIBRARY" val="GRAPHIC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  <p:tag name="MH" val="20161205203717"/>
  <p:tag name="MH_LIBRARY" val="GRAPHIC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Other"/>
  <p:tag name="MH_ORDER" val="2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203251"/>
  <p:tag name="MH_LIBRARY" val="GRAPHIC"/>
  <p:tag name="MH_TYPE" val="Text"/>
  <p:tag name="MH_ORDER" val="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1"/>
  <p:tag name="MH_CATEGORY" val="#TuWHP#"/>
  <p:tag name="MH_LAYOUT" val="SubTitleText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Other"/>
  <p:tag name="MH_ORDER" val="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8164932"/>
  <p:tag name="MH_LIBRARY" val="GRAPHIC"/>
  <p:tag name="MH_TYPE" val="SubTitle"/>
  <p:tag name="MH_ORDER" val="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05175625"/>
  <p:tag name="MH_LIBRARY" val="GRAPHIC"/>
  <p:tag name="MH_TYPE" val="SubTitle"/>
  <p:tag name="MH_ORDER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210172537"/>
  <p:tag name="MH_LIBRARY" val="GRAPHIC"/>
  <p:tag name="MH_TYPE" val="SubTitle"/>
  <p:tag name="MH_ORDER" val="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行云流水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  <a:satMod val="130000"/>
              </a:schemeClr>
            </a:gs>
            <a:gs pos="50000">
              <a:schemeClr val="phClr">
                <a:tint val="45000"/>
                <a:satMod val="220000"/>
              </a:schemeClr>
            </a:gs>
            <a:gs pos="100000">
              <a:schemeClr val="phClr">
                <a:tint val="90000"/>
                <a:satMod val="13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100000"/>
                <a:shade val="90000"/>
                <a:hueMod val="100000"/>
                <a:satMod val="200000"/>
              </a:schemeClr>
            </a:gs>
            <a:gs pos="50000">
              <a:schemeClr val="phClr">
                <a:tint val="100000"/>
                <a:shade val="60000"/>
                <a:hueMod val="100000"/>
                <a:satMod val="180000"/>
              </a:schemeClr>
            </a:gs>
            <a:gs pos="100000">
              <a:schemeClr val="phClr">
                <a:tint val="100000"/>
                <a:shade val="90000"/>
                <a:hueMod val="100000"/>
                <a:satMod val="2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50600">
              <a:schemeClr val="phClr">
                <a:alpha val="40000"/>
              </a:schemeClr>
            </a:glow>
          </a:effectLst>
        </a:effectStyle>
        <a:effectStyle>
          <a:effectLst>
            <a:glow rad="101600">
              <a:schemeClr val="phClr">
                <a:alpha val="60000"/>
              </a:schemeClr>
            </a:glow>
          </a:effectLst>
          <a:scene3d>
            <a:camera prst="isometricLeftDown" fov="0">
              <a:rot lat="0" lon="0" rev="0"/>
            </a:camera>
            <a:lightRig rig="harsh" dir="tl">
              <a:rot lat="0" lon="0" rev="14280000"/>
            </a:lightRig>
          </a:scene3d>
          <a:sp3d prstMaterial="flat">
            <a:bevelT w="38100" h="50800" prst="softRound"/>
          </a:sp3d>
        </a:effectStyle>
        <a:effectStyle>
          <a:effectLst>
            <a:glow>
              <a:schemeClr val="phClr"/>
            </a:glow>
          </a:effectLst>
          <a:scene3d>
            <a:camera prst="isometricLeftDown">
              <a:rot lat="0" lon="0" rev="0"/>
            </a:camera>
            <a:lightRig rig="harsh" dir="tl">
              <a:rot lat="0" lon="0" rev="14280000"/>
            </a:lightRig>
          </a:scene3d>
          <a:sp3d extrusionH="63500" contourW="38100" prstMaterial="flat">
            <a:bevelT w="50800" h="63500" prst="softRound"/>
            <a:contourClr>
              <a:schemeClr val="phClr">
                <a:tint val="5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957d7a17aacc76ecfb325daf9884b067d6117b4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8041</TotalTime>
  <Words>6557</Words>
  <Application>Microsoft Office PowerPoint</Application>
  <PresentationFormat>宽屏</PresentationFormat>
  <Paragraphs>515</Paragraphs>
  <Slides>101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101</vt:i4>
      </vt:variant>
    </vt:vector>
  </HeadingPairs>
  <TitlesOfParts>
    <vt:vector size="118" baseType="lpstr">
      <vt:lpstr>Arial Unicode MS</vt:lpstr>
      <vt:lpstr>MS PMincho</vt:lpstr>
      <vt:lpstr>黑体</vt:lpstr>
      <vt:lpstr>时尚中黑简体</vt:lpstr>
      <vt:lpstr>宋体</vt:lpstr>
      <vt:lpstr>微软雅黑</vt:lpstr>
      <vt:lpstr>幼圆</vt:lpstr>
      <vt:lpstr>Agency FB</vt:lpstr>
      <vt:lpstr>Arial</vt:lpstr>
      <vt:lpstr>Bell MT</vt:lpstr>
      <vt:lpstr>Britannic Bold</vt:lpstr>
      <vt:lpstr>Calibri</vt:lpstr>
      <vt:lpstr>Calibri Light</vt:lpstr>
      <vt:lpstr>Impact</vt:lpstr>
      <vt:lpstr>Times New Roman</vt:lpstr>
      <vt:lpstr>Office 主题</vt:lpstr>
      <vt:lpstr>957d7a17aacc76ecfb325daf9884b067d6117b47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lenovo</cp:lastModifiedBy>
  <cp:revision>1435</cp:revision>
  <dcterms:modified xsi:type="dcterms:W3CDTF">2021-09-03T02:17:42Z</dcterms:modified>
</cp:coreProperties>
</file>