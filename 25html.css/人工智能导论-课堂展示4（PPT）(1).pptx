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jpeg"/>
  <Default Extension="xml" ContentType="application/xml"/>
  <Default Extension="rels" ContentType="application/vnd.openxmlformats-package.relationships+xml"/>
  <Override PartName="/ppt/media/image14.jpg" ContentType="image/jpeg"/>
  <Override PartName="/ppt/media/image1.jpeg" ContentType="image/jpeg"/>
  <Override PartName="/ppt/media/image11.jpeg" ContentType="image/jpeg"/>
  <Override PartName="/ppt/media/image8.jpeg" ContentType="image/jpeg"/>
  <Override PartName="/ppt/media/image10.jpeg" ContentType="image/jpeg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media/image4.jpeg" ContentType="image/jpeg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media/image15.jpg" ContentType="image/jpeg"/>
  <Override PartName="/ppt/slides/slide17.xml" ContentType="application/vnd.openxmlformats-officedocument.presentationml.slide+xml"/>
  <Override PartName="/ppt/slideLayouts/slideLayout19.xml" ContentType="application/vnd.openxmlformats-officedocument.presentationml.slideLayout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media/image5.jpg" ContentType="image/jpeg"/>
  <Override PartName="/ppt/slideLayouts/slideLayout7.xml" ContentType="application/vnd.openxmlformats-officedocument.presentationml.slideLayout+xml"/>
  <Override PartName="/ppt/media/image3.jpeg" ContentType="image/jpeg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media/image9.jpeg" ContentType="image/jpeg"/>
  <Override PartName="/ppt/slideLayouts/slideLayout6.xml" ContentType="application/vnd.openxmlformats-officedocument.presentationml.slideLayout+xml"/>
  <Override PartName="/ppt/slideLayouts/slideLayout18.xml" ContentType="application/vnd.openxmlformats-officedocument.presentationml.slideLayout+xml"/>
  <Override PartName="/ppt/media/image6.jpeg" ContentType="image/jpeg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5.xml" ContentType="application/vnd.openxmlformats-officedocument.presentationml.slideLayout+xml"/>
  <Override PartName="/ppt/media/image7.jpeg" ContentType="image/jpeg"/>
  <Override PartName="/ppt/slideLayouts/slideLayout9.xml" ContentType="application/vnd.openxmlformats-officedocument.presentationml.slideLayout+xml"/>
  <Override PartName="/ppt/media/image12.jpeg" ContentType="image/jpeg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media/image2.png" ContentType="image/png"/>
  <Override PartName="/ppt/slideLayouts/slideLayout1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media/image13.jpeg" ContentType="image/jpeg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20" r:id="rId2"/>
    <p:sldId id="446" r:id="rId3"/>
    <p:sldId id="566" r:id="rId4"/>
    <p:sldId id="653" r:id="rId5"/>
    <p:sldId id="654" r:id="rId6"/>
    <p:sldId id="567" r:id="rId7"/>
    <p:sldId id="655" r:id="rId8"/>
    <p:sldId id="657" r:id="rId9"/>
    <p:sldId id="658" r:id="rId10"/>
    <p:sldId id="659" r:id="rId11"/>
    <p:sldId id="664" r:id="rId12"/>
    <p:sldId id="665" r:id="rId13"/>
    <p:sldId id="667" r:id="rId14"/>
    <p:sldId id="668" r:id="rId15"/>
    <p:sldId id="661" r:id="rId16"/>
    <p:sldId id="662" r:id="rId17"/>
    <p:sldId id="663" r:id="rId18"/>
    <p:sldId id="666" r:id="rId19"/>
    <p:sldId id="556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332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914332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2pPr>
    <a:lvl3pPr marL="914332" algn="l" defTabSz="914332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2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2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5pPr>
    <a:lvl6pPr marL="2285830" algn="l" defTabSz="914332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6pPr>
    <a:lvl7pPr marL="2742994" algn="l" defTabSz="914332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2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8pPr>
    <a:lvl9pPr marL="3657327" algn="l" defTabSz="914332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1531EE8-021A-4F9B-B7FD-99A91304C3C6}">
          <p14:sldIdLst>
            <p14:sldId id="320"/>
            <p14:sldId id="446"/>
            <p14:sldId id="566"/>
            <p14:sldId id="653"/>
            <p14:sldId id="654"/>
            <p14:sldId id="567"/>
            <p14:sldId id="655"/>
            <p14:sldId id="657"/>
            <p14:sldId id="658"/>
            <p14:sldId id="659"/>
            <p14:sldId id="664"/>
            <p14:sldId id="665"/>
            <p14:sldId id="667"/>
            <p14:sldId id="668"/>
            <p14:sldId id="661"/>
            <p14:sldId id="662"/>
            <p14:sldId id="663"/>
            <p14:sldId id="666"/>
            <p14:sldId id="556"/>
          </p14:sldIdLst>
        </p14:section>
      </p14:sectionLst>
    </p:ext>
    <p:ext uri="{EFAFB233-063F-42B5-8137-9DF3F51BA10A}">
      <p15:sldGuideLst xmlns:p15="http://schemas.microsoft.com/office/powerpoint/2012/main">
        <p15:guide id="3" pos="9596" userDrawn="1">
          <p15:clr>
            <a:srgbClr val="A4A3A4"/>
          </p15:clr>
        </p15:guide>
        <p15:guide id="7" orient="horz" pos="5480" userDrawn="1">
          <p15:clr>
            <a:srgbClr val="A4A3A4"/>
          </p15:clr>
        </p15:guide>
        <p15:guide id="8" pos="438" userDrawn="1">
          <p15:clr>
            <a:srgbClr val="A4A3A4"/>
          </p15:clr>
        </p15:guide>
        <p15:guide id="9" pos="7242" userDrawn="1">
          <p15:clr>
            <a:srgbClr val="A4A3A4"/>
          </p15:clr>
        </p15:guide>
        <p15:guide id="10" orient="horz" pos="1344" userDrawn="1">
          <p15:clr>
            <a:srgbClr val="A4A3A4"/>
          </p15:clr>
        </p15:guide>
        <p15:guide id="12" orient="horz" pos="1457" userDrawn="1">
          <p15:clr>
            <a:srgbClr val="A4A3A4"/>
          </p15:clr>
        </p15:guide>
        <p15:guide id="13" pos="40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4D5"/>
    <a:srgbClr val="EDBD45"/>
    <a:srgbClr val="4D4D4D"/>
    <a:srgbClr val="F1CB6B"/>
    <a:srgbClr val="CCEAE6"/>
    <a:srgbClr val="3A75A0"/>
    <a:srgbClr val="ECB65D"/>
    <a:srgbClr val="42C687"/>
    <a:srgbClr val="0066FF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2" autoAdjust="0"/>
    <p:restoredTop sz="96071" autoAdjust="0"/>
  </p:normalViewPr>
  <p:slideViewPr>
    <p:cSldViewPr snapToGrid="0" showGuides="1">
      <p:cViewPr varScale="1">
        <p:scale>
          <a:sx n="77" d="100"/>
          <a:sy n="77" d="100"/>
        </p:scale>
        <p:origin x="96" y="684"/>
      </p:cViewPr>
      <p:guideLst>
        <p:guide pos="9596"/>
        <p:guide orient="horz" pos="5480"/>
        <p:guide pos="438"/>
        <p:guide pos="7242"/>
        <p:guide orient="horz" pos="1344"/>
        <p:guide orient="horz" pos="1457"/>
        <p:guide pos="406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<Relationships xmlns="http://schemas.openxmlformats.org/package/2006/relationships"><Relationship Id="rId23" Type="http://schemas.openxmlformats.org/officeDocument/2006/relationships/presProps" Target="presProps.xml" /><Relationship Id="rId21" Type="http://schemas.openxmlformats.org/officeDocument/2006/relationships/notesMaster" Target="notesMasters/notesMaster1.xml" /><Relationship Id="rId9" Type="http://schemas.openxmlformats.org/officeDocument/2006/relationships/slide" Target="slides/slide8.xml" /><Relationship Id="rId18" Type="http://schemas.openxmlformats.org/officeDocument/2006/relationships/slide" Target="slides/slide17.xml" /><Relationship Id="rId17" Type="http://schemas.openxmlformats.org/officeDocument/2006/relationships/slide" Target="slides/slide16.xml" /><Relationship Id="rId16" Type="http://schemas.openxmlformats.org/officeDocument/2006/relationships/slide" Target="slides/slide15.xml" /><Relationship Id="rId15" Type="http://schemas.openxmlformats.org/officeDocument/2006/relationships/slide" Target="slides/slide14.xml" /><Relationship Id="rId26" Type="http://schemas.openxmlformats.org/officeDocument/2006/relationships/tableStyles" Target="tableStyles.xml" /><Relationship Id="rId14" Type="http://schemas.openxmlformats.org/officeDocument/2006/relationships/slide" Target="slides/slide13.xml" /><Relationship Id="rId6" Type="http://schemas.openxmlformats.org/officeDocument/2006/relationships/slide" Target="slides/slide5.xml" /><Relationship Id="rId25" Type="http://schemas.openxmlformats.org/officeDocument/2006/relationships/theme" Target="theme/theme1.xml" /><Relationship Id="rId11" Type="http://schemas.openxmlformats.org/officeDocument/2006/relationships/slide" Target="slides/slide10.xml" /><Relationship Id="rId7" Type="http://schemas.openxmlformats.org/officeDocument/2006/relationships/slide" Target="slides/slide6.xml" /><Relationship Id="rId20" Type="http://schemas.openxmlformats.org/officeDocument/2006/relationships/slide" Target="slides/slide19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2" Type="http://schemas.openxmlformats.org/officeDocument/2006/relationships/slide" Target="slides/slide1.xml" /><Relationship Id="rId19" Type="http://schemas.openxmlformats.org/officeDocument/2006/relationships/slide" Target="slides/slide18.xml" /><Relationship Id="rId10" Type="http://schemas.openxmlformats.org/officeDocument/2006/relationships/slide" Target="slides/slide9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13" Type="http://schemas.openxmlformats.org/officeDocument/2006/relationships/slide" Target="slides/slide12.xml" /><Relationship Id="rId8" Type="http://schemas.openxmlformats.org/officeDocument/2006/relationships/slide" Target="slides/slide7.xml" /><Relationship Id="rId22" Type="http://schemas.openxmlformats.org/officeDocument/2006/relationships/tags" Target="tags/tag1.xml" /><Relationship Id="rId12" Type="http://schemas.openxmlformats.org/officeDocument/2006/relationships/slide" Target="slides/slide11.xml" /><Relationship Id="rId1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699EB-6B6F-4303-84E5-698CBBF28AE0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D5E53-1996-4A18-8378-BCF5C804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76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32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3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4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7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3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pPr/>
            <a:endParaRPr altLang="en-US" dirty="0" lang="zh-CN"/>
          </a:p>
        </p:txBody>
      </p:sp>
      <p:sp>
        <p:nvSpPr>
          <p:cNvPr id="4" name="灯片编号占位符 3"/>
          <p:cNvSpPr/>
          <p:nvPr>
            <p:ph type="sldNum" idx="10"/>
          </p:nvPr>
        </p:nvSpPr>
        <p:spPr/>
        <p:txBody>
          <a:bodyPr/>
          <a:lstStyle/>
          <a:p>
            <a:pPr/>
            <a:fld id="{7F1D5E53-1996-4A18-8378-BCF5C8046DA1}" type="slidenum">
              <a:rPr altLang="en-US" lang="zh-CN" smtClean="0"/>
              <a:t>1</a:t>
            </a:fld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2261241953"/>
      </p:ext>
    </p:extLst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pPr/>
            <a:endParaRPr altLang="en-US" dirty="0" lang="zh-CN"/>
          </a:p>
        </p:txBody>
      </p:sp>
      <p:sp>
        <p:nvSpPr>
          <p:cNvPr id="4" name="灯片编号占位符 3"/>
          <p:cNvSpPr/>
          <p:nvPr>
            <p:ph type="sldNum" idx="10"/>
          </p:nvPr>
        </p:nvSpPr>
        <p:spPr/>
        <p:txBody>
          <a:bodyPr/>
          <a:lstStyle/>
          <a:p>
            <a:pPr/>
            <a:fld id="{8927DC7C-EA85-41EA-BE8E-3BC04B9579CE}" type="slidenum">
              <a:rPr altLang="en-US" lang="zh-CN" smtClean="0"/>
              <a:t>2</a:t>
            </a:fld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2901950158"/>
      </p:ext>
    </p:extLst>
  </p:cSld>
</p:notes>
</file>

<file path=ppt/slideLayouts/_rels/slideLayout1.xml.rels><?xml version="1.0" encoding="UTF-8" standalone="yes"?>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jp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rgbClr val="4D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1C821128-0678-9C01-952C-AF313919F1A3}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custGeom>
            <a:avLst/>
            <a:gdLst>
              <a:gd name="connsiteX0" fmla="*/ 2015893 w 12192000"/>
              <a:gd name="connsiteY0" fmla="*/ 0 h 6858001"/>
              <a:gd name="connsiteX1" fmla="*/ 7266321 w 12192000"/>
              <a:gd name="connsiteY1" fmla="*/ 0 h 6858001"/>
              <a:gd name="connsiteX2" fmla="*/ 12192000 w 12192000"/>
              <a:gd name="connsiteY2" fmla="*/ 4925681 h 6858001"/>
              <a:gd name="connsiteX3" fmla="*/ 12192000 w 12192000"/>
              <a:gd name="connsiteY3" fmla="*/ 6858001 h 6858001"/>
              <a:gd name="connsiteX4" fmla="*/ 0 w 12192000"/>
              <a:gd name="connsiteY4" fmla="*/ 6858001 h 6858001"/>
              <a:gd name="connsiteX5" fmla="*/ 0 w 12192000"/>
              <a:gd name="connsiteY5" fmla="*/ 201589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2015893" y="0"/>
                </a:moveTo>
                <a:lnTo>
                  <a:pt x="7266321" y="0"/>
                </a:lnTo>
                <a:lnTo>
                  <a:pt x="12192000" y="4925681"/>
                </a:lnTo>
                <a:lnTo>
                  <a:pt x="12192000" y="6858001"/>
                </a:lnTo>
                <a:lnTo>
                  <a:pt x="0" y="6858001"/>
                </a:lnTo>
                <a:lnTo>
                  <a:pt x="0" y="2015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710BE4B-BD8C-3563-4A76-C717953F9FFB}"/>
              </a:ext>
            </a:extLst>
          </p:cNvPr>
          <p:cNvSpPr/>
          <p:nvPr userDrawn="1"/>
        </p:nvSpPr>
        <p:spPr>
          <a:xfrm>
            <a:off x="8351614" y="4277407"/>
            <a:ext cx="3840387" cy="2580593"/>
          </a:xfrm>
          <a:custGeom>
            <a:avLst/>
            <a:gdLst>
              <a:gd name="connsiteX0" fmla="*/ 2580593 w 3840387"/>
              <a:gd name="connsiteY0" fmla="*/ 0 h 2580593"/>
              <a:gd name="connsiteX1" fmla="*/ 3840387 w 3840387"/>
              <a:gd name="connsiteY1" fmla="*/ 1259794 h 2580593"/>
              <a:gd name="connsiteX2" fmla="*/ 3840387 w 3840387"/>
              <a:gd name="connsiteY2" fmla="*/ 2580593 h 2580593"/>
              <a:gd name="connsiteX3" fmla="*/ 0 w 3840387"/>
              <a:gd name="connsiteY3" fmla="*/ 2580593 h 2580593"/>
              <a:gd name="connsiteX4" fmla="*/ 2580593 w 3840387"/>
              <a:gd name="connsiteY4" fmla="*/ 0 h 2580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0387" h="2580593">
                <a:moveTo>
                  <a:pt x="2580593" y="0"/>
                </a:moveTo>
                <a:lnTo>
                  <a:pt x="3840387" y="1259794"/>
                </a:lnTo>
                <a:lnTo>
                  <a:pt x="3840387" y="2580593"/>
                </a:lnTo>
                <a:lnTo>
                  <a:pt x="0" y="2580593"/>
                </a:lnTo>
                <a:lnTo>
                  <a:pt x="2580593" y="0"/>
                </a:lnTo>
                <a:close/>
              </a:path>
            </a:pathLst>
          </a:custGeom>
          <a:solidFill>
            <a:srgbClr val="3B84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0065F464-A70C-4D03-6722-D73B47C26E81}"/>
              </a:ext>
            </a:extLst>
          </p:cNvPr>
          <p:cNvSpPr/>
          <p:nvPr userDrawn="1"/>
        </p:nvSpPr>
        <p:spPr>
          <a:xfrm>
            <a:off x="120479" y="0"/>
            <a:ext cx="12192000" cy="6858001"/>
          </a:xfrm>
          <a:custGeom>
            <a:avLst/>
            <a:gdLst>
              <a:gd name="connsiteX0" fmla="*/ 2015893 w 12192000"/>
              <a:gd name="connsiteY0" fmla="*/ 0 h 6858001"/>
              <a:gd name="connsiteX1" fmla="*/ 7266321 w 12192000"/>
              <a:gd name="connsiteY1" fmla="*/ 0 h 6858001"/>
              <a:gd name="connsiteX2" fmla="*/ 12192000 w 12192000"/>
              <a:gd name="connsiteY2" fmla="*/ 4925681 h 6858001"/>
              <a:gd name="connsiteX3" fmla="*/ 12192000 w 12192000"/>
              <a:gd name="connsiteY3" fmla="*/ 5537202 h 6858001"/>
              <a:gd name="connsiteX4" fmla="*/ 10932206 w 12192000"/>
              <a:gd name="connsiteY4" fmla="*/ 4277408 h 6858001"/>
              <a:gd name="connsiteX5" fmla="*/ 8351613 w 12192000"/>
              <a:gd name="connsiteY5" fmla="*/ 6858001 h 6858001"/>
              <a:gd name="connsiteX6" fmla="*/ 0 w 12192000"/>
              <a:gd name="connsiteY6" fmla="*/ 6858001 h 6858001"/>
              <a:gd name="connsiteX7" fmla="*/ 0 w 12192000"/>
              <a:gd name="connsiteY7" fmla="*/ 2015893 h 6858001"/>
              <a:gd name="connsiteX8" fmla="*/ 2015893 w 12192000"/>
              <a:gd name="connsiteY8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1">
                <a:moveTo>
                  <a:pt x="2015893" y="0"/>
                </a:moveTo>
                <a:lnTo>
                  <a:pt x="7266321" y="0"/>
                </a:lnTo>
                <a:lnTo>
                  <a:pt x="12192000" y="4925681"/>
                </a:lnTo>
                <a:lnTo>
                  <a:pt x="12192000" y="5537202"/>
                </a:lnTo>
                <a:lnTo>
                  <a:pt x="10932206" y="4277408"/>
                </a:lnTo>
                <a:lnTo>
                  <a:pt x="8351613" y="6858001"/>
                </a:lnTo>
                <a:lnTo>
                  <a:pt x="0" y="6858001"/>
                </a:lnTo>
                <a:lnTo>
                  <a:pt x="0" y="2015893"/>
                </a:lnTo>
                <a:lnTo>
                  <a:pt x="20158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B522D06-DC17-0540-9CD0-EFC428604106}"/>
              </a:ext>
            </a:extLst>
          </p:cNvPr>
          <p:cNvSpPr/>
          <p:nvPr userDrawn="1"/>
        </p:nvSpPr>
        <p:spPr>
          <a:xfrm rot="18900000">
            <a:off x="8483630" y="1290101"/>
            <a:ext cx="2908714" cy="2908714"/>
          </a:xfrm>
          <a:prstGeom prst="roundRect">
            <a:avLst/>
          </a:prstGeom>
          <a:noFill/>
          <a:ln w="76200">
            <a:solidFill>
              <a:srgbClr val="3B84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9611338-45C7-7CB5-3886-A961980D29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18853" y="843144"/>
            <a:ext cx="4614662" cy="4614661"/>
          </a:xfrm>
          <a:custGeom>
            <a:avLst/>
            <a:gdLst>
              <a:gd name="connsiteX0" fmla="*/ 2019854 w 4039708"/>
              <a:gd name="connsiteY0" fmla="*/ 0 h 4039707"/>
              <a:gd name="connsiteX1" fmla="*/ 2392928 w 4039708"/>
              <a:gd name="connsiteY1" fmla="*/ 154531 h 4039707"/>
              <a:gd name="connsiteX2" fmla="*/ 3885177 w 4039708"/>
              <a:gd name="connsiteY2" fmla="*/ 1646781 h 4039707"/>
              <a:gd name="connsiteX3" fmla="*/ 3885177 w 4039708"/>
              <a:gd name="connsiteY3" fmla="*/ 2392927 h 4039707"/>
              <a:gd name="connsiteX4" fmla="*/ 2392928 w 4039708"/>
              <a:gd name="connsiteY4" fmla="*/ 3885176 h 4039707"/>
              <a:gd name="connsiteX5" fmla="*/ 1646781 w 4039708"/>
              <a:gd name="connsiteY5" fmla="*/ 3885176 h 4039707"/>
              <a:gd name="connsiteX6" fmla="*/ 154533 w 4039708"/>
              <a:gd name="connsiteY6" fmla="*/ 2392927 h 4039707"/>
              <a:gd name="connsiteX7" fmla="*/ 154533 w 4039708"/>
              <a:gd name="connsiteY7" fmla="*/ 1646781 h 4039707"/>
              <a:gd name="connsiteX8" fmla="*/ 1646781 w 4039708"/>
              <a:gd name="connsiteY8" fmla="*/ 154531 h 4039707"/>
              <a:gd name="connsiteX9" fmla="*/ 2019854 w 4039708"/>
              <a:gd name="connsiteY9" fmla="*/ 0 h 4039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9708" h="4039707">
                <a:moveTo>
                  <a:pt x="2019854" y="0"/>
                </a:moveTo>
                <a:cubicBezTo>
                  <a:pt x="2154880" y="0"/>
                  <a:pt x="2289906" y="51510"/>
                  <a:pt x="2392928" y="154531"/>
                </a:cubicBezTo>
                <a:lnTo>
                  <a:pt x="3885177" y="1646781"/>
                </a:lnTo>
                <a:cubicBezTo>
                  <a:pt x="4091219" y="1852823"/>
                  <a:pt x="4091219" y="2186884"/>
                  <a:pt x="3885177" y="2392927"/>
                </a:cubicBezTo>
                <a:lnTo>
                  <a:pt x="2392928" y="3885176"/>
                </a:lnTo>
                <a:cubicBezTo>
                  <a:pt x="2186885" y="4091218"/>
                  <a:pt x="1852824" y="4091218"/>
                  <a:pt x="1646781" y="3885176"/>
                </a:cubicBezTo>
                <a:lnTo>
                  <a:pt x="154533" y="2392927"/>
                </a:lnTo>
                <a:cubicBezTo>
                  <a:pt x="-51510" y="2186884"/>
                  <a:pt x="-51510" y="1852823"/>
                  <a:pt x="154533" y="1646781"/>
                </a:cubicBezTo>
                <a:lnTo>
                  <a:pt x="1646781" y="154531"/>
                </a:lnTo>
                <a:cubicBezTo>
                  <a:pt x="1749803" y="51510"/>
                  <a:pt x="1884828" y="0"/>
                  <a:pt x="2019854" y="0"/>
                </a:cubicBezTo>
                <a:close/>
              </a:path>
            </a:pathLst>
          </a:custGeom>
          <a:ln w="76200">
            <a:solidFill>
              <a:schemeClr val="bg1"/>
            </a:solidFill>
          </a:ln>
        </p:spPr>
      </p:pic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75B6ACEA-1930-7F7E-273B-5D8B76441F20}"/>
              </a:ext>
            </a:extLst>
          </p:cNvPr>
          <p:cNvSpPr/>
          <p:nvPr userDrawn="1"/>
        </p:nvSpPr>
        <p:spPr>
          <a:xfrm>
            <a:off x="9955408" y="0"/>
            <a:ext cx="1919176" cy="843854"/>
          </a:xfrm>
          <a:custGeom>
            <a:avLst/>
            <a:gdLst>
              <a:gd name="connsiteX0" fmla="*/ 0 w 1919176"/>
              <a:gd name="connsiteY0" fmla="*/ 0 h 843854"/>
              <a:gd name="connsiteX1" fmla="*/ 1919176 w 1919176"/>
              <a:gd name="connsiteY1" fmla="*/ 0 h 843854"/>
              <a:gd name="connsiteX2" fmla="*/ 1157158 w 1919176"/>
              <a:gd name="connsiteY2" fmla="*/ 762018 h 843854"/>
              <a:gd name="connsiteX3" fmla="*/ 762018 w 1919176"/>
              <a:gd name="connsiteY3" fmla="*/ 762018 h 843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9176" h="843854">
                <a:moveTo>
                  <a:pt x="0" y="0"/>
                </a:moveTo>
                <a:lnTo>
                  <a:pt x="1919176" y="0"/>
                </a:lnTo>
                <a:lnTo>
                  <a:pt x="1157158" y="762018"/>
                </a:lnTo>
                <a:cubicBezTo>
                  <a:pt x="1048043" y="871133"/>
                  <a:pt x="871133" y="871133"/>
                  <a:pt x="762018" y="762018"/>
                </a:cubicBezTo>
                <a:close/>
              </a:path>
            </a:pathLst>
          </a:custGeom>
          <a:solidFill>
            <a:srgbClr val="3B84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E1B69F-8CFA-0739-08D1-F95DEAC322E9}"/>
              </a:ext>
            </a:extLst>
          </p:cNvPr>
          <p:cNvSpPr txBox="1"/>
          <p:nvPr userDrawn="1"/>
        </p:nvSpPr>
        <p:spPr>
          <a:xfrm>
            <a:off x="296814" y="1586236"/>
            <a:ext cx="57991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i="1" dirty="0">
                <a:solidFill>
                  <a:srgbClr val="3B84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6000" b="1" i="0" dirty="0">
                <a:solidFill>
                  <a:srgbClr val="3B84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人工智能导论</a:t>
            </a:r>
            <a:endParaRPr lang="en-US" altLang="zh-CN" sz="6000" b="1" i="0" dirty="0">
              <a:solidFill>
                <a:srgbClr val="3B84D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6000" b="1" i="0" dirty="0">
                <a:solidFill>
                  <a:srgbClr val="3B84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课堂展示</a:t>
            </a:r>
            <a:r>
              <a:rPr lang="en-US" altLang="zh-CN" sz="6000" b="1" i="0" dirty="0">
                <a:solidFill>
                  <a:srgbClr val="3B84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F0C512C-5228-C38F-5592-E726A97782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8878" y="4134629"/>
            <a:ext cx="677291" cy="677291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F325DF6-D29F-4DC5-B4C6-9B44A4FE6970}"/>
              </a:ext>
            </a:extLst>
          </p:cNvPr>
          <p:cNvGrpSpPr/>
          <p:nvPr userDrawn="1"/>
        </p:nvGrpSpPr>
        <p:grpSpPr>
          <a:xfrm>
            <a:off x="2233661" y="4302268"/>
            <a:ext cx="2935498" cy="1155537"/>
            <a:chOff x="2233661" y="4302268"/>
            <a:chExt cx="2935498" cy="1155537"/>
          </a:xfrm>
        </p:grpSpPr>
        <p:sp>
          <p:nvSpPr>
            <p:cNvPr id="24" name="TextBox 25">
              <a:extLst>
                <a:ext uri="{FF2B5EF4-FFF2-40B4-BE49-F238E27FC236}">
                  <a16:creationId xmlns:a16="http://schemas.microsoft.com/office/drawing/2014/main" id="{4ACCAEBC-8D3F-D8D7-EF7B-914393DD2713}"/>
                </a:ext>
              </a:extLst>
            </p:cNvPr>
            <p:cNvSpPr txBox="1"/>
            <p:nvPr userDrawn="1"/>
          </p:nvSpPr>
          <p:spPr>
            <a:xfrm>
              <a:off x="2233661" y="4302268"/>
              <a:ext cx="2486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8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汇报人：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22B071A-C2D9-9B66-B197-A6A2616C4C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41984" y="4823925"/>
              <a:ext cx="2827175" cy="0"/>
            </a:xfrm>
            <a:prstGeom prst="line">
              <a:avLst/>
            </a:prstGeom>
            <a:ln w="28575">
              <a:solidFill>
                <a:srgbClr val="EDBD4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25">
              <a:extLst>
                <a:ext uri="{FF2B5EF4-FFF2-40B4-BE49-F238E27FC236}">
                  <a16:creationId xmlns:a16="http://schemas.microsoft.com/office/drawing/2014/main" id="{D16F5B89-3811-4AE9-8D3F-2A9CC37496F8}"/>
                </a:ext>
              </a:extLst>
            </p:cNvPr>
            <p:cNvSpPr txBox="1"/>
            <p:nvPr userDrawn="1"/>
          </p:nvSpPr>
          <p:spPr>
            <a:xfrm>
              <a:off x="2233661" y="4934585"/>
              <a:ext cx="2486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8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组  号：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238F12D-480F-4681-81FF-275DFA25CB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41984" y="5456242"/>
              <a:ext cx="2827175" cy="0"/>
            </a:xfrm>
            <a:prstGeom prst="line">
              <a:avLst/>
            </a:prstGeom>
            <a:ln w="28575">
              <a:solidFill>
                <a:srgbClr val="EDBD4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4973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>
            <a:extLst>
              <a:ext uri="{FF2B5EF4-FFF2-40B4-BE49-F238E27FC236}">
                <a16:creationId xmlns:a16="http://schemas.microsoft.com/office/drawing/2014/main" id="{48448152-768A-C656-8599-A9552EBF91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84914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B66BE62-1131-2A0B-04B3-2137255913D2}"/>
              </a:ext>
            </a:extLst>
          </p:cNvPr>
          <p:cNvSpPr/>
          <p:nvPr userDrawn="1"/>
        </p:nvSpPr>
        <p:spPr>
          <a:xfrm>
            <a:off x="15043" y="2946"/>
            <a:ext cx="4581525" cy="6858000"/>
          </a:xfrm>
          <a:prstGeom prst="rect">
            <a:avLst/>
          </a:prstGeom>
          <a:solidFill>
            <a:srgbClr val="4D4D4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7F73C0-B4EE-5FB9-7A6C-95366A6B3A28}"/>
              </a:ext>
            </a:extLst>
          </p:cNvPr>
          <p:cNvSpPr/>
          <p:nvPr userDrawn="1"/>
        </p:nvSpPr>
        <p:spPr>
          <a:xfrm>
            <a:off x="4429125" y="0"/>
            <a:ext cx="257175" cy="6858000"/>
          </a:xfrm>
          <a:prstGeom prst="rect">
            <a:avLst/>
          </a:prstGeom>
          <a:solidFill>
            <a:srgbClr val="EDBD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2438A7-0186-3CF2-6FD3-959728CD7B3F}"/>
              </a:ext>
            </a:extLst>
          </p:cNvPr>
          <p:cNvSpPr txBox="1"/>
          <p:nvPr userDrawn="1"/>
        </p:nvSpPr>
        <p:spPr>
          <a:xfrm>
            <a:off x="1317625" y="1623358"/>
            <a:ext cx="1320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6FA8AC-0DDD-16CA-8779-BA525E7D1BEE}"/>
              </a:ext>
            </a:extLst>
          </p:cNvPr>
          <p:cNvSpPr txBox="1"/>
          <p:nvPr userDrawn="1"/>
        </p:nvSpPr>
        <p:spPr>
          <a:xfrm rot="16200000">
            <a:off x="552450" y="2345206"/>
            <a:ext cx="63055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endParaRPr lang="zh-CN" altLang="en-US" sz="12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B28B15-6BCF-8226-1809-C421DF166C9E}"/>
              </a:ext>
            </a:extLst>
          </p:cNvPr>
          <p:cNvSpPr/>
          <p:nvPr/>
        </p:nvSpPr>
        <p:spPr>
          <a:xfrm>
            <a:off x="6229350" y="1102789"/>
            <a:ext cx="4105275" cy="509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ED8D287-C76F-5828-E115-B503A04568DB}"/>
              </a:ext>
            </a:extLst>
          </p:cNvPr>
          <p:cNvGrpSpPr/>
          <p:nvPr userDrawn="1"/>
        </p:nvGrpSpPr>
        <p:grpSpPr>
          <a:xfrm>
            <a:off x="8351614" y="0"/>
            <a:ext cx="3840387" cy="6858000"/>
            <a:chOff x="8351614" y="0"/>
            <a:chExt cx="3840387" cy="6858000"/>
          </a:xfrm>
        </p:grpSpPr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AE68A645-91B5-90F0-169A-3147742121EF}"/>
                </a:ext>
              </a:extLst>
            </p:cNvPr>
            <p:cNvSpPr/>
            <p:nvPr userDrawn="1"/>
          </p:nvSpPr>
          <p:spPr>
            <a:xfrm>
              <a:off x="8351614" y="4277407"/>
              <a:ext cx="3840387" cy="2580593"/>
            </a:xfrm>
            <a:custGeom>
              <a:avLst/>
              <a:gdLst>
                <a:gd name="connsiteX0" fmla="*/ 2580593 w 3840387"/>
                <a:gd name="connsiteY0" fmla="*/ 0 h 2580593"/>
                <a:gd name="connsiteX1" fmla="*/ 3840387 w 3840387"/>
                <a:gd name="connsiteY1" fmla="*/ 1259794 h 2580593"/>
                <a:gd name="connsiteX2" fmla="*/ 3840387 w 3840387"/>
                <a:gd name="connsiteY2" fmla="*/ 2580593 h 2580593"/>
                <a:gd name="connsiteX3" fmla="*/ 0 w 3840387"/>
                <a:gd name="connsiteY3" fmla="*/ 2580593 h 2580593"/>
                <a:gd name="connsiteX4" fmla="*/ 2580593 w 3840387"/>
                <a:gd name="connsiteY4" fmla="*/ 0 h 2580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40387" h="2580593">
                  <a:moveTo>
                    <a:pt x="2580593" y="0"/>
                  </a:moveTo>
                  <a:lnTo>
                    <a:pt x="3840387" y="1259794"/>
                  </a:lnTo>
                  <a:lnTo>
                    <a:pt x="3840387" y="2580593"/>
                  </a:lnTo>
                  <a:lnTo>
                    <a:pt x="0" y="2580593"/>
                  </a:lnTo>
                  <a:lnTo>
                    <a:pt x="25805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F8961187-7DF7-1C7E-2CD7-EE7807AFB88A}"/>
                </a:ext>
              </a:extLst>
            </p:cNvPr>
            <p:cNvSpPr/>
            <p:nvPr userDrawn="1"/>
          </p:nvSpPr>
          <p:spPr>
            <a:xfrm>
              <a:off x="9955408" y="0"/>
              <a:ext cx="1919176" cy="843854"/>
            </a:xfrm>
            <a:custGeom>
              <a:avLst/>
              <a:gdLst>
                <a:gd name="connsiteX0" fmla="*/ 0 w 1919176"/>
                <a:gd name="connsiteY0" fmla="*/ 0 h 843854"/>
                <a:gd name="connsiteX1" fmla="*/ 1919176 w 1919176"/>
                <a:gd name="connsiteY1" fmla="*/ 0 h 843854"/>
                <a:gd name="connsiteX2" fmla="*/ 1157158 w 1919176"/>
                <a:gd name="connsiteY2" fmla="*/ 762018 h 843854"/>
                <a:gd name="connsiteX3" fmla="*/ 762018 w 1919176"/>
                <a:gd name="connsiteY3" fmla="*/ 762018 h 84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19176" h="843854">
                  <a:moveTo>
                    <a:pt x="0" y="0"/>
                  </a:moveTo>
                  <a:lnTo>
                    <a:pt x="1919176" y="0"/>
                  </a:lnTo>
                  <a:lnTo>
                    <a:pt x="1157158" y="762018"/>
                  </a:lnTo>
                  <a:cubicBezTo>
                    <a:pt x="1048043" y="871133"/>
                    <a:pt x="871133" y="871133"/>
                    <a:pt x="762018" y="762018"/>
                  </a:cubicBezTo>
                  <a:close/>
                </a:path>
              </a:pathLst>
            </a:custGeom>
            <a:solidFill>
              <a:srgbClr val="3B84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48A1F2E-F262-4C82-A1C7-D1B8A4C5D996}"/>
              </a:ext>
            </a:extLst>
          </p:cNvPr>
          <p:cNvSpPr txBox="1"/>
          <p:nvPr userDrawn="1"/>
        </p:nvSpPr>
        <p:spPr>
          <a:xfrm>
            <a:off x="5089890" y="570488"/>
            <a:ext cx="392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3B84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实验与课堂展示</a:t>
            </a:r>
            <a:r>
              <a:rPr lang="en-US" altLang="zh-CN" sz="3600" b="1" dirty="0">
                <a:solidFill>
                  <a:srgbClr val="3B84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3600" b="1" dirty="0">
              <a:solidFill>
                <a:srgbClr val="3B84D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7512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人员分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536A7DB-3968-F92C-07E8-176D2EBF1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000" y="819191"/>
            <a:ext cx="9144000" cy="6096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10013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BFE3E0-A074-8BC3-71C9-FE1EB9D7919F}"/>
              </a:ext>
            </a:extLst>
          </p:cNvPr>
          <p:cNvSpPr/>
          <p:nvPr userDrawn="1"/>
        </p:nvSpPr>
        <p:spPr>
          <a:xfrm>
            <a:off x="13148" y="1001337"/>
            <a:ext cx="12192000" cy="5913854"/>
          </a:xfrm>
          <a:prstGeom prst="rect">
            <a:avLst/>
          </a:prstGeom>
          <a:gradFill>
            <a:gsLst>
              <a:gs pos="9000">
                <a:schemeClr val="bg1"/>
              </a:gs>
              <a:gs pos="81000">
                <a:schemeClr val="bg1">
                  <a:alpha val="8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CFAD18-6B19-7448-7A43-C29F2E993D92}"/>
              </a:ext>
            </a:extLst>
          </p:cNvPr>
          <p:cNvSpPr txBox="1"/>
          <p:nvPr userDrawn="1"/>
        </p:nvSpPr>
        <p:spPr>
          <a:xfrm>
            <a:off x="3172078" y="2134567"/>
            <a:ext cx="66680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人员分工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F3C5830-2583-28FF-D503-4FDFA204315D}"/>
              </a:ext>
            </a:extLst>
          </p:cNvPr>
          <p:cNvSpPr/>
          <p:nvPr userDrawn="1"/>
        </p:nvSpPr>
        <p:spPr>
          <a:xfrm>
            <a:off x="8351614" y="4277407"/>
            <a:ext cx="3840387" cy="2580593"/>
          </a:xfrm>
          <a:custGeom>
            <a:avLst/>
            <a:gdLst>
              <a:gd name="connsiteX0" fmla="*/ 2580593 w 3840387"/>
              <a:gd name="connsiteY0" fmla="*/ 0 h 2580593"/>
              <a:gd name="connsiteX1" fmla="*/ 3840387 w 3840387"/>
              <a:gd name="connsiteY1" fmla="*/ 1259794 h 2580593"/>
              <a:gd name="connsiteX2" fmla="*/ 3840387 w 3840387"/>
              <a:gd name="connsiteY2" fmla="*/ 2580593 h 2580593"/>
              <a:gd name="connsiteX3" fmla="*/ 0 w 3840387"/>
              <a:gd name="connsiteY3" fmla="*/ 2580593 h 2580593"/>
              <a:gd name="connsiteX4" fmla="*/ 2580593 w 3840387"/>
              <a:gd name="connsiteY4" fmla="*/ 0 h 2580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0387" h="2580593">
                <a:moveTo>
                  <a:pt x="2580593" y="0"/>
                </a:moveTo>
                <a:lnTo>
                  <a:pt x="3840387" y="1259794"/>
                </a:lnTo>
                <a:lnTo>
                  <a:pt x="3840387" y="2580593"/>
                </a:lnTo>
                <a:lnTo>
                  <a:pt x="0" y="2580593"/>
                </a:lnTo>
                <a:lnTo>
                  <a:pt x="25805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881F8985-A172-8EBC-FF6A-E2630CE22981}"/>
              </a:ext>
            </a:extLst>
          </p:cNvPr>
          <p:cNvSpPr/>
          <p:nvPr userDrawn="1"/>
        </p:nvSpPr>
        <p:spPr>
          <a:xfrm rot="5400000">
            <a:off x="-338710" y="1326897"/>
            <a:ext cx="3158837" cy="2507718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151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人员分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71840-B8C8-47B8-A86B-AA9C2BBB2D96}"/>
              </a:ext>
            </a:extLst>
          </p:cNvPr>
          <p:cNvSpPr txBox="1"/>
          <p:nvPr userDrawn="1"/>
        </p:nvSpPr>
        <p:spPr>
          <a:xfrm>
            <a:off x="0" y="0"/>
            <a:ext cx="300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人员分工</a:t>
            </a:r>
          </a:p>
        </p:txBody>
      </p:sp>
    </p:spTree>
    <p:extLst>
      <p:ext uri="{BB962C8B-B14F-4D97-AF65-F5344CB8AC3E}">
        <p14:creationId xmlns:p14="http://schemas.microsoft.com/office/powerpoint/2010/main" val="3037216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实验类别、模型对象及结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536A7DB-3968-F92C-07E8-176D2EBF1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000" y="819191"/>
            <a:ext cx="9144000" cy="6096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10013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BFE3E0-A074-8BC3-71C9-FE1EB9D7919F}"/>
              </a:ext>
            </a:extLst>
          </p:cNvPr>
          <p:cNvSpPr/>
          <p:nvPr userDrawn="1"/>
        </p:nvSpPr>
        <p:spPr>
          <a:xfrm>
            <a:off x="13148" y="1001337"/>
            <a:ext cx="12192000" cy="5913854"/>
          </a:xfrm>
          <a:prstGeom prst="rect">
            <a:avLst/>
          </a:prstGeom>
          <a:gradFill>
            <a:gsLst>
              <a:gs pos="9000">
                <a:schemeClr val="bg1"/>
              </a:gs>
              <a:gs pos="81000">
                <a:schemeClr val="bg1">
                  <a:alpha val="8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CFAD18-6B19-7448-7A43-C29F2E993D92}"/>
              </a:ext>
            </a:extLst>
          </p:cNvPr>
          <p:cNvSpPr txBox="1"/>
          <p:nvPr userDrawn="1"/>
        </p:nvSpPr>
        <p:spPr>
          <a:xfrm>
            <a:off x="1428244" y="1605033"/>
            <a:ext cx="100462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实验类别及</a:t>
            </a:r>
            <a:endParaRPr lang="en-US" altLang="zh-CN" sz="9600" b="0" cap="none" spc="0" dirty="0">
              <a:ln w="0"/>
              <a:solidFill>
                <a:srgbClr val="3B84D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结果展示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F3C5830-2583-28FF-D503-4FDFA204315D}"/>
              </a:ext>
            </a:extLst>
          </p:cNvPr>
          <p:cNvSpPr/>
          <p:nvPr userDrawn="1"/>
        </p:nvSpPr>
        <p:spPr>
          <a:xfrm>
            <a:off x="8351614" y="4277407"/>
            <a:ext cx="3840387" cy="2580593"/>
          </a:xfrm>
          <a:custGeom>
            <a:avLst/>
            <a:gdLst>
              <a:gd name="connsiteX0" fmla="*/ 2580593 w 3840387"/>
              <a:gd name="connsiteY0" fmla="*/ 0 h 2580593"/>
              <a:gd name="connsiteX1" fmla="*/ 3840387 w 3840387"/>
              <a:gd name="connsiteY1" fmla="*/ 1259794 h 2580593"/>
              <a:gd name="connsiteX2" fmla="*/ 3840387 w 3840387"/>
              <a:gd name="connsiteY2" fmla="*/ 2580593 h 2580593"/>
              <a:gd name="connsiteX3" fmla="*/ 0 w 3840387"/>
              <a:gd name="connsiteY3" fmla="*/ 2580593 h 2580593"/>
              <a:gd name="connsiteX4" fmla="*/ 2580593 w 3840387"/>
              <a:gd name="connsiteY4" fmla="*/ 0 h 2580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0387" h="2580593">
                <a:moveTo>
                  <a:pt x="2580593" y="0"/>
                </a:moveTo>
                <a:lnTo>
                  <a:pt x="3840387" y="1259794"/>
                </a:lnTo>
                <a:lnTo>
                  <a:pt x="3840387" y="2580593"/>
                </a:lnTo>
                <a:lnTo>
                  <a:pt x="0" y="2580593"/>
                </a:lnTo>
                <a:lnTo>
                  <a:pt x="25805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881F8985-A172-8EBC-FF6A-E2630CE22981}"/>
              </a:ext>
            </a:extLst>
          </p:cNvPr>
          <p:cNvSpPr/>
          <p:nvPr userDrawn="1"/>
        </p:nvSpPr>
        <p:spPr>
          <a:xfrm rot="5400000">
            <a:off x="-338710" y="1326897"/>
            <a:ext cx="3158837" cy="2507718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131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实验类别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71840-B8C8-47B8-A86B-AA9C2BBB2D96}"/>
              </a:ext>
            </a:extLst>
          </p:cNvPr>
          <p:cNvSpPr txBox="1"/>
          <p:nvPr userDrawn="1"/>
        </p:nvSpPr>
        <p:spPr>
          <a:xfrm>
            <a:off x="0" y="0"/>
            <a:ext cx="300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实验类别</a:t>
            </a:r>
          </a:p>
        </p:txBody>
      </p:sp>
    </p:spTree>
    <p:extLst>
      <p:ext uri="{BB962C8B-B14F-4D97-AF65-F5344CB8AC3E}">
        <p14:creationId xmlns:p14="http://schemas.microsoft.com/office/powerpoint/2010/main" val="796158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结果展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71840-B8C8-47B8-A86B-AA9C2BBB2D96}"/>
              </a:ext>
            </a:extLst>
          </p:cNvPr>
          <p:cNvSpPr txBox="1"/>
          <p:nvPr userDrawn="1"/>
        </p:nvSpPr>
        <p:spPr>
          <a:xfrm>
            <a:off x="0" y="0"/>
            <a:ext cx="300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结果展示</a:t>
            </a:r>
          </a:p>
        </p:txBody>
      </p:sp>
    </p:spTree>
    <p:extLst>
      <p:ext uri="{BB962C8B-B14F-4D97-AF65-F5344CB8AC3E}">
        <p14:creationId xmlns:p14="http://schemas.microsoft.com/office/powerpoint/2010/main" val="3689895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实验设计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536A7DB-3968-F92C-07E8-176D2EBF1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000" y="819191"/>
            <a:ext cx="9144000" cy="6096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10013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BFE3E0-A074-8BC3-71C9-FE1EB9D7919F}"/>
              </a:ext>
            </a:extLst>
          </p:cNvPr>
          <p:cNvSpPr/>
          <p:nvPr userDrawn="1"/>
        </p:nvSpPr>
        <p:spPr>
          <a:xfrm>
            <a:off x="13148" y="1001337"/>
            <a:ext cx="12192000" cy="5913854"/>
          </a:xfrm>
          <a:prstGeom prst="rect">
            <a:avLst/>
          </a:prstGeom>
          <a:gradFill>
            <a:gsLst>
              <a:gs pos="9000">
                <a:schemeClr val="bg1"/>
              </a:gs>
              <a:gs pos="81000">
                <a:schemeClr val="bg1">
                  <a:alpha val="8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CFAD18-6B19-7448-7A43-C29F2E993D92}"/>
              </a:ext>
            </a:extLst>
          </p:cNvPr>
          <p:cNvSpPr txBox="1"/>
          <p:nvPr userDrawn="1"/>
        </p:nvSpPr>
        <p:spPr>
          <a:xfrm>
            <a:off x="1768110" y="1905506"/>
            <a:ext cx="96699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实验设计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F3C5830-2583-28FF-D503-4FDFA204315D}"/>
              </a:ext>
            </a:extLst>
          </p:cNvPr>
          <p:cNvSpPr/>
          <p:nvPr userDrawn="1"/>
        </p:nvSpPr>
        <p:spPr>
          <a:xfrm>
            <a:off x="8351614" y="4277407"/>
            <a:ext cx="3840387" cy="2580593"/>
          </a:xfrm>
          <a:custGeom>
            <a:avLst/>
            <a:gdLst>
              <a:gd name="connsiteX0" fmla="*/ 2580593 w 3840387"/>
              <a:gd name="connsiteY0" fmla="*/ 0 h 2580593"/>
              <a:gd name="connsiteX1" fmla="*/ 3840387 w 3840387"/>
              <a:gd name="connsiteY1" fmla="*/ 1259794 h 2580593"/>
              <a:gd name="connsiteX2" fmla="*/ 3840387 w 3840387"/>
              <a:gd name="connsiteY2" fmla="*/ 2580593 h 2580593"/>
              <a:gd name="connsiteX3" fmla="*/ 0 w 3840387"/>
              <a:gd name="connsiteY3" fmla="*/ 2580593 h 2580593"/>
              <a:gd name="connsiteX4" fmla="*/ 2580593 w 3840387"/>
              <a:gd name="connsiteY4" fmla="*/ 0 h 2580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0387" h="2580593">
                <a:moveTo>
                  <a:pt x="2580593" y="0"/>
                </a:moveTo>
                <a:lnTo>
                  <a:pt x="3840387" y="1259794"/>
                </a:lnTo>
                <a:lnTo>
                  <a:pt x="3840387" y="2580593"/>
                </a:lnTo>
                <a:lnTo>
                  <a:pt x="0" y="2580593"/>
                </a:lnTo>
                <a:lnTo>
                  <a:pt x="25805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881F8985-A172-8EBC-FF6A-E2630CE22981}"/>
              </a:ext>
            </a:extLst>
          </p:cNvPr>
          <p:cNvSpPr/>
          <p:nvPr userDrawn="1"/>
        </p:nvSpPr>
        <p:spPr>
          <a:xfrm rot="5400000">
            <a:off x="-338710" y="1326897"/>
            <a:ext cx="3158837" cy="2507718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425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设计思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71840-B8C8-47B8-A86B-AA9C2BBB2D96}"/>
              </a:ext>
            </a:extLst>
          </p:cNvPr>
          <p:cNvSpPr txBox="1"/>
          <p:nvPr userDrawn="1"/>
        </p:nvSpPr>
        <p:spPr>
          <a:xfrm>
            <a:off x="0" y="0"/>
            <a:ext cx="300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设计思路</a:t>
            </a:r>
          </a:p>
        </p:txBody>
      </p:sp>
    </p:spTree>
    <p:extLst>
      <p:ext uri="{BB962C8B-B14F-4D97-AF65-F5344CB8AC3E}">
        <p14:creationId xmlns:p14="http://schemas.microsoft.com/office/powerpoint/2010/main" val="3459994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设计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71840-B8C8-47B8-A86B-AA9C2BBB2D96}"/>
              </a:ext>
            </a:extLst>
          </p:cNvPr>
          <p:cNvSpPr txBox="1"/>
          <p:nvPr userDrawn="1"/>
        </p:nvSpPr>
        <p:spPr>
          <a:xfrm>
            <a:off x="0" y="0"/>
            <a:ext cx="300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设计内容</a:t>
            </a:r>
          </a:p>
        </p:txBody>
      </p:sp>
    </p:spTree>
    <p:extLst>
      <p:ext uri="{BB962C8B-B14F-4D97-AF65-F5344CB8AC3E}">
        <p14:creationId xmlns:p14="http://schemas.microsoft.com/office/powerpoint/2010/main" val="3649474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实验过程展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536A7DB-3968-F92C-07E8-176D2EBF1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000" y="819191"/>
            <a:ext cx="9144000" cy="6096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10013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BFE3E0-A074-8BC3-71C9-FE1EB9D7919F}"/>
              </a:ext>
            </a:extLst>
          </p:cNvPr>
          <p:cNvSpPr/>
          <p:nvPr userDrawn="1"/>
        </p:nvSpPr>
        <p:spPr>
          <a:xfrm>
            <a:off x="13148" y="1001337"/>
            <a:ext cx="12192000" cy="5913854"/>
          </a:xfrm>
          <a:prstGeom prst="rect">
            <a:avLst/>
          </a:prstGeom>
          <a:gradFill>
            <a:gsLst>
              <a:gs pos="9000">
                <a:schemeClr val="bg1"/>
              </a:gs>
              <a:gs pos="81000">
                <a:schemeClr val="bg1">
                  <a:alpha val="8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CFAD18-6B19-7448-7A43-C29F2E993D92}"/>
              </a:ext>
            </a:extLst>
          </p:cNvPr>
          <p:cNvSpPr txBox="1"/>
          <p:nvPr userDrawn="1"/>
        </p:nvSpPr>
        <p:spPr>
          <a:xfrm>
            <a:off x="1768110" y="1905506"/>
            <a:ext cx="96699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zh-CN" altLang="en-US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实验过程展示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F3C5830-2583-28FF-D503-4FDFA204315D}"/>
              </a:ext>
            </a:extLst>
          </p:cNvPr>
          <p:cNvSpPr/>
          <p:nvPr userDrawn="1"/>
        </p:nvSpPr>
        <p:spPr>
          <a:xfrm>
            <a:off x="8351614" y="4277407"/>
            <a:ext cx="3840387" cy="2580593"/>
          </a:xfrm>
          <a:custGeom>
            <a:avLst/>
            <a:gdLst>
              <a:gd name="connsiteX0" fmla="*/ 2580593 w 3840387"/>
              <a:gd name="connsiteY0" fmla="*/ 0 h 2580593"/>
              <a:gd name="connsiteX1" fmla="*/ 3840387 w 3840387"/>
              <a:gd name="connsiteY1" fmla="*/ 1259794 h 2580593"/>
              <a:gd name="connsiteX2" fmla="*/ 3840387 w 3840387"/>
              <a:gd name="connsiteY2" fmla="*/ 2580593 h 2580593"/>
              <a:gd name="connsiteX3" fmla="*/ 0 w 3840387"/>
              <a:gd name="connsiteY3" fmla="*/ 2580593 h 2580593"/>
              <a:gd name="connsiteX4" fmla="*/ 2580593 w 3840387"/>
              <a:gd name="connsiteY4" fmla="*/ 0 h 2580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0387" h="2580593">
                <a:moveTo>
                  <a:pt x="2580593" y="0"/>
                </a:moveTo>
                <a:lnTo>
                  <a:pt x="3840387" y="1259794"/>
                </a:lnTo>
                <a:lnTo>
                  <a:pt x="3840387" y="2580593"/>
                </a:lnTo>
                <a:lnTo>
                  <a:pt x="0" y="2580593"/>
                </a:lnTo>
                <a:lnTo>
                  <a:pt x="25805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881F8985-A172-8EBC-FF6A-E2630CE22981}"/>
              </a:ext>
            </a:extLst>
          </p:cNvPr>
          <p:cNvSpPr/>
          <p:nvPr userDrawn="1"/>
        </p:nvSpPr>
        <p:spPr>
          <a:xfrm rot="5400000">
            <a:off x="-338710" y="1326897"/>
            <a:ext cx="3158837" cy="2507718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91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实验过程展示：数据准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71840-B8C8-47B8-A86B-AA9C2BBB2D96}"/>
              </a:ext>
            </a:extLst>
          </p:cNvPr>
          <p:cNvSpPr txBox="1"/>
          <p:nvPr userDrawn="1"/>
        </p:nvSpPr>
        <p:spPr>
          <a:xfrm>
            <a:off x="0" y="0"/>
            <a:ext cx="6315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实验过程展示：数据准备</a:t>
            </a:r>
          </a:p>
        </p:txBody>
      </p:sp>
    </p:spTree>
    <p:extLst>
      <p:ext uri="{BB962C8B-B14F-4D97-AF65-F5344CB8AC3E}">
        <p14:creationId xmlns:p14="http://schemas.microsoft.com/office/powerpoint/2010/main" val="1504240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实验过程展示：模型训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71840-B8C8-47B8-A86B-AA9C2BBB2D96}"/>
              </a:ext>
            </a:extLst>
          </p:cNvPr>
          <p:cNvSpPr txBox="1"/>
          <p:nvPr userDrawn="1"/>
        </p:nvSpPr>
        <p:spPr>
          <a:xfrm>
            <a:off x="0" y="0"/>
            <a:ext cx="6315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实验过程展示：模型训练</a:t>
            </a:r>
          </a:p>
        </p:txBody>
      </p:sp>
    </p:spTree>
    <p:extLst>
      <p:ext uri="{BB962C8B-B14F-4D97-AF65-F5344CB8AC3E}">
        <p14:creationId xmlns:p14="http://schemas.microsoft.com/office/powerpoint/2010/main" val="3273404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实验过程展示：模型检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71840-B8C8-47B8-A86B-AA9C2BBB2D96}"/>
              </a:ext>
            </a:extLst>
          </p:cNvPr>
          <p:cNvSpPr txBox="1"/>
          <p:nvPr userDrawn="1"/>
        </p:nvSpPr>
        <p:spPr>
          <a:xfrm>
            <a:off x="0" y="0"/>
            <a:ext cx="6315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实验过程展示：模型检验</a:t>
            </a:r>
          </a:p>
        </p:txBody>
      </p:sp>
    </p:spTree>
    <p:extLst>
      <p:ext uri="{BB962C8B-B14F-4D97-AF65-F5344CB8AC3E}">
        <p14:creationId xmlns:p14="http://schemas.microsoft.com/office/powerpoint/2010/main" val="2907743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注意事项及经验介绍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536A7DB-3968-F92C-07E8-176D2EBF1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000" y="819191"/>
            <a:ext cx="9144000" cy="6096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10013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BFE3E0-A074-8BC3-71C9-FE1EB9D7919F}"/>
              </a:ext>
            </a:extLst>
          </p:cNvPr>
          <p:cNvSpPr/>
          <p:nvPr userDrawn="1"/>
        </p:nvSpPr>
        <p:spPr>
          <a:xfrm>
            <a:off x="13148" y="1001337"/>
            <a:ext cx="12192000" cy="5913854"/>
          </a:xfrm>
          <a:prstGeom prst="rect">
            <a:avLst/>
          </a:prstGeom>
          <a:gradFill>
            <a:gsLst>
              <a:gs pos="9000">
                <a:schemeClr val="bg1"/>
              </a:gs>
              <a:gs pos="81000">
                <a:schemeClr val="bg1">
                  <a:alpha val="8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CFAD18-6B19-7448-7A43-C29F2E993D92}"/>
              </a:ext>
            </a:extLst>
          </p:cNvPr>
          <p:cNvSpPr txBox="1"/>
          <p:nvPr userDrawn="1"/>
        </p:nvSpPr>
        <p:spPr>
          <a:xfrm>
            <a:off x="1014874" y="1905506"/>
            <a:ext cx="110095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注意事项及</a:t>
            </a:r>
            <a:endParaRPr lang="en-US" altLang="zh-CN" sz="9600" b="0" cap="none" spc="0" dirty="0">
              <a:ln w="0"/>
              <a:solidFill>
                <a:srgbClr val="3B84D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9600" b="0" cap="none" spc="0" dirty="0">
                <a:ln w="0"/>
                <a:solidFill>
                  <a:srgbClr val="3B84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经验介绍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F3C5830-2583-28FF-D503-4FDFA204315D}"/>
              </a:ext>
            </a:extLst>
          </p:cNvPr>
          <p:cNvSpPr/>
          <p:nvPr userDrawn="1"/>
        </p:nvSpPr>
        <p:spPr>
          <a:xfrm>
            <a:off x="8351614" y="4277407"/>
            <a:ext cx="3840387" cy="2580593"/>
          </a:xfrm>
          <a:custGeom>
            <a:avLst/>
            <a:gdLst>
              <a:gd name="connsiteX0" fmla="*/ 2580593 w 3840387"/>
              <a:gd name="connsiteY0" fmla="*/ 0 h 2580593"/>
              <a:gd name="connsiteX1" fmla="*/ 3840387 w 3840387"/>
              <a:gd name="connsiteY1" fmla="*/ 1259794 h 2580593"/>
              <a:gd name="connsiteX2" fmla="*/ 3840387 w 3840387"/>
              <a:gd name="connsiteY2" fmla="*/ 2580593 h 2580593"/>
              <a:gd name="connsiteX3" fmla="*/ 0 w 3840387"/>
              <a:gd name="connsiteY3" fmla="*/ 2580593 h 2580593"/>
              <a:gd name="connsiteX4" fmla="*/ 2580593 w 3840387"/>
              <a:gd name="connsiteY4" fmla="*/ 0 h 2580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0387" h="2580593">
                <a:moveTo>
                  <a:pt x="2580593" y="0"/>
                </a:moveTo>
                <a:lnTo>
                  <a:pt x="3840387" y="1259794"/>
                </a:lnTo>
                <a:lnTo>
                  <a:pt x="3840387" y="2580593"/>
                </a:lnTo>
                <a:lnTo>
                  <a:pt x="0" y="2580593"/>
                </a:lnTo>
                <a:lnTo>
                  <a:pt x="25805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881F8985-A172-8EBC-FF6A-E2630CE22981}"/>
              </a:ext>
            </a:extLst>
          </p:cNvPr>
          <p:cNvSpPr/>
          <p:nvPr userDrawn="1"/>
        </p:nvSpPr>
        <p:spPr>
          <a:xfrm rot="5400000">
            <a:off x="-338710" y="1326897"/>
            <a:ext cx="3158837" cy="2507718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906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注意事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71840-B8C8-47B8-A86B-AA9C2BBB2D96}"/>
              </a:ext>
            </a:extLst>
          </p:cNvPr>
          <p:cNvSpPr txBox="1"/>
          <p:nvPr userDrawn="1"/>
        </p:nvSpPr>
        <p:spPr>
          <a:xfrm>
            <a:off x="0" y="0"/>
            <a:ext cx="300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383592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经验介绍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71840-B8C8-47B8-A86B-AA9C2BBB2D96}"/>
              </a:ext>
            </a:extLst>
          </p:cNvPr>
          <p:cNvSpPr txBox="1"/>
          <p:nvPr userDrawn="1"/>
        </p:nvSpPr>
        <p:spPr>
          <a:xfrm>
            <a:off x="0" y="0"/>
            <a:ext cx="300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经验介绍</a:t>
            </a:r>
          </a:p>
        </p:txBody>
      </p:sp>
    </p:spTree>
    <p:extLst>
      <p:ext uri="{BB962C8B-B14F-4D97-AF65-F5344CB8AC3E}">
        <p14:creationId xmlns:p14="http://schemas.microsoft.com/office/powerpoint/2010/main" val="1865011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未来预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71840-B8C8-47B8-A86B-AA9C2BBB2D96}"/>
              </a:ext>
            </a:extLst>
          </p:cNvPr>
          <p:cNvSpPr txBox="1"/>
          <p:nvPr userDrawn="1"/>
        </p:nvSpPr>
        <p:spPr>
          <a:xfrm>
            <a:off x="0" y="0"/>
            <a:ext cx="300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未来预期</a:t>
            </a:r>
          </a:p>
        </p:txBody>
      </p:sp>
    </p:spTree>
    <p:extLst>
      <p:ext uri="{BB962C8B-B14F-4D97-AF65-F5344CB8AC3E}">
        <p14:creationId xmlns:p14="http://schemas.microsoft.com/office/powerpoint/2010/main" val="449867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其他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09173D-DC63-8C96-1EF1-8A749A543981}"/>
              </a:ext>
            </a:extLst>
          </p:cNvPr>
          <p:cNvSpPr/>
          <p:nvPr userDrawn="1"/>
        </p:nvSpPr>
        <p:spPr>
          <a:xfrm>
            <a:off x="0" y="0"/>
            <a:ext cx="12192000" cy="635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889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4588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尾">
    <p:bg>
      <p:bgPr>
        <a:solidFill>
          <a:srgbClr val="4D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 hidden="1">
            <a:extLst>
              <a:ext uri="{FF2B5EF4-FFF2-40B4-BE49-F238E27FC236}">
                <a16:creationId xmlns:a16="http://schemas.microsoft.com/office/drawing/2014/main" id="{2542640D-E5E0-5034-E061-FD681DD19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509" y="89513"/>
            <a:ext cx="12192000" cy="6858000"/>
          </a:xfrm>
          <a:prstGeom prst="rect">
            <a:avLst/>
          </a:prstGeom>
        </p:spPr>
      </p:pic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A41169BC-CB17-FE2B-E95F-4CFFA6031D11}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custGeom>
            <a:avLst/>
            <a:gdLst>
              <a:gd name="connsiteX0" fmla="*/ 2015893 w 12192000"/>
              <a:gd name="connsiteY0" fmla="*/ 0 h 6858001"/>
              <a:gd name="connsiteX1" fmla="*/ 7266321 w 12192000"/>
              <a:gd name="connsiteY1" fmla="*/ 0 h 6858001"/>
              <a:gd name="connsiteX2" fmla="*/ 12192000 w 12192000"/>
              <a:gd name="connsiteY2" fmla="*/ 4925681 h 6858001"/>
              <a:gd name="connsiteX3" fmla="*/ 12192000 w 12192000"/>
              <a:gd name="connsiteY3" fmla="*/ 6858001 h 6858001"/>
              <a:gd name="connsiteX4" fmla="*/ 0 w 12192000"/>
              <a:gd name="connsiteY4" fmla="*/ 6858001 h 6858001"/>
              <a:gd name="connsiteX5" fmla="*/ 0 w 12192000"/>
              <a:gd name="connsiteY5" fmla="*/ 201589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2015893" y="0"/>
                </a:moveTo>
                <a:lnTo>
                  <a:pt x="7266321" y="0"/>
                </a:lnTo>
                <a:lnTo>
                  <a:pt x="12192000" y="4925681"/>
                </a:lnTo>
                <a:lnTo>
                  <a:pt x="12192000" y="6858001"/>
                </a:lnTo>
                <a:lnTo>
                  <a:pt x="0" y="6858001"/>
                </a:lnTo>
                <a:lnTo>
                  <a:pt x="0" y="2015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507FAD33-94F7-2EC9-180E-39EC41A197BD}"/>
              </a:ext>
            </a:extLst>
          </p:cNvPr>
          <p:cNvSpPr/>
          <p:nvPr userDrawn="1"/>
        </p:nvSpPr>
        <p:spPr>
          <a:xfrm>
            <a:off x="8351614" y="4277407"/>
            <a:ext cx="3840387" cy="2580593"/>
          </a:xfrm>
          <a:custGeom>
            <a:avLst/>
            <a:gdLst>
              <a:gd name="connsiteX0" fmla="*/ 2580593 w 3840387"/>
              <a:gd name="connsiteY0" fmla="*/ 0 h 2580593"/>
              <a:gd name="connsiteX1" fmla="*/ 3840387 w 3840387"/>
              <a:gd name="connsiteY1" fmla="*/ 1259794 h 2580593"/>
              <a:gd name="connsiteX2" fmla="*/ 3840387 w 3840387"/>
              <a:gd name="connsiteY2" fmla="*/ 2580593 h 2580593"/>
              <a:gd name="connsiteX3" fmla="*/ 0 w 3840387"/>
              <a:gd name="connsiteY3" fmla="*/ 2580593 h 2580593"/>
              <a:gd name="connsiteX4" fmla="*/ 2580593 w 3840387"/>
              <a:gd name="connsiteY4" fmla="*/ 0 h 2580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0387" h="2580593">
                <a:moveTo>
                  <a:pt x="2580593" y="0"/>
                </a:moveTo>
                <a:lnTo>
                  <a:pt x="3840387" y="1259794"/>
                </a:lnTo>
                <a:lnTo>
                  <a:pt x="3840387" y="2580593"/>
                </a:lnTo>
                <a:lnTo>
                  <a:pt x="0" y="2580593"/>
                </a:lnTo>
                <a:lnTo>
                  <a:pt x="25805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29DCB549-9D66-8DBD-A16C-0F2444C6F967}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custGeom>
            <a:avLst/>
            <a:gdLst>
              <a:gd name="connsiteX0" fmla="*/ 2015893 w 12192000"/>
              <a:gd name="connsiteY0" fmla="*/ 0 h 6858001"/>
              <a:gd name="connsiteX1" fmla="*/ 7266321 w 12192000"/>
              <a:gd name="connsiteY1" fmla="*/ 0 h 6858001"/>
              <a:gd name="connsiteX2" fmla="*/ 12192000 w 12192000"/>
              <a:gd name="connsiteY2" fmla="*/ 4925681 h 6858001"/>
              <a:gd name="connsiteX3" fmla="*/ 12192000 w 12192000"/>
              <a:gd name="connsiteY3" fmla="*/ 5537202 h 6858001"/>
              <a:gd name="connsiteX4" fmla="*/ 10932206 w 12192000"/>
              <a:gd name="connsiteY4" fmla="*/ 4277408 h 6858001"/>
              <a:gd name="connsiteX5" fmla="*/ 8351613 w 12192000"/>
              <a:gd name="connsiteY5" fmla="*/ 6858001 h 6858001"/>
              <a:gd name="connsiteX6" fmla="*/ 0 w 12192000"/>
              <a:gd name="connsiteY6" fmla="*/ 6858001 h 6858001"/>
              <a:gd name="connsiteX7" fmla="*/ 0 w 12192000"/>
              <a:gd name="connsiteY7" fmla="*/ 2015893 h 6858001"/>
              <a:gd name="connsiteX8" fmla="*/ 2015893 w 12192000"/>
              <a:gd name="connsiteY8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1">
                <a:moveTo>
                  <a:pt x="2015893" y="0"/>
                </a:moveTo>
                <a:lnTo>
                  <a:pt x="7266321" y="0"/>
                </a:lnTo>
                <a:lnTo>
                  <a:pt x="12192000" y="4925681"/>
                </a:lnTo>
                <a:lnTo>
                  <a:pt x="12192000" y="5537202"/>
                </a:lnTo>
                <a:lnTo>
                  <a:pt x="10932206" y="4277408"/>
                </a:lnTo>
                <a:lnTo>
                  <a:pt x="8351613" y="6858001"/>
                </a:lnTo>
                <a:lnTo>
                  <a:pt x="0" y="6858001"/>
                </a:lnTo>
                <a:lnTo>
                  <a:pt x="0" y="2015893"/>
                </a:lnTo>
                <a:lnTo>
                  <a:pt x="20158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964C2FBB-BA01-83C6-769B-32596F6CCD0B}"/>
              </a:ext>
            </a:extLst>
          </p:cNvPr>
          <p:cNvSpPr/>
          <p:nvPr userDrawn="1"/>
        </p:nvSpPr>
        <p:spPr>
          <a:xfrm rot="18900000">
            <a:off x="8483630" y="1290101"/>
            <a:ext cx="2908714" cy="2908714"/>
          </a:xfrm>
          <a:prstGeom prst="roundRect">
            <a:avLst/>
          </a:prstGeom>
          <a:noFill/>
          <a:ln w="76200">
            <a:solidFill>
              <a:srgbClr val="3B84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7D9DCEA2-8DF9-BF26-073D-CA7D74C6AE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18853" y="843144"/>
            <a:ext cx="4614662" cy="4614661"/>
          </a:xfrm>
          <a:custGeom>
            <a:avLst/>
            <a:gdLst>
              <a:gd name="connsiteX0" fmla="*/ 2019854 w 4039708"/>
              <a:gd name="connsiteY0" fmla="*/ 0 h 4039707"/>
              <a:gd name="connsiteX1" fmla="*/ 2392928 w 4039708"/>
              <a:gd name="connsiteY1" fmla="*/ 154531 h 4039707"/>
              <a:gd name="connsiteX2" fmla="*/ 3885177 w 4039708"/>
              <a:gd name="connsiteY2" fmla="*/ 1646781 h 4039707"/>
              <a:gd name="connsiteX3" fmla="*/ 3885177 w 4039708"/>
              <a:gd name="connsiteY3" fmla="*/ 2392927 h 4039707"/>
              <a:gd name="connsiteX4" fmla="*/ 2392928 w 4039708"/>
              <a:gd name="connsiteY4" fmla="*/ 3885176 h 4039707"/>
              <a:gd name="connsiteX5" fmla="*/ 1646781 w 4039708"/>
              <a:gd name="connsiteY5" fmla="*/ 3885176 h 4039707"/>
              <a:gd name="connsiteX6" fmla="*/ 154533 w 4039708"/>
              <a:gd name="connsiteY6" fmla="*/ 2392927 h 4039707"/>
              <a:gd name="connsiteX7" fmla="*/ 154533 w 4039708"/>
              <a:gd name="connsiteY7" fmla="*/ 1646781 h 4039707"/>
              <a:gd name="connsiteX8" fmla="*/ 1646781 w 4039708"/>
              <a:gd name="connsiteY8" fmla="*/ 154531 h 4039707"/>
              <a:gd name="connsiteX9" fmla="*/ 2019854 w 4039708"/>
              <a:gd name="connsiteY9" fmla="*/ 0 h 4039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9708" h="4039707">
                <a:moveTo>
                  <a:pt x="2019854" y="0"/>
                </a:moveTo>
                <a:cubicBezTo>
                  <a:pt x="2154880" y="0"/>
                  <a:pt x="2289906" y="51510"/>
                  <a:pt x="2392928" y="154531"/>
                </a:cubicBezTo>
                <a:lnTo>
                  <a:pt x="3885177" y="1646781"/>
                </a:lnTo>
                <a:cubicBezTo>
                  <a:pt x="4091219" y="1852823"/>
                  <a:pt x="4091219" y="2186884"/>
                  <a:pt x="3885177" y="2392927"/>
                </a:cubicBezTo>
                <a:lnTo>
                  <a:pt x="2392928" y="3885176"/>
                </a:lnTo>
                <a:cubicBezTo>
                  <a:pt x="2186885" y="4091218"/>
                  <a:pt x="1852824" y="4091218"/>
                  <a:pt x="1646781" y="3885176"/>
                </a:cubicBezTo>
                <a:lnTo>
                  <a:pt x="154533" y="2392927"/>
                </a:lnTo>
                <a:cubicBezTo>
                  <a:pt x="-51510" y="2186884"/>
                  <a:pt x="-51510" y="1852823"/>
                  <a:pt x="154533" y="1646781"/>
                </a:cubicBezTo>
                <a:lnTo>
                  <a:pt x="1646781" y="154531"/>
                </a:lnTo>
                <a:cubicBezTo>
                  <a:pt x="1749803" y="51510"/>
                  <a:pt x="1884828" y="0"/>
                  <a:pt x="2019854" y="0"/>
                </a:cubicBezTo>
                <a:close/>
              </a:path>
            </a:pathLst>
          </a:custGeom>
          <a:ln w="76200">
            <a:solidFill>
              <a:schemeClr val="bg1"/>
            </a:solidFill>
          </a:ln>
        </p:spPr>
      </p:pic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24514030-7997-14CE-4FF8-F0FC1A61D9CE}"/>
              </a:ext>
            </a:extLst>
          </p:cNvPr>
          <p:cNvSpPr/>
          <p:nvPr userDrawn="1"/>
        </p:nvSpPr>
        <p:spPr>
          <a:xfrm>
            <a:off x="9955408" y="0"/>
            <a:ext cx="1919176" cy="843854"/>
          </a:xfrm>
          <a:custGeom>
            <a:avLst/>
            <a:gdLst>
              <a:gd name="connsiteX0" fmla="*/ 0 w 1919176"/>
              <a:gd name="connsiteY0" fmla="*/ 0 h 843854"/>
              <a:gd name="connsiteX1" fmla="*/ 1919176 w 1919176"/>
              <a:gd name="connsiteY1" fmla="*/ 0 h 843854"/>
              <a:gd name="connsiteX2" fmla="*/ 1157158 w 1919176"/>
              <a:gd name="connsiteY2" fmla="*/ 762018 h 843854"/>
              <a:gd name="connsiteX3" fmla="*/ 762018 w 1919176"/>
              <a:gd name="connsiteY3" fmla="*/ 762018 h 843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9176" h="843854">
                <a:moveTo>
                  <a:pt x="0" y="0"/>
                </a:moveTo>
                <a:lnTo>
                  <a:pt x="1919176" y="0"/>
                </a:lnTo>
                <a:lnTo>
                  <a:pt x="1157158" y="762018"/>
                </a:lnTo>
                <a:cubicBezTo>
                  <a:pt x="1048043" y="871133"/>
                  <a:pt x="871133" y="871133"/>
                  <a:pt x="762018" y="762018"/>
                </a:cubicBezTo>
                <a:close/>
              </a:path>
            </a:pathLst>
          </a:custGeom>
          <a:solidFill>
            <a:srgbClr val="3B84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3904E28-4817-C1E5-1214-6FD1E46E7656}"/>
              </a:ext>
            </a:extLst>
          </p:cNvPr>
          <p:cNvSpPr txBox="1"/>
          <p:nvPr userDrawn="1"/>
        </p:nvSpPr>
        <p:spPr>
          <a:xfrm>
            <a:off x="1406950" y="2338232"/>
            <a:ext cx="4614662" cy="1794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3B84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 工 智 能</a:t>
            </a:r>
            <a:endParaRPr lang="en-US" altLang="zh-CN" sz="4000" b="1" dirty="0">
              <a:solidFill>
                <a:srgbClr val="3B84D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3B84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 领 未 来 科 技</a:t>
            </a:r>
          </a:p>
        </p:txBody>
      </p:sp>
    </p:spTree>
    <p:extLst>
      <p:ext uri="{BB962C8B-B14F-4D97-AF65-F5344CB8AC3E}">
        <p14:creationId xmlns:p14="http://schemas.microsoft.com/office/powerpoint/2010/main" val="30828145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1" Type="http://schemas.openxmlformats.org/officeDocument/2006/relationships/theme" Target="../theme/theme1.xml" /><Relationship Id="rId20" Type="http://schemas.openxmlformats.org/officeDocument/2006/relationships/slideLayout" Target="../slideLayouts/slideLayout20.xml" /><Relationship Id="rId17" Type="http://schemas.openxmlformats.org/officeDocument/2006/relationships/slideLayout" Target="../slideLayouts/slideLayout17.xml" /><Relationship Id="rId16" Type="http://schemas.openxmlformats.org/officeDocument/2006/relationships/slideLayout" Target="../slideLayouts/slideLayout16.xml" /><Relationship Id="rId19" Type="http://schemas.openxmlformats.org/officeDocument/2006/relationships/slideLayout" Target="../slideLayouts/slideLayout19.xml" /><Relationship Id="rId14" Type="http://schemas.openxmlformats.org/officeDocument/2006/relationships/slideLayout" Target="../slideLayouts/slideLayout14.xml" /><Relationship Id="rId13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3" Type="http://schemas.openxmlformats.org/officeDocument/2006/relationships/slideLayout" Target="../slideLayouts/slideLayout3.xml" /><Relationship Id="rId9" Type="http://schemas.openxmlformats.org/officeDocument/2006/relationships/slideLayout" Target="../slideLayouts/slideLayout9.xml" /><Relationship Id="rId4" Type="http://schemas.openxmlformats.org/officeDocument/2006/relationships/slideLayout" Target="../slideLayouts/slideLayout4.xml" /><Relationship Id="rId15" Type="http://schemas.openxmlformats.org/officeDocument/2006/relationships/slideLayout" Target="../slideLayouts/slideLayout15.xml" /><Relationship Id="rId11" Type="http://schemas.openxmlformats.org/officeDocument/2006/relationships/slideLayout" Target="../slideLayouts/slideLayout11.xml" /><Relationship Id="rId10" Type="http://schemas.openxmlformats.org/officeDocument/2006/relationships/slideLayout" Target="../slideLayouts/slideLayout10.xml" /><Relationship Id="rId2" Type="http://schemas.openxmlformats.org/officeDocument/2006/relationships/slideLayout" Target="../slideLayouts/slideLayout2.xml" /><Relationship Id="rId18" Type="http://schemas.openxmlformats.org/officeDocument/2006/relationships/slideLayout" Target="../slideLayouts/slideLayout18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8" Type="http://schemas.openxmlformats.org/officeDocument/2006/relationships/slideLayout" Target="../slideLayouts/slideLayout8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96E64-783D-463C-BA44-F5AF67B46485}" type="datetimeFigureOut">
              <a:rPr lang="zh-CN" altLang="en-US" smtClean="0"/>
              <a:pPr/>
              <a:t>2025/3/25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676CA-DACA-4216-AE75-62203F83776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30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0" r:id="rId2"/>
    <p:sldLayoutId id="2147483783" r:id="rId3"/>
    <p:sldLayoutId id="2147483789" r:id="rId4"/>
    <p:sldLayoutId id="2147483790" r:id="rId5"/>
    <p:sldLayoutId id="2147483801" r:id="rId6"/>
    <p:sldLayoutId id="2147483803" r:id="rId7"/>
    <p:sldLayoutId id="2147483800" r:id="rId8"/>
    <p:sldLayoutId id="2147483806" r:id="rId9"/>
    <p:sldLayoutId id="2147483807" r:id="rId10"/>
    <p:sldLayoutId id="2147483805" r:id="rId11"/>
    <p:sldLayoutId id="2147483791" r:id="rId12"/>
    <p:sldLayoutId id="2147483796" r:id="rId13"/>
    <p:sldLayoutId id="2147483799" r:id="rId14"/>
    <p:sldLayoutId id="2147483794" r:id="rId15"/>
    <p:sldLayoutId id="2147483795" r:id="rId16"/>
    <p:sldLayoutId id="2147483798" r:id="rId17"/>
    <p:sldLayoutId id="2147483808" r:id="rId18"/>
    <p:sldLayoutId id="2147483804" r:id="rId19"/>
    <p:sldLayoutId id="214748376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4" Type="http://schemas.openxmlformats.org/officeDocument/2006/relationships/notesSlide" Target="../notesSlides/notesSlide2.xml" /><Relationship Id="rId2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4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5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6.xml" /></Relationships>
</file>

<file path=ppt/slides/_rels/slide7.xml.rels><?xml version="1.0" encoding="UTF-8" standalone="yes"?><Relationships xmlns="http://schemas.openxmlformats.org/package/2006/relationships"><Relationship Id="rId4" Type="http://schemas.openxmlformats.org/officeDocument/2006/relationships/image" Target="../media/image8.jpeg" /><Relationship Id="rId3" Type="http://schemas.openxmlformats.org/officeDocument/2006/relationships/image" Target="../media/image7.jpeg" /><Relationship Id="rId2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8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9.xml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0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1.xml" 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slideLayout" Target="../slideLayouts/slideLayout12.xml" /></Relationships>
</file>

<file path=ppt/slides/_rels/slide13.xml.rels><?xml version="1.0" encoding="UTF-8" standalone="yes"?><Relationships xmlns="http://schemas.openxmlformats.org/package/2006/relationships"><Relationship Id="rId4" Type="http://schemas.openxmlformats.org/officeDocument/2006/relationships/image" Target="../media/image11.jpeg" /><Relationship Id="rId6" Type="http://schemas.openxmlformats.org/officeDocument/2006/relationships/image" Target="../media/image13.jpeg" /><Relationship Id="rId3" Type="http://schemas.openxmlformats.org/officeDocument/2006/relationships/image" Target="../media/image10.jpeg" /><Relationship Id="rId5" Type="http://schemas.openxmlformats.org/officeDocument/2006/relationships/image" Target="../media/image12.jpeg" /><Relationship Id="rId2" Type="http://schemas.openxmlformats.org/officeDocument/2006/relationships/slideLayout" Target="../slideLayouts/slideLayout13.xml" /></Relationships>
</file>

<file path=ppt/slides/_rels/slide14.xml.rels><?xml version="1.0" encoding="UTF-8" standalone="yes"?><Relationships xmlns="http://schemas.openxmlformats.org/package/2006/relationships"><Relationship Id="rId4" Type="http://schemas.openxmlformats.org/officeDocument/2006/relationships/image" Target="../media/image15.jpg" /><Relationship Id="rId3" Type="http://schemas.openxmlformats.org/officeDocument/2006/relationships/image" Target="../media/image14.jpg" /><Relationship Id="rId2" Type="http://schemas.openxmlformats.org/officeDocument/2006/relationships/slideLayout" Target="../slideLayouts/slideLayout14.xml" /></Relationships>
</file>

<file path=ppt/slides/_rels/slide15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5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6.xml" 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7.xml" /></Relationships>
</file>

<file path=ppt/slides/_rels/slide18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8.xml" /></Relationships>
</file>

<file path=ppt/slides/_rels/slide19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07301911-682E-428C-80B7-318D4C42374E}"/>
              </a:ext>
            </a:extLst>
          </p:cNvPr>
          <p:cNvSpPr/>
          <p:nvPr/>
        </p:nvSpPr>
        <p:spPr>
          <a:xfrm>
            <a:off x="3637368" y="4300917"/>
            <a:ext cx="11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t>周钰杰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836077-5CAA-4395-8DDE-E32AABDBDA6A}"/>
              </a:ext>
            </a:extLst>
          </p:cNvPr>
          <p:cNvSpPr/>
          <p:nvPr/>
        </p:nvSpPr>
        <p:spPr>
          <a:xfrm>
            <a:off x="3637368" y="4932096"/>
            <a:ext cx="11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t>14组</a:t>
            </a:r>
          </a:p>
        </p:txBody>
      </p:sp>
    </p:spTree>
    <p:extLst>
      <p:ext uri="{BB962C8B-B14F-4D97-AF65-F5344CB8AC3E}">
        <p14:creationId xmlns:p14="http://schemas.microsoft.com/office/powerpoint/2010/main" val="2784074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D34388-DC9F-469F-9288-17BDD7DD92BC}"/>
              </a:ext>
            </a:extLst>
          </p:cNvPr>
          <p:cNvSpPr/>
          <p:nvPr/>
        </p:nvSpPr>
        <p:spPr>
          <a:xfrm>
            <a:off x="6063464" y="1876695"/>
            <a:ext cx="4105275" cy="50904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endParaRPr altLang="en-US" dirty="0" lang="zh-CN">
              <a:solidFill>
                <a:schemeClr val="tx1"/>
              </a:solidFill>
              <a:ea typeface="楷体" panose="02010609060101010101" pitchFamily="49" charset="-122"/>
              <a:latin typeface="楷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A52DB1-D99D-4E19-840D-B3B2CF79E1C5}"/>
              </a:ext>
            </a:extLst>
          </p:cNvPr>
          <p:cNvSpPr/>
          <p:nvPr/>
        </p:nvSpPr>
        <p:spPr>
          <a:xfrm>
            <a:off x="6063464" y="2650601"/>
            <a:ext cx="4105275" cy="50904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endParaRPr altLang="en-US" dirty="0" lang="zh-CN">
              <a:solidFill>
                <a:schemeClr val="tx1"/>
              </a:solidFill>
              <a:ea typeface="楷体" panose="02010609060101010101" pitchFamily="49" charset="-122"/>
              <a:latin typeface="楷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A0B440-B962-48CA-AA82-B6842462D019}"/>
              </a:ext>
            </a:extLst>
          </p:cNvPr>
          <p:cNvSpPr/>
          <p:nvPr/>
        </p:nvSpPr>
        <p:spPr>
          <a:xfrm>
            <a:off x="6063464" y="3424507"/>
            <a:ext cx="4105275" cy="50904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endParaRPr altLang="en-US" dirty="0" lang="zh-CN">
              <a:solidFill>
                <a:schemeClr val="tx1"/>
              </a:solidFill>
              <a:ea typeface="楷体" panose="02010609060101010101" pitchFamily="49" charset="-122"/>
              <a:latin typeface="楷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CF9B3E-FAA0-4AC4-90F1-6684564A524E}"/>
              </a:ext>
            </a:extLst>
          </p:cNvPr>
          <p:cNvSpPr/>
          <p:nvPr/>
        </p:nvSpPr>
        <p:spPr>
          <a:xfrm>
            <a:off x="6063464" y="4198412"/>
            <a:ext cx="4105275" cy="50904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endParaRPr altLang="en-US" dirty="0" lang="zh-CN">
              <a:solidFill>
                <a:schemeClr val="tx1"/>
              </a:solidFill>
              <a:ea typeface="楷体" panose="02010609060101010101" pitchFamily="49" charset="-122"/>
              <a:latin typeface="楷体" panose="02010609060101010101" pitchFamily="49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19CEEB3-F813-41BB-B807-088AA6A74D21}"/>
              </a:ext>
            </a:extLst>
          </p:cNvPr>
          <p:cNvGrpSpPr/>
          <p:nvPr/>
        </p:nvGrpSpPr>
        <p:grpSpPr>
          <a:xfrm>
            <a:off x="5226847" y="1751110"/>
            <a:ext cx="6300258" cy="2840892"/>
            <a:chOff x="5456352" y="1093082"/>
            <a:chExt cx="4010656" cy="2840892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5F451BE3-0D11-48C1-9852-9E6890CE4B51}"/>
                </a:ext>
              </a:extLst>
            </p:cNvPr>
            <p:cNvSpPr/>
            <p:nvPr/>
          </p:nvSpPr>
          <p:spPr>
            <a:xfrm>
              <a:off x="5456352" y="1102789"/>
              <a:ext cx="915987" cy="509047"/>
            </a:xfrm>
            <a:custGeom>
              <a:avLst/>
              <a:gdLst>
                <a:gd name="connsiteX0" fmla="*/ 0 w 915987"/>
                <a:gd name="connsiteY0" fmla="*/ 0 h 509047"/>
                <a:gd name="connsiteX1" fmla="*/ 820132 w 915987"/>
                <a:gd name="connsiteY1" fmla="*/ 0 h 509047"/>
                <a:gd name="connsiteX2" fmla="*/ 820132 w 915987"/>
                <a:gd name="connsiteY2" fmla="*/ 175803 h 509047"/>
                <a:gd name="connsiteX3" fmla="*/ 915987 w 915987"/>
                <a:gd name="connsiteY3" fmla="*/ 254524 h 509047"/>
                <a:gd name="connsiteX4" fmla="*/ 820132 w 915987"/>
                <a:gd name="connsiteY4" fmla="*/ 333244 h 509047"/>
                <a:gd name="connsiteX5" fmla="*/ 820132 w 915987"/>
                <a:gd name="connsiteY5" fmla="*/ 509047 h 509047"/>
                <a:gd name="connsiteX6" fmla="*/ 0 w 915987"/>
                <a:gd name="connsiteY6" fmla="*/ 509047 h 509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h="509047" w="915987">
                  <a:moveTo>
                    <a:pt x="0" y="0"/>
                  </a:moveTo>
                  <a:lnTo>
                    <a:pt x="820132" y="0"/>
                  </a:lnTo>
                  <a:lnTo>
                    <a:pt x="820132" y="175803"/>
                  </a:lnTo>
                  <a:lnTo>
                    <a:pt x="915987" y="254524"/>
                  </a:lnTo>
                  <a:lnTo>
                    <a:pt x="820132" y="333244"/>
                  </a:lnTo>
                  <a:lnTo>
                    <a:pt x="820132" y="509047"/>
                  </a:lnTo>
                  <a:lnTo>
                    <a:pt x="0" y="509047"/>
                  </a:lnTo>
                  <a:close/>
                </a:path>
              </a:pathLst>
            </a:custGeom>
            <a:solidFill>
              <a:srgbClr val="3B84D5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rIns="46800" rtlCol="0" anchor="ctr">
              <a:noAutofit/>
            </a:bodyPr>
            <a:lstStyle/>
            <a:p>
              <a:pPr algn="ctr"/>
              <a:r>
                <a:rPr altLang="zh-CN" dirty="0" lang="en-US" b="1" sz="3600">
                  <a:ea typeface="黑体" panose="02010609060101010101" pitchFamily="49" charset="-122"/>
                  <a:latin typeface="黑体" panose="02010609060101010101" pitchFamily="49" charset="-122"/>
                </a:rPr>
                <a:t>1</a:t>
              </a:r>
              <a:endParaRPr altLang="en-US" dirty="0" lang="zh-CN" b="1" sz="3600">
                <a:ea typeface="黑体" panose="02010609060101010101" pitchFamily="49" charset="-122"/>
                <a:latin typeface="黑体" panose="020106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C918ECE-431C-41BA-8860-26BA9999A389}"/>
                </a:ext>
              </a:extLst>
            </p:cNvPr>
            <p:cNvSpPr/>
            <p:nvPr/>
          </p:nvSpPr>
          <p:spPr>
            <a:xfrm>
              <a:off x="6448426" y="1093082"/>
              <a:ext cx="29198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  <a:defRPr/>
              </a:pPr>
              <a:r>
                <a:rPr altLang="en-US" dirty="0" kern="100" lang="zh-CN" b="0" sz="28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cs typeface="Times New Roman" panose="02020603050405020304" pitchFamily="18" charset="0"/>
                  <a:ea typeface="黑体" panose="02010609060101010101" pitchFamily="49" charset="-122"/>
                  <a:latin typeface="黑体" panose="02010609060101010101" pitchFamily="49" charset="-122"/>
                </a:rPr>
                <a:t>人员分工</a:t>
              </a:r>
              <a:endParaRPr altLang="zh-CN" dirty="0" kern="100" lang="zh-CN" b="0" sz="2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Times New Roman" panose="02020603050405020304" pitchFamily="18" charset="0"/>
                <a:ea typeface="黑体" panose="02010609060101010101" pitchFamily="49" charset="-122"/>
                <a:latin typeface="黑体" panose="02010609060101010101" pitchFamily="49" charset="-122"/>
              </a:endParaRP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72538A1E-0951-48B3-A193-EA4DE7B9B8F6}"/>
                </a:ext>
              </a:extLst>
            </p:cNvPr>
            <p:cNvSpPr/>
            <p:nvPr/>
          </p:nvSpPr>
          <p:spPr>
            <a:xfrm>
              <a:off x="5456352" y="1876694"/>
              <a:ext cx="915987" cy="509047"/>
            </a:xfrm>
            <a:custGeom>
              <a:avLst/>
              <a:gdLst>
                <a:gd name="connsiteX0" fmla="*/ 0 w 915987"/>
                <a:gd name="connsiteY0" fmla="*/ 0 h 509047"/>
                <a:gd name="connsiteX1" fmla="*/ 820132 w 915987"/>
                <a:gd name="connsiteY1" fmla="*/ 0 h 509047"/>
                <a:gd name="connsiteX2" fmla="*/ 820132 w 915987"/>
                <a:gd name="connsiteY2" fmla="*/ 175803 h 509047"/>
                <a:gd name="connsiteX3" fmla="*/ 915987 w 915987"/>
                <a:gd name="connsiteY3" fmla="*/ 254524 h 509047"/>
                <a:gd name="connsiteX4" fmla="*/ 820132 w 915987"/>
                <a:gd name="connsiteY4" fmla="*/ 333244 h 509047"/>
                <a:gd name="connsiteX5" fmla="*/ 820132 w 915987"/>
                <a:gd name="connsiteY5" fmla="*/ 509047 h 509047"/>
                <a:gd name="connsiteX6" fmla="*/ 0 w 915987"/>
                <a:gd name="connsiteY6" fmla="*/ 509047 h 509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h="509047" w="915987">
                  <a:moveTo>
                    <a:pt x="0" y="0"/>
                  </a:moveTo>
                  <a:lnTo>
                    <a:pt x="820132" y="0"/>
                  </a:lnTo>
                  <a:lnTo>
                    <a:pt x="820132" y="175803"/>
                  </a:lnTo>
                  <a:lnTo>
                    <a:pt x="915987" y="254524"/>
                  </a:lnTo>
                  <a:lnTo>
                    <a:pt x="820132" y="333244"/>
                  </a:lnTo>
                  <a:lnTo>
                    <a:pt x="820132" y="509047"/>
                  </a:lnTo>
                  <a:lnTo>
                    <a:pt x="0" y="509047"/>
                  </a:lnTo>
                  <a:close/>
                </a:path>
              </a:pathLst>
            </a:custGeom>
            <a:solidFill>
              <a:srgbClr val="3B84D5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rIns="46800" rtlCol="0" anchor="ctr">
              <a:noAutofit/>
            </a:bodyPr>
            <a:lstStyle/>
            <a:p>
              <a:pPr algn="ctr"/>
              <a:r>
                <a:rPr altLang="zh-CN" dirty="0" lang="en-US" b="1" sz="3600">
                  <a:ea typeface="黑体" panose="02010609060101010101" pitchFamily="49" charset="-122"/>
                  <a:latin typeface="黑体" panose="02010609060101010101" pitchFamily="49" charset="-122"/>
                </a:rPr>
                <a:t>2</a:t>
              </a:r>
              <a:endParaRPr altLang="en-US" dirty="0" lang="zh-CN" b="1" sz="3600">
                <a:ea typeface="黑体" panose="02010609060101010101" pitchFamily="49" charset="-122"/>
                <a:latin typeface="黑体" panose="02010609060101010101" pitchFamily="49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DD5D8AC-E7EF-45BC-9610-8C0353F57461}"/>
                </a:ext>
              </a:extLst>
            </p:cNvPr>
            <p:cNvSpPr/>
            <p:nvPr/>
          </p:nvSpPr>
          <p:spPr>
            <a:xfrm>
              <a:off x="6438900" y="1871478"/>
              <a:ext cx="30281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  <a:defRPr/>
              </a:pPr>
              <a:r>
                <a:rPr altLang="en-US" kern="100" lang="zh-CN" b="0" sz="28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cs typeface="Times New Roman" panose="02020603050405020304" pitchFamily="18" charset="0"/>
                  <a:ea typeface="黑体" panose="02010609060101010101" pitchFamily="49" charset="-122"/>
                  <a:latin typeface="黑体" panose="02010609060101010101" pitchFamily="49" charset="-122"/>
                </a:rPr>
                <a:t>实验类别及</a:t>
              </a:r>
              <a:r>
                <a:rPr altLang="en-US" dirty="0" kern="100" lang="zh-CN" b="0" sz="28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cs typeface="Times New Roman" panose="02020603050405020304" pitchFamily="18" charset="0"/>
                  <a:ea typeface="黑体" panose="02010609060101010101" pitchFamily="49" charset="-122"/>
                  <a:latin typeface="黑体" panose="02010609060101010101" pitchFamily="49" charset="-122"/>
                </a:rPr>
                <a:t>结果</a:t>
              </a:r>
              <a:endParaRPr altLang="zh-CN" dirty="0" kern="100" lang="zh-CN" b="0" sz="2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Times New Roman" panose="02020603050405020304" pitchFamily="18" charset="0"/>
                <a:ea typeface="黑体" panose="02010609060101010101" pitchFamily="49" charset="-122"/>
                <a:latin typeface="黑体" panose="02010609060101010101" pitchFamily="49" charset="-122"/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42154B65-D84B-486C-8332-CF349F034FCA}"/>
                </a:ext>
              </a:extLst>
            </p:cNvPr>
            <p:cNvSpPr/>
            <p:nvPr/>
          </p:nvSpPr>
          <p:spPr>
            <a:xfrm>
              <a:off x="5456352" y="2650601"/>
              <a:ext cx="915987" cy="509047"/>
            </a:xfrm>
            <a:custGeom>
              <a:avLst/>
              <a:gdLst>
                <a:gd name="connsiteX0" fmla="*/ 0 w 915987"/>
                <a:gd name="connsiteY0" fmla="*/ 0 h 509047"/>
                <a:gd name="connsiteX1" fmla="*/ 820132 w 915987"/>
                <a:gd name="connsiteY1" fmla="*/ 0 h 509047"/>
                <a:gd name="connsiteX2" fmla="*/ 820132 w 915987"/>
                <a:gd name="connsiteY2" fmla="*/ 175803 h 509047"/>
                <a:gd name="connsiteX3" fmla="*/ 915987 w 915987"/>
                <a:gd name="connsiteY3" fmla="*/ 254524 h 509047"/>
                <a:gd name="connsiteX4" fmla="*/ 820132 w 915987"/>
                <a:gd name="connsiteY4" fmla="*/ 333244 h 509047"/>
                <a:gd name="connsiteX5" fmla="*/ 820132 w 915987"/>
                <a:gd name="connsiteY5" fmla="*/ 509047 h 509047"/>
                <a:gd name="connsiteX6" fmla="*/ 0 w 915987"/>
                <a:gd name="connsiteY6" fmla="*/ 509047 h 509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h="509047" w="915987">
                  <a:moveTo>
                    <a:pt x="0" y="0"/>
                  </a:moveTo>
                  <a:lnTo>
                    <a:pt x="820132" y="0"/>
                  </a:lnTo>
                  <a:lnTo>
                    <a:pt x="820132" y="175803"/>
                  </a:lnTo>
                  <a:lnTo>
                    <a:pt x="915987" y="254524"/>
                  </a:lnTo>
                  <a:lnTo>
                    <a:pt x="820132" y="333244"/>
                  </a:lnTo>
                  <a:lnTo>
                    <a:pt x="820132" y="509047"/>
                  </a:lnTo>
                  <a:lnTo>
                    <a:pt x="0" y="509047"/>
                  </a:lnTo>
                  <a:close/>
                </a:path>
              </a:pathLst>
            </a:custGeom>
            <a:solidFill>
              <a:srgbClr val="3B84D5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rIns="46800" rtlCol="0" anchor="ctr">
              <a:noAutofit/>
            </a:bodyPr>
            <a:lstStyle/>
            <a:p>
              <a:pPr algn="ctr"/>
              <a:r>
                <a:rPr altLang="zh-CN" dirty="0" lang="en-US" b="1" sz="3600">
                  <a:ea typeface="黑体" panose="02010609060101010101" pitchFamily="49" charset="-122"/>
                  <a:latin typeface="黑体" panose="02010609060101010101" pitchFamily="49" charset="-122"/>
                </a:rPr>
                <a:t>3</a:t>
              </a:r>
              <a:endParaRPr altLang="en-US" dirty="0" lang="zh-CN" b="1" sz="3600">
                <a:ea typeface="黑体" panose="02010609060101010101" pitchFamily="49" charset="-122"/>
                <a:latin typeface="黑体" panose="02010609060101010101" pitchFamily="49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2F74206-FE61-46DB-A773-56318225D4FC}"/>
                </a:ext>
              </a:extLst>
            </p:cNvPr>
            <p:cNvSpPr/>
            <p:nvPr/>
          </p:nvSpPr>
          <p:spPr>
            <a:xfrm>
              <a:off x="6419850" y="2653032"/>
              <a:ext cx="29400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  <a:defRPr/>
              </a:pPr>
              <a:r>
                <a:rPr altLang="en-US" dirty="0" kern="100" lang="zh-CN" sz="2800">
                  <a:solidFill>
                    <a:schemeClr val="tx1">
                      <a:lumMod val="75000"/>
                      <a:lumOff val="25000"/>
                    </a:schemeClr>
                  </a:solidFill>
                  <a:cs typeface="Times New Roman" panose="02020603050405020304" pitchFamily="18" charset="0"/>
                  <a:ea typeface="黑体" panose="02010609060101010101" pitchFamily="49" charset="-122"/>
                  <a:latin typeface="黑体" panose="02010609060101010101" pitchFamily="49" charset="-122"/>
                </a:rPr>
                <a:t>实验设计</a:t>
              </a:r>
              <a:endParaRPr altLang="zh-CN" dirty="0" kern="100" lang="zh-CN" sz="2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Times New Roman" panose="02020603050405020304" pitchFamily="18" charset="0"/>
                <a:ea typeface="黑体" panose="02010609060101010101" pitchFamily="49" charset="-122"/>
                <a:latin typeface="黑体" panose="02010609060101010101" pitchFamily="49" charset="-122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DD2B0489-9715-474D-8DDF-E25B583998E6}"/>
                </a:ext>
              </a:extLst>
            </p:cNvPr>
            <p:cNvSpPr/>
            <p:nvPr/>
          </p:nvSpPr>
          <p:spPr>
            <a:xfrm>
              <a:off x="5456352" y="3424507"/>
              <a:ext cx="915987" cy="509047"/>
            </a:xfrm>
            <a:custGeom>
              <a:avLst/>
              <a:gdLst>
                <a:gd name="connsiteX0" fmla="*/ 0 w 915987"/>
                <a:gd name="connsiteY0" fmla="*/ 0 h 509047"/>
                <a:gd name="connsiteX1" fmla="*/ 820132 w 915987"/>
                <a:gd name="connsiteY1" fmla="*/ 0 h 509047"/>
                <a:gd name="connsiteX2" fmla="*/ 820132 w 915987"/>
                <a:gd name="connsiteY2" fmla="*/ 175803 h 509047"/>
                <a:gd name="connsiteX3" fmla="*/ 915987 w 915987"/>
                <a:gd name="connsiteY3" fmla="*/ 254524 h 509047"/>
                <a:gd name="connsiteX4" fmla="*/ 820132 w 915987"/>
                <a:gd name="connsiteY4" fmla="*/ 333244 h 509047"/>
                <a:gd name="connsiteX5" fmla="*/ 820132 w 915987"/>
                <a:gd name="connsiteY5" fmla="*/ 509047 h 509047"/>
                <a:gd name="connsiteX6" fmla="*/ 0 w 915987"/>
                <a:gd name="connsiteY6" fmla="*/ 509047 h 509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h="509047" w="915987">
                  <a:moveTo>
                    <a:pt x="0" y="0"/>
                  </a:moveTo>
                  <a:lnTo>
                    <a:pt x="820132" y="0"/>
                  </a:lnTo>
                  <a:lnTo>
                    <a:pt x="820132" y="175803"/>
                  </a:lnTo>
                  <a:lnTo>
                    <a:pt x="915987" y="254524"/>
                  </a:lnTo>
                  <a:lnTo>
                    <a:pt x="820132" y="333244"/>
                  </a:lnTo>
                  <a:lnTo>
                    <a:pt x="820132" y="509047"/>
                  </a:lnTo>
                  <a:lnTo>
                    <a:pt x="0" y="509047"/>
                  </a:lnTo>
                  <a:close/>
                </a:path>
              </a:pathLst>
            </a:custGeom>
            <a:solidFill>
              <a:srgbClr val="3B84D5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rIns="46800" rtlCol="0" anchor="ctr">
              <a:noAutofit/>
            </a:bodyPr>
            <a:lstStyle/>
            <a:p>
              <a:pPr algn="ctr"/>
              <a:r>
                <a:rPr altLang="zh-CN" dirty="0" lang="en-US" b="1" sz="3600">
                  <a:ea typeface="黑体" panose="02010609060101010101" pitchFamily="49" charset="-122"/>
                  <a:latin typeface="黑体" panose="02010609060101010101" pitchFamily="49" charset="-122"/>
                </a:rPr>
                <a:t>4</a:t>
              </a:r>
              <a:endParaRPr altLang="en-US" dirty="0" lang="zh-CN" b="1" sz="3600">
                <a:ea typeface="黑体" panose="02010609060101010101" pitchFamily="49" charset="-122"/>
                <a:latin typeface="黑体" panose="02010609060101010101" pitchFamily="49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401023A-ED3B-484D-AE1E-D35723B9B548}"/>
                </a:ext>
              </a:extLst>
            </p:cNvPr>
            <p:cNvSpPr/>
            <p:nvPr/>
          </p:nvSpPr>
          <p:spPr>
            <a:xfrm>
              <a:off x="6438900" y="3410754"/>
              <a:ext cx="2926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  <a:defRPr/>
              </a:pPr>
              <a:r>
                <a:rPr altLang="en-US" dirty="0" kern="100" lang="zh-CN" sz="2800">
                  <a:solidFill>
                    <a:schemeClr val="tx1">
                      <a:lumMod val="75000"/>
                      <a:lumOff val="25000"/>
                    </a:schemeClr>
                  </a:solidFill>
                  <a:cs typeface="Times New Roman" panose="02020603050405020304" pitchFamily="18" charset="0"/>
                  <a:ea typeface="黑体" panose="02010609060101010101" pitchFamily="49" charset="-122"/>
                  <a:latin typeface="黑体" panose="02010609060101010101" pitchFamily="49" charset="-122"/>
                </a:rPr>
                <a:t>实验过程展示</a:t>
              </a:r>
              <a:endParaRPr altLang="zh-CN" dirty="0" kern="100" lang="zh-CN" sz="2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Times New Roman" panose="02020603050405020304" pitchFamily="18" charset="0"/>
                <a:ea typeface="黑体" panose="02010609060101010101" pitchFamily="49" charset="-122"/>
                <a:latin typeface="黑体" panose="02010609060101010101" pitchFamily="49" charset="-122"/>
              </a:endParaRPr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95FA0C63-AF2C-46BB-A98C-D409C1B4B607}"/>
              </a:ext>
            </a:extLst>
          </p:cNvPr>
          <p:cNvSpPr/>
          <p:nvPr/>
        </p:nvSpPr>
        <p:spPr>
          <a:xfrm>
            <a:off x="5226847" y="4837089"/>
            <a:ext cx="1438905" cy="509047"/>
          </a:xfrm>
          <a:custGeom>
            <a:avLst/>
            <a:gdLst>
              <a:gd name="connsiteX0" fmla="*/ 0 w 915987"/>
              <a:gd name="connsiteY0" fmla="*/ 0 h 509047"/>
              <a:gd name="connsiteX1" fmla="*/ 820132 w 915987"/>
              <a:gd name="connsiteY1" fmla="*/ 0 h 509047"/>
              <a:gd name="connsiteX2" fmla="*/ 820132 w 915987"/>
              <a:gd name="connsiteY2" fmla="*/ 175803 h 509047"/>
              <a:gd name="connsiteX3" fmla="*/ 915987 w 915987"/>
              <a:gd name="connsiteY3" fmla="*/ 254524 h 509047"/>
              <a:gd name="connsiteX4" fmla="*/ 820132 w 915987"/>
              <a:gd name="connsiteY4" fmla="*/ 333244 h 509047"/>
              <a:gd name="connsiteX5" fmla="*/ 820132 w 915987"/>
              <a:gd name="connsiteY5" fmla="*/ 509047 h 509047"/>
              <a:gd name="connsiteX6" fmla="*/ 0 w 915987"/>
              <a:gd name="connsiteY6" fmla="*/ 509047 h 509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h="509047" w="915987">
                <a:moveTo>
                  <a:pt x="0" y="0"/>
                </a:moveTo>
                <a:lnTo>
                  <a:pt x="820132" y="0"/>
                </a:lnTo>
                <a:lnTo>
                  <a:pt x="820132" y="175803"/>
                </a:lnTo>
                <a:lnTo>
                  <a:pt x="915987" y="254524"/>
                </a:lnTo>
                <a:lnTo>
                  <a:pt x="820132" y="333244"/>
                </a:lnTo>
                <a:lnTo>
                  <a:pt x="820132" y="509047"/>
                </a:lnTo>
                <a:lnTo>
                  <a:pt x="0" y="509047"/>
                </a:lnTo>
                <a:close/>
              </a:path>
            </a:pathLst>
          </a:custGeom>
          <a:solidFill>
            <a:srgbClr val="3B84D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6800" rIns="46800" rtlCol="0" anchor="ctr">
            <a:noAutofit/>
          </a:bodyPr>
          <a:lstStyle/>
          <a:p>
            <a:pPr algn="ctr"/>
            <a:r>
              <a:rPr altLang="zh-CN" dirty="0" lang="en-US" b="1" sz="3600">
                <a:ea typeface="黑体" panose="02010609060101010101" pitchFamily="49" charset="-122"/>
                <a:latin typeface="黑体" panose="02010609060101010101" pitchFamily="49" charset="-122"/>
              </a:rPr>
              <a:t>4</a:t>
            </a:r>
            <a:endParaRPr altLang="en-US" dirty="0" lang="zh-CN" b="1" sz="3600">
              <a:ea typeface="黑体" panose="02010609060101010101" pitchFamily="49" charset="-122"/>
              <a:latin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BE8E61-1A8B-45EA-B597-A5F654315279}"/>
              </a:ext>
            </a:extLst>
          </p:cNvPr>
          <p:cNvSpPr/>
          <p:nvPr/>
        </p:nvSpPr>
        <p:spPr>
          <a:xfrm>
            <a:off x="6770312" y="4823336"/>
            <a:ext cx="4597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altLang="en-US" dirty="0" kern="100" lang="zh-CN" sz="2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Times New Roman" panose="02020603050405020304" pitchFamily="18" charset="0"/>
                <a:ea typeface="黑体" panose="02010609060101010101" pitchFamily="49" charset="-122"/>
                <a:latin typeface="黑体" panose="02010609060101010101" pitchFamily="49" charset="-122"/>
              </a:rPr>
              <a:t>注意事项及经验介绍</a:t>
            </a:r>
            <a:endParaRPr altLang="zh-CN" dirty="0" kern="100" lang="zh-CN" sz="2800">
              <a:solidFill>
                <a:schemeClr val="tx1">
                  <a:lumMod val="75000"/>
                  <a:lumOff val="25000"/>
                </a:schemeClr>
              </a:solidFill>
              <a:effectLst/>
              <a:cs typeface="Times New Roman" panose="02020603050405020304" pitchFamily="18" charset="0"/>
              <a:ea typeface="黑体" panose="02010609060101010101" pitchFamily="49" charset="-122"/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1855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125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75E867B-372F-4CAD-8461-0139253AA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912673"/>
              </p:ext>
            </p:extLst>
          </p:nvPr>
        </p:nvGraphicFramePr>
        <p:xfrm>
          <a:off x="408221" y="822177"/>
          <a:ext cx="11150943" cy="57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228"/>
                <a:gridCol w="1267039"/>
                <a:gridCol w="1242436"/>
                <a:gridCol w="1447458"/>
                <a:gridCol w="4146095"/>
                <a:gridCol w="2090687"/>
              </a:tblGrid>
              <a:tr h="954000">
                <a:tc>
                  <a:txBody>
                    <a:bodyPr/>
                    <a:lstStyle/>
                    <a:p>
                      <a:pPr algn="ctr"/>
                      <a:endParaRPr altLang="en-US" dirty="0" lang="zh-CN"/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班级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工作内容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组长对其评价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877551"/>
                  </a:ext>
                </a:extLst>
              </a:tr>
              <a:tr h="954000">
                <a:tc>
                  <a:txBody>
                    <a:bodyPr/>
                    <a:lstStyle/>
                    <a:p>
                      <a:pPr marL="0" marR="0" indent="0" lvl="0" algn="ctr" defTabSz="914400" rtl="0" eaLnBrk="1" latinLnBrk="0" hangingPunct="1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altLang="en-US" dirty="0" lang="zh-CN" b="1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组长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原方举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计算机2405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24031254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材料收集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zh-CN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376538"/>
                  </a:ext>
                </a:extLst>
              </a:tr>
              <a:tr h="954000"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b="1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组员</a:t>
                      </a:r>
                      <a:r>
                        <a:rPr altLang="zh-CN" dirty="0" lang="en-US" b="1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1</a:t>
                      </a:r>
                      <a:endParaRPr altLang="en-US" dirty="0" lang="zh-CN" b="1" sz="2400">
                        <a:ea typeface="黑体" panose="02010609060101010101" pitchFamily="49" charset="-122"/>
                        <a:latin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樊晨辉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计算机2405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24031233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实验设计，模型训练，报告制作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zh-CN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515907"/>
                  </a:ext>
                </a:extLst>
              </a:tr>
              <a:tr h="954000"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b="1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组员</a:t>
                      </a:r>
                      <a:r>
                        <a:rPr altLang="zh-CN" dirty="0" lang="en-US" b="1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2</a:t>
                      </a:r>
                      <a:endParaRPr altLang="en-US" dirty="0" lang="zh-CN" b="1" sz="2400">
                        <a:ea typeface="黑体" panose="02010609060101010101" pitchFamily="49" charset="-122"/>
                        <a:latin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周钰杰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计算机2405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24031257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ppt演讲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zh-CN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321584"/>
                  </a:ext>
                </a:extLst>
              </a:tr>
              <a:tr h="954000">
                <a:tc>
                  <a:txBody>
                    <a:bodyPr/>
                    <a:lstStyle/>
                    <a:p>
                      <a:pPr marL="0" marR="0" indent="0" lvl="0" algn="ctr" defTabSz="914400" rtl="0" eaLnBrk="1" latinLnBrk="0" hangingPunct="1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altLang="en-US" dirty="0" lang="zh-CN" b="1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组员</a:t>
                      </a:r>
                      <a:r>
                        <a:rPr altLang="zh-CN" dirty="0" lang="en-US" b="1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3</a:t>
                      </a:r>
                      <a:endParaRPr altLang="en-US" dirty="0" lang="zh-CN" b="1" sz="2400">
                        <a:ea typeface="黑体" panose="02010609060101010101" pitchFamily="49" charset="-122"/>
                        <a:latin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周轲卿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计算机2405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24031256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zh-CN" sz="2400"/>
                        <a:t>PPT制作</a:t>
                      </a:r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zh-CN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169229"/>
                  </a:ext>
                </a:extLst>
              </a:tr>
              <a:tr h="954000">
                <a:tc>
                  <a:txBody>
                    <a:bodyPr/>
                    <a:lstStyle/>
                    <a:p>
                      <a:pPr marL="0" marR="0" indent="0" lvl="0" algn="ctr" defTabSz="914400" rtl="0" eaLnBrk="1" latinLnBrk="0" hangingPunct="1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altLang="en-US" dirty="0" lang="zh-CN" b="1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组员</a:t>
                      </a:r>
                      <a:r>
                        <a:rPr altLang="zh-CN" dirty="0" lang="en-US" b="1" sz="2400">
                          <a:ea typeface="黑体" panose="02010609060101010101" pitchFamily="49" charset="-122"/>
                          <a:latin typeface="黑体" panose="02010609060101010101" pitchFamily="49" charset="-122"/>
                        </a:rPr>
                        <a:t>4</a:t>
                      </a:r>
                      <a:endParaRPr altLang="en-US" dirty="0" lang="zh-CN" b="1" sz="2400">
                        <a:ea typeface="黑体" panose="02010609060101010101" pitchFamily="49" charset="-122"/>
                        <a:latin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zh-CN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637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9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85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23610E6-EA42-44FE-92F6-7EA352284753}"/>
              </a:ext>
            </a:extLst>
          </p:cNvPr>
          <p:cNvSpPr/>
          <p:nvPr/>
        </p:nvSpPr>
        <p:spPr>
          <a:xfrm>
            <a:off x="2538178" y="2624287"/>
            <a:ext cx="3645298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altLang="en-US" dirty="0" lang="zh-CN"/>
              <a:t>文字内容描述和图像仿制生成</a:t>
            </a:r>
            <a:endParaRPr altLang="en-US" dirty="0" lang="zh-CN"/>
          </a:p>
        </p:txBody>
      </p:sp>
    </p:spTree>
    <p:extLst>
      <p:ext uri="{BB962C8B-B14F-4D97-AF65-F5344CB8AC3E}">
        <p14:creationId xmlns:p14="http://schemas.microsoft.com/office/powerpoint/2010/main" val="428266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D569D3A-80BA-4BE7-9083-13392F370308}"/>
              </a:ext>
            </a:extLst>
          </p:cNvPr>
          <p:cNvSpPr/>
          <p:nvPr/>
        </p:nvSpPr>
        <p:spPr>
          <a:xfrm>
            <a:off x="2538178" y="2624287"/>
            <a:ext cx="3645298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altLang="en-US" dirty="0" lang="zh-CN"/>
              <a:t>文字说明</a:t>
            </a:r>
            <a:r>
              <a:rPr altLang="zh-CN" dirty="0" lang="en-US"/>
              <a:t>+</a:t>
            </a:r>
            <a:r>
              <a:rPr altLang="en-US" dirty="0" lang="zh-CN"/>
              <a:t>截图</a:t>
            </a:r>
            <a:r>
              <a:rPr altLang="zh-CN" dirty="0" lang="en-US"/>
              <a:t>【</a:t>
            </a:r>
            <a:r>
              <a:rPr altLang="en-US" dirty="0" lang="zh-CN"/>
              <a:t>使用时请删除我</a:t>
            </a:r>
            <a:r>
              <a:rPr altLang="zh-CN" dirty="0" lang="en-US"/>
              <a:t>】</a:t>
            </a:r>
            <a:endParaRPr altLang="en-US" dirty="0" lang="zh-CN"/>
          </a:p>
        </p:txBody>
      </p:sp>
      <p:pic>
        <p:nvPicPr>
          <p:cNvPr id="1" name="图片 2" descr="图示, 示意图&amp;#10;&amp;#10;中度可信度描述已自动生成"/>
          <p:cNvPicPr/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34558" y="670007"/>
            <a:ext cx="5991225" cy="5838825"/>
          </a:xfrm>
          <a:prstGeom prst="rect">
            <a:avLst/>
          </a:prstGeom>
        </p:spPr>
      </p:pic>
      <p:pic>
        <p:nvPicPr>
          <p:cNvPr id="17" name="图片 2" descr="图示, 示意图&amp;#10;&amp;#10;中度可信度描述已自动生成"/>
          <p:cNvPicPr/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929106" y="709545"/>
            <a:ext cx="6643688" cy="441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76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097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7B91B6-B151-4C9A-85E3-105122844B7F}"/>
              </a:ext>
            </a:extLst>
          </p:cNvPr>
          <p:cNvSpPr/>
          <p:nvPr/>
        </p:nvSpPr>
        <p:spPr>
          <a:xfrm>
            <a:off x="1912504" y="2700486"/>
            <a:ext cx="6843417" cy="97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altLang="en-US" dirty="0" lang="zh-CN" sz="2800"/>
              <a:t>使</a:t>
            </a:r>
            <a:r>
              <a:rPr altLang="en-US" dirty="0" lang="zh-CN" sz="3600"/>
              <a:t>用文字或英语内容描述</a:t>
            </a:r>
            <a:br>
              <a:rPr altLang="en-US" dirty="0" lang="zh-CN" sz="3600"/>
            </a:br>
            <a:r>
              <a:rPr altLang="en-US" dirty="0" lang="zh-CN" sz="3600"/>
              <a:t>使用ai软件进行仿照生成</a:t>
            </a:r>
            <a:br>
              <a:rPr altLang="en-US" dirty="0" lang="zh-CN"/>
            </a:br>
            <a:endParaRPr altLang="en-US" dirty="0" lang="zh-CN"/>
          </a:p>
        </p:txBody>
      </p:sp>
    </p:spTree>
    <p:extLst>
      <p:ext uri="{BB962C8B-B14F-4D97-AF65-F5344CB8AC3E}">
        <p14:creationId xmlns:p14="http://schemas.microsoft.com/office/powerpoint/2010/main" val="2159883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C11DD86-7ED2-46DC-8567-7F9ADC0B47BB}"/>
              </a:ext>
            </a:extLst>
          </p:cNvPr>
          <p:cNvSpPr/>
          <p:nvPr/>
        </p:nvSpPr>
        <p:spPr>
          <a:xfrm>
            <a:off x="1205533" y="2624287"/>
            <a:ext cx="10029696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altLang="en-US" dirty="0" lang="zh-CN"/>
              <a:t>使用AI工具，生成一张体现指定词句意境的图片。</a:t>
            </a:r>
            <a:r>
              <a:rPr altLang="en-US" dirty="0" lang="zh-CN"/>
              <a:t>  </a:t>
            </a:r>
            <a:br>
              <a:rPr altLang="en-US" dirty="0" lang="zh-CN"/>
            </a:br>
            <a:r>
              <a:rPr altLang="en-US" dirty="0" lang="zh-CN"/>
              <a:t>  </a:t>
            </a:r>
            <a:br>
              <a:rPr altLang="en-US" dirty="0" lang="zh-CN"/>
            </a:br>
            <a:r>
              <a:rPr altLang="en-US" dirty="0" lang="zh-CN"/>
              <a:t>                    高分辨率,贝壳,水下</a:t>
            </a:r>
            <a:br>
              <a:rPr altLang="en-US" dirty="0" lang="zh-CN"/>
            </a:br>
            <a:r>
              <a:rPr altLang="en-US" dirty="0" lang="zh-CN"/>
              <a:t>                    会当凌绝顶，一览众山小。</a:t>
            </a:r>
            <a:br>
              <a:rPr altLang="en-US" dirty="0" lang="zh-CN"/>
            </a:br>
            <a:endParaRPr altLang="en-US" dirty="0" lang="zh-CN"/>
          </a:p>
        </p:txBody>
      </p:sp>
    </p:spTree>
    <p:extLst>
      <p:ext uri="{BB962C8B-B14F-4D97-AF65-F5344CB8AC3E}">
        <p14:creationId xmlns:p14="http://schemas.microsoft.com/office/powerpoint/2010/main" val="330780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743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A617326-6264-4BF9-BE31-D8247F442581}"/>
              </a:ext>
            </a:extLst>
          </p:cNvPr>
          <p:cNvSpPr/>
          <p:nvPr/>
        </p:nvSpPr>
        <p:spPr>
          <a:xfrm>
            <a:off x="1205533" y="2624287"/>
            <a:ext cx="10029696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altLang="en-US" dirty="0" lang="zh-CN"/>
              <a:t>提供原图</a:t>
            </a:r>
            <a:endParaRPr altLang="en-US" dirty="0" lang="zh-CN"/>
          </a:p>
        </p:txBody>
      </p:sp>
      <p:pic>
        <p:nvPicPr>
          <p:cNvPr id="19" name="图片 2" descr="图示, 示意图&amp;#10;&amp;#10;中度可信度描述已自动生成"/>
          <p:cNvPicPr/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-19844" y="3034186"/>
            <a:ext cx="6643688" cy="3837629"/>
          </a:xfrm>
          <a:prstGeom prst="rect">
            <a:avLst/>
          </a:prstGeom>
        </p:spPr>
      </p:pic>
      <p:sp>
        <p:nvSpPr>
          <p:cNvPr id="22" name="文本框 2"/>
          <p:cNvSpPr/>
          <p:nvPr/>
        </p:nvSpPr>
        <p:spPr>
          <a:xfrm>
            <a:off x="467892" y="1264400"/>
            <a:ext cx="4000000" cy="570000"/>
          </a:xfrm>
          <a:prstGeom prst="rect">
            <a:avLst/>
          </a:prstGeom>
        </p:spPr>
        <p:txBody>
          <a:bodyPr anchor="t"/>
          <a:p>
            <a:pPr/>
            <a:r>
              <a:t>ai软件:Articolo</a:t>
            </a:r>
          </a:p>
        </p:txBody>
      </p:sp>
    </p:spTree>
    <p:extLst>
      <p:ext uri="{BB962C8B-B14F-4D97-AF65-F5344CB8AC3E}">
        <p14:creationId xmlns:p14="http://schemas.microsoft.com/office/powerpoint/2010/main" val="265323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C68A946-8A85-4B06-98FE-27D25950B947}"/>
              </a:ext>
            </a:extLst>
          </p:cNvPr>
          <p:cNvSpPr/>
          <p:nvPr/>
        </p:nvSpPr>
        <p:spPr>
          <a:xfrm>
            <a:off x="1205533" y="2624287"/>
            <a:ext cx="10029696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altLang="en-US" dirty="0" lang="zh-CN"/>
              <a:t>文字说明（结果</a:t>
            </a:r>
            <a:r>
              <a:rPr altLang="zh-CN" dirty="0" lang="en-US"/>
              <a:t>+</a:t>
            </a:r>
            <a:r>
              <a:rPr altLang="en-US" dirty="0" lang="zh-CN"/>
              <a:t>相应介绍</a:t>
            </a:r>
            <a:r>
              <a:rPr altLang="zh-CN" dirty="0" lang="en-US"/>
              <a:t>+</a:t>
            </a:r>
            <a:r>
              <a:rPr altLang="en-US" dirty="0" lang="zh-CN"/>
              <a:t>简单讨论即为什么）</a:t>
            </a:r>
            <a:r>
              <a:rPr altLang="zh-CN" dirty="0" lang="en-US"/>
              <a:t>+</a:t>
            </a:r>
            <a:r>
              <a:rPr altLang="en-US" dirty="0" lang="zh-CN"/>
              <a:t>截图</a:t>
            </a:r>
            <a:r>
              <a:rPr altLang="zh-CN" dirty="0" lang="en-US"/>
              <a:t>【</a:t>
            </a:r>
            <a:r>
              <a:rPr altLang="en-US" dirty="0" lang="zh-CN"/>
              <a:t>使用时请删除我</a:t>
            </a:r>
            <a:r>
              <a:rPr altLang="zh-CN" dirty="0" lang="en-US"/>
              <a:t>】</a:t>
            </a:r>
            <a:endParaRPr altLang="en-US" dirty="0" lang="zh-CN"/>
          </a:p>
        </p:txBody>
      </p:sp>
      <p:pic>
        <p:nvPicPr>
          <p:cNvPr id="26" name="图片 2" descr="图示, 示意图&amp;#10;&amp;#10;中度可信度描述已自动生成"/>
          <p:cNvPicPr/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-48763" y="652822"/>
            <a:ext cx="5658787" cy="6223000"/>
          </a:xfrm>
          <a:prstGeom prst="rect">
            <a:avLst/>
          </a:prstGeom>
        </p:spPr>
      </p:pic>
      <p:pic>
        <p:nvPicPr>
          <p:cNvPr id="27" name="图片 2" descr="图示, 示意图&amp;#10;&amp;#10;中度可信度描述已自动生成"/>
          <p:cNvPicPr/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510225" y="604135"/>
            <a:ext cx="6643688" cy="4205940"/>
          </a:xfrm>
          <a:prstGeom prst="rect">
            <a:avLst/>
          </a:prstGeom>
        </p:spPr>
      </p:pic>
      <p:pic>
        <p:nvPicPr>
          <p:cNvPr id="28" name="图片 2" descr="图示, 示意图&amp;#10;&amp;#10;中度可信度描述已自动生成"/>
          <p:cNvPicPr/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5666927" y="4271755"/>
            <a:ext cx="5972928" cy="2001103"/>
          </a:xfrm>
          <a:prstGeom prst="rect">
            <a:avLst/>
          </a:prstGeom>
        </p:spPr>
      </p:pic>
      <p:pic>
        <p:nvPicPr>
          <p:cNvPr id="29" name="图片 2" descr="图示, 示意图&amp;#10;&amp;#10;中度可信度描述已自动生成"/>
          <p:cNvPicPr/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5436095" y="6225378"/>
            <a:ext cx="6643688" cy="66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45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CE5B1A3-C63A-4DEA-88E7-6783A1F188BC}"/>
              </a:ext>
            </a:extLst>
          </p:cNvPr>
          <p:cNvSpPr/>
          <p:nvPr/>
        </p:nvSpPr>
        <p:spPr>
          <a:xfrm>
            <a:off x="1205533" y="2624287"/>
            <a:ext cx="10029696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altLang="en-US" dirty="0" lang="zh-CN"/>
              <a:t>文字说明（结果</a:t>
            </a:r>
            <a:r>
              <a:rPr altLang="zh-CN" dirty="0" lang="en-US"/>
              <a:t>+</a:t>
            </a:r>
            <a:r>
              <a:rPr altLang="en-US" dirty="0" lang="zh-CN"/>
              <a:t>相应介绍</a:t>
            </a:r>
            <a:r>
              <a:rPr altLang="zh-CN" dirty="0" lang="en-US"/>
              <a:t>+</a:t>
            </a:r>
            <a:r>
              <a:rPr altLang="en-US" dirty="0" lang="zh-CN"/>
              <a:t>简单讨论即为什么）</a:t>
            </a:r>
            <a:r>
              <a:rPr altLang="zh-CN" dirty="0" lang="en-US"/>
              <a:t>+</a:t>
            </a:r>
            <a:r>
              <a:rPr altLang="en-US" dirty="0" lang="zh-CN"/>
              <a:t>截图</a:t>
            </a:r>
            <a:r>
              <a:rPr altLang="zh-CN" dirty="0" lang="en-US"/>
              <a:t>【</a:t>
            </a:r>
            <a:r>
              <a:rPr altLang="en-US" dirty="0" lang="zh-CN"/>
              <a:t>使用时请删除我</a:t>
            </a:r>
            <a:r>
              <a:rPr altLang="zh-CN" dirty="0" lang="en-US"/>
              <a:t>】</a:t>
            </a:r>
            <a:endParaRPr altLang="en-US" dirty="0" lang="zh-CN"/>
          </a:p>
        </p:txBody>
      </p:sp>
      <p:pic>
        <p:nvPicPr>
          <p:cNvPr id="30" name="图片 2" descr="图示, 示意图&amp;#10;&amp;#10;中度可信度描述已自动生成"/>
          <p:cNvPicPr/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121660" y="580885"/>
            <a:ext cx="5991225" cy="5838825"/>
          </a:xfrm>
          <a:prstGeom prst="rect">
            <a:avLst/>
          </a:prstGeom>
        </p:spPr>
      </p:pic>
      <p:pic>
        <p:nvPicPr>
          <p:cNvPr id="31" name="图片 2" descr="图示, 示意图&amp;#10;&amp;#10;中度可信度描述已自动生成"/>
          <p:cNvPicPr/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97841" y="661987"/>
            <a:ext cx="6434862" cy="509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947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657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8CFF9D2-21D4-40A5-B8A0-97A17BE5A8F7}"/>
              </a:ext>
            </a:extLst>
          </p:cNvPr>
          <p:cNvSpPr/>
          <p:nvPr/>
        </p:nvSpPr>
        <p:spPr>
          <a:xfrm>
            <a:off x="762683" y="2624287"/>
            <a:ext cx="10472545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altLang="zh-CN" dirty="0" lang="en-US" sz="3600"/>
              <a:t>应当选取合适的分辨率和迭代步数</a:t>
            </a:r>
            <a:endParaRPr altLang="zh-CN" dirty="0" lang="en-US"/>
          </a:p>
        </p:txBody>
      </p:sp>
    </p:spTree>
    <p:extLst>
      <p:ext uri="{BB962C8B-B14F-4D97-AF65-F5344CB8AC3E}">
        <p14:creationId xmlns:p14="http://schemas.microsoft.com/office/powerpoint/2010/main" val="3171358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911EB0-E6DB-419D-B695-660C56DE9E29}"/>
              </a:ext>
            </a:extLst>
          </p:cNvPr>
          <p:cNvSpPr/>
          <p:nvPr/>
        </p:nvSpPr>
        <p:spPr>
          <a:xfrm>
            <a:off x="1205533" y="2624287"/>
            <a:ext cx="1002969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altLang="zh-CN" dirty="0" lang="en-US" sz="4800"/>
              <a:t>选取合适的分辨率,使用大模型对应的vae,多次生成图片,并选取最合适的一张图</a:t>
            </a:r>
            <a:endParaRPr altLang="zh-CN" dirty="0" lang="en-US"/>
          </a:p>
        </p:txBody>
      </p:sp>
    </p:spTree>
    <p:extLst>
      <p:ext uri="{BB962C8B-B14F-4D97-AF65-F5344CB8AC3E}">
        <p14:creationId xmlns:p14="http://schemas.microsoft.com/office/powerpoint/2010/main" val="2571267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CD01F54-6E0B-42FF-BC58-39A633089BB5}"/>
              </a:ext>
            </a:extLst>
          </p:cNvPr>
          <p:cNvSpPr/>
          <p:nvPr/>
        </p:nvSpPr>
        <p:spPr>
          <a:xfrm>
            <a:off x="814316" y="2624287"/>
            <a:ext cx="10420913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altLang="zh-CN" dirty="0" lang="en-US" sz="2400"/>
              <a:t>随着深度学习、扩散模型等技术的持续创新，AI生成图片的质量、细节和真实感将进一步提升。生成速度也会显著加快，用户输入指令后，能够在更短的时间内获得高质量图像，大大提高工作效率。</a:t>
            </a:r>
            <a:endParaRPr altLang="zh-CN" dirty="0" lang="en-US"/>
          </a:p>
        </p:txBody>
      </p:sp>
    </p:spTree>
    <p:extLst>
      <p:ext uri="{BB962C8B-B14F-4D97-AF65-F5344CB8AC3E}">
        <p14:creationId xmlns:p14="http://schemas.microsoft.com/office/powerpoint/2010/main" val="2170223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5656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cfe325ac88af4cb1e315171a86c19382325f4f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7404</TotalTime>
  <Words>272</Words>
  <Application>Microsoft Office PowerPoint</Application>
  <PresentationFormat>宽屏</PresentationFormat>
  <Paragraphs>37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黑体</vt:lpstr>
      <vt:lpstr>楷体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creator>锐旗设计;https://9ppt.taobao.com</dc:creator>
  <cp:keywords>锐旗设计；https:/9ppt.taobao.com</cp:keywords>
  <cp:lastModifiedBy>L M</cp:lastModifiedBy>
  <cp:revision>1806</cp:revision>
  <dcterms:created xsi:type="dcterms:W3CDTF">2014-10-29T09:18:14Z</dcterms:created>
  <dcterms:modified xsi:type="dcterms:W3CDTF">2025-03-25T08:30:30Z</dcterms:modified>
  <cp:category>锐旗设计；https://9ppt.taobao.com</cp:category>
</cp:coreProperties>
</file>