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6" r:id="rId11"/>
    <p:sldId id="265"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9144000" cy="6858000" type="screen4x3"/>
  <p:notesSz cx="6797675" cy="9928225"/>
  <p:defaultTextStyle>
    <a:defPPr>
      <a:defRPr lang="zh-CN"/>
    </a:defPPr>
    <a:lvl1pPr marL="0" lvl="0"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1"/>
      </a:spcBef>
      <a:spcAft>
        <a:spcPct val="1"/>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22"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t>‹#›</a:t>
            </a:fld>
            <a:endParaRPr lang="zh-CN" altLang="en-US" sz="1200" dirty="0">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lvl="0" algn="r"/>
            <a:fld id="{9A0DB2DC-4C9A-4742-B13C-FB6460FD3503}" type="slidenum">
              <a:rPr lang="en-US" altLang="zh-CN" sz="1200" dirty="0">
                <a:ea typeface="宋体" panose="02010600030101010101" pitchFamily="2" charset="-122"/>
              </a:rPr>
              <a:t>5</a:t>
            </a:fld>
            <a:endParaRPr lang="en-US" altLang="zh-CN" sz="1200" dirty="0">
              <a:ea typeface="宋体" panose="02010600030101010101" pitchFamily="2" charset="-122"/>
            </a:endParaRPr>
          </a:p>
        </p:txBody>
      </p:sp>
      <p:sp>
        <p:nvSpPr>
          <p:cNvPr id="47" name="Rectangle 2"/>
          <p:cNvSpPr>
            <a:spLocks noGrp="1" noRot="1" noChangeAspect="1" noTextEdit="1"/>
          </p:cNvSpPr>
          <p:nvPr>
            <p:ph type="sldImg"/>
          </p:nvPr>
        </p:nvSpPr>
        <p:spPr>
          <a:ln>
            <a:solidFill>
              <a:srgbClr val="000000"/>
            </a:solidFill>
            <a:miter/>
          </a:ln>
        </p:spPr>
        <p:txBody>
          <a:bodyPr/>
          <a:lstStyle/>
          <a:p>
            <a:endParaRPr/>
          </a:p>
        </p:txBody>
      </p:sp>
      <p:sp>
        <p:nvSpPr>
          <p:cNvPr id="48" name="Rectangle 3"/>
          <p:cNvSpPr>
            <a:spLocks noGrp="1"/>
          </p:cNvSpPr>
          <p:nvPr>
            <p:ph type="body" idx="1"/>
          </p:nvPr>
        </p:nvSpPr>
        <p:spPr>
          <a:noFill/>
          <a:ln>
            <a:noFill/>
          </a:ln>
        </p:spPr>
        <p:txBody>
          <a:bodyPr wrap="square" lIns="91440" tIns="45720" rIns="91440" bIns="45720" anchor="t"/>
          <a:lstStyle/>
          <a:p>
            <a:pPr lvl="0">
              <a:spcBef>
                <a:spcPct val="1"/>
              </a:spcBef>
            </a:pPr>
            <a:endParaRPr lang="zh-CN" altLang="zh-CN" dirty="0"/>
          </a:p>
        </p:txBody>
      </p:sp>
      <p:sp>
        <p:nvSpPr>
          <p:cNvPr id="49"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lvl="0" algn="r"/>
            <a:fld id="{9A0DB2DC-4C9A-4742-B13C-FB6460FD3503}" type="slidenum">
              <a:rPr lang="en-US" altLang="zh-CN" sz="1200" dirty="0">
                <a:ea typeface="宋体" panose="02010600030101010101" pitchFamily="2" charset="-122"/>
              </a:rPr>
              <a:t>9</a:t>
            </a:fld>
            <a:endParaRPr lang="en-US" altLang="zh-CN" sz="1200" dirty="0">
              <a:ea typeface="宋体" panose="02010600030101010101" pitchFamily="2" charset="-122"/>
            </a:endParaRPr>
          </a:p>
        </p:txBody>
      </p:sp>
      <p:sp>
        <p:nvSpPr>
          <p:cNvPr id="52" name="Rectangle 2"/>
          <p:cNvSpPr>
            <a:spLocks noGrp="1" noRot="1" noChangeAspect="1" noTextEdit="1"/>
          </p:cNvSpPr>
          <p:nvPr>
            <p:ph type="sldImg"/>
          </p:nvPr>
        </p:nvSpPr>
        <p:spPr>
          <a:ln>
            <a:solidFill>
              <a:srgbClr val="000000"/>
            </a:solidFill>
            <a:miter/>
          </a:ln>
        </p:spPr>
        <p:txBody>
          <a:bodyPr/>
          <a:lstStyle/>
          <a:p>
            <a:endParaRPr/>
          </a:p>
        </p:txBody>
      </p:sp>
      <p:sp>
        <p:nvSpPr>
          <p:cNvPr id="53" name="Rectangle 3"/>
          <p:cNvSpPr>
            <a:spLocks noGrp="1"/>
          </p:cNvSpPr>
          <p:nvPr>
            <p:ph type="body" idx="1"/>
          </p:nvPr>
        </p:nvSpPr>
        <p:spPr>
          <a:noFill/>
          <a:ln>
            <a:noFill/>
          </a:ln>
        </p:spPr>
        <p:txBody>
          <a:bodyPr wrap="square" lIns="91440" tIns="45720" rIns="91440" bIns="45720" anchor="t"/>
          <a:lstStyle/>
          <a:p>
            <a:pPr lvl="0">
              <a:lnSpc>
                <a:spcPct val="80000"/>
              </a:lnSpc>
              <a:spcBef>
                <a:spcPct val="1"/>
              </a:spcBef>
            </a:pPr>
            <a:r>
              <a:rPr lang="zh-CN" altLang="en-US" sz="800" dirty="0"/>
              <a:t>用异常来处理错误</a:t>
            </a:r>
            <a:br>
              <a:rPr lang="zh-CN" altLang="en-US" sz="800" dirty="0"/>
            </a:br>
            <a:r>
              <a:rPr lang="zh-CN" altLang="en-US" sz="800" dirty="0"/>
              <a:t>    我们总是试图避免在软件程序中错误的发生，但是它的存在却是不幸的实事。无论怎样，如果你能适当的处理错误，将会极大的改善程序的可读性、可靠性以及可维护性。</a:t>
            </a:r>
            <a:r>
              <a:rPr lang="en-US" altLang="zh-CN" sz="800" dirty="0"/>
              <a:t>Java</a:t>
            </a:r>
            <a:r>
              <a:rPr lang="zh-CN" altLang="en-US" sz="800" dirty="0"/>
              <a:t>编程语言使用异常来处理错误。这章主要讲述在什么时候和怎样使用异常来处理错误。</a:t>
            </a:r>
            <a:endParaRPr/>
          </a:p>
          <a:p>
            <a:pPr lvl="0">
              <a:lnSpc>
                <a:spcPct val="80000"/>
              </a:lnSpc>
              <a:spcBef>
                <a:spcPct val="1"/>
              </a:spcBef>
            </a:pPr>
            <a:r>
              <a:rPr lang="zh-CN" altLang="en-US" sz="800" dirty="0"/>
              <a:t>    什么是异常？</a:t>
            </a:r>
            <a:endParaRPr/>
          </a:p>
          <a:p>
            <a:pPr lvl="0">
              <a:lnSpc>
                <a:spcPct val="80000"/>
              </a:lnSpc>
              <a:spcBef>
                <a:spcPct val="1"/>
              </a:spcBef>
            </a:pPr>
            <a:r>
              <a:rPr lang="zh-CN" altLang="en-US" sz="800" dirty="0"/>
              <a:t>    </a:t>
            </a:r>
            <a:r>
              <a:rPr lang="en-US" altLang="zh-CN" sz="800" dirty="0"/>
              <a:t>Java</a:t>
            </a:r>
            <a:r>
              <a:rPr lang="zh-CN" altLang="en-US" sz="800" dirty="0"/>
              <a:t>编程语言使用异常机制为程序提供了错误处理的能力。一个异常是在程序执行期间发生的一个事件，它使用正常的指令流中断。</a:t>
            </a:r>
            <a:endParaRPr/>
          </a:p>
          <a:p>
            <a:pPr lvl="0">
              <a:lnSpc>
                <a:spcPct val="80000"/>
              </a:lnSpc>
              <a:spcBef>
                <a:spcPct val="1"/>
              </a:spcBef>
            </a:pPr>
            <a:r>
              <a:rPr lang="zh-CN" altLang="en-US" sz="800" dirty="0"/>
              <a:t>    捕获或指定需求</a:t>
            </a:r>
            <a:br>
              <a:rPr lang="zh-CN" altLang="en-US" sz="800" dirty="0"/>
            </a:br>
            <a:r>
              <a:rPr lang="zh-CN" altLang="en-US" sz="800" dirty="0"/>
              <a:t>    这段讲述捕获和处理异常。在讨论中包括：</a:t>
            </a:r>
            <a:r>
              <a:rPr lang="en-US" altLang="zh-CN" sz="800" dirty="0"/>
              <a:t>try,catch</a:t>
            </a:r>
            <a:r>
              <a:rPr lang="zh-CN" altLang="en-US" sz="800" dirty="0"/>
              <a:t>和</a:t>
            </a:r>
            <a:r>
              <a:rPr lang="en-US" altLang="zh-CN" sz="800" dirty="0"/>
              <a:t>finally</a:t>
            </a:r>
            <a:r>
              <a:rPr lang="zh-CN" altLang="en-US" sz="800" dirty="0"/>
              <a:t>程序块，还有异常链和日志。</a:t>
            </a:r>
            <a:endParaRPr/>
          </a:p>
          <a:p>
            <a:pPr lvl="0">
              <a:lnSpc>
                <a:spcPct val="80000"/>
              </a:lnSpc>
              <a:spcBef>
                <a:spcPct val="1"/>
              </a:spcBef>
            </a:pPr>
            <a:r>
              <a:rPr lang="zh-CN" altLang="en-US" sz="800" dirty="0"/>
              <a:t>    怎样抛出异常</a:t>
            </a:r>
            <a:br>
              <a:rPr lang="zh-CN" altLang="en-US" sz="800" dirty="0"/>
            </a:br>
            <a:r>
              <a:rPr lang="zh-CN" altLang="en-US" sz="800" dirty="0"/>
              <a:t>    这段讲述异常抛出语句和</a:t>
            </a:r>
            <a:r>
              <a:rPr lang="en-US" altLang="zh-CN" sz="800" dirty="0"/>
              <a:t>Throwable</a:t>
            </a:r>
            <a:r>
              <a:rPr lang="zh-CN" altLang="en-US" sz="800" dirty="0"/>
              <a:t>类以及它的子类。</a:t>
            </a:r>
            <a:endParaRPr/>
          </a:p>
          <a:p>
            <a:pPr lvl="0">
              <a:lnSpc>
                <a:spcPct val="80000"/>
              </a:lnSpc>
              <a:spcBef>
                <a:spcPct val="1"/>
              </a:spcBef>
            </a:pPr>
            <a:r>
              <a:rPr lang="zh-CN" altLang="en-US" sz="800" dirty="0"/>
              <a:t>    有关未检查的异常争论</a:t>
            </a:r>
            <a:br>
              <a:rPr lang="zh-CN" altLang="en-US" sz="800" dirty="0"/>
            </a:br>
            <a:r>
              <a:rPr lang="zh-CN" altLang="en-US" sz="800" dirty="0"/>
              <a:t>    因为</a:t>
            </a:r>
            <a:r>
              <a:rPr lang="en-US" altLang="zh-CN" sz="800" dirty="0"/>
              <a:t>Java</a:t>
            </a:r>
            <a:r>
              <a:rPr lang="zh-CN" altLang="en-US" sz="800" dirty="0"/>
              <a:t>编程语言不要求捕获或指定运行时异常或错误的方法，所以程序员会被诱导来编写只抛出运行时异常代码，在这段中我们会解释为什么不应该被诱导。</a:t>
            </a:r>
            <a:endParaRPr/>
          </a:p>
          <a:p>
            <a:pPr lvl="0">
              <a:lnSpc>
                <a:spcPct val="80000"/>
              </a:lnSpc>
              <a:spcBef>
                <a:spcPct val="1"/>
              </a:spcBef>
            </a:pPr>
            <a:r>
              <a:rPr lang="zh-CN" altLang="en-US" sz="800" dirty="0"/>
              <a:t>    异常的好处</a:t>
            </a:r>
            <a:br>
              <a:rPr lang="zh-CN" altLang="en-US" sz="800" dirty="0"/>
            </a:br>
            <a:r>
              <a:rPr lang="zh-CN" altLang="en-US" sz="800" dirty="0"/>
              <a:t>    在这段中，你将会学到更多的使用异常来管理错误优于传统的错误管理技术方面的知识。</a:t>
            </a:r>
            <a:endParaRPr/>
          </a:p>
          <a:p>
            <a:pPr lvl="0">
              <a:lnSpc>
                <a:spcPct val="80000"/>
              </a:lnSpc>
              <a:spcBef>
                <a:spcPct val="1"/>
              </a:spcBef>
            </a:pPr>
            <a:r>
              <a:rPr lang="zh-CN" altLang="en-US" sz="800" dirty="0"/>
              <a:t>    什么是异常？</a:t>
            </a:r>
            <a:endParaRPr/>
          </a:p>
          <a:p>
            <a:pPr lvl="0">
              <a:lnSpc>
                <a:spcPct val="80000"/>
              </a:lnSpc>
              <a:spcBef>
                <a:spcPct val="1"/>
              </a:spcBef>
            </a:pPr>
            <a:r>
              <a:rPr lang="zh-CN" altLang="en-US" sz="800" dirty="0"/>
              <a:t>    异常（</a:t>
            </a:r>
            <a:r>
              <a:rPr lang="en-US" altLang="zh-CN" sz="800" dirty="0"/>
              <a:t>exception</a:t>
            </a:r>
            <a:r>
              <a:rPr lang="zh-CN" altLang="en-US" sz="800" dirty="0"/>
              <a:t>）应该是异常事件（</a:t>
            </a:r>
            <a:r>
              <a:rPr lang="en-US" altLang="zh-CN" sz="800" dirty="0"/>
              <a:t>exceptional event</a:t>
            </a:r>
            <a:r>
              <a:rPr lang="zh-CN" altLang="en-US" sz="800" dirty="0"/>
              <a:t>）的缩写。</a:t>
            </a:r>
            <a:endParaRPr/>
          </a:p>
          <a:p>
            <a:pPr lvl="0">
              <a:lnSpc>
                <a:spcPct val="80000"/>
              </a:lnSpc>
              <a:spcBef>
                <a:spcPct val="1"/>
              </a:spcBef>
            </a:pPr>
            <a:r>
              <a:rPr lang="zh-CN" altLang="en-US" sz="800" dirty="0"/>
              <a:t>    异常定义：异常是一个在程序执行期间发生的事件，它中断正在执行的程序的正常的指令流。</a:t>
            </a:r>
            <a:endParaRPr/>
          </a:p>
          <a:p>
            <a:pPr lvl="0">
              <a:lnSpc>
                <a:spcPct val="80000"/>
              </a:lnSpc>
              <a:spcBef>
                <a:spcPct val="1"/>
              </a:spcBef>
            </a:pPr>
            <a:r>
              <a:rPr lang="zh-CN" altLang="en-US" sz="800" dirty="0"/>
              <a:t>    当在一个方法中发生错误的时候，这个方法创建一个对象，并且把它传递给运行时系统。这个对象被叫做异常对象，它包含了有关错误的信息，这些信息包括错误的类型和在程序发生错误时的状态。创建一个错误对象并把它传递给运行时系统被叫做抛出异常。</a:t>
            </a:r>
            <a:endParaRPr/>
          </a:p>
          <a:p>
            <a:pPr lvl="0">
              <a:lnSpc>
                <a:spcPct val="80000"/>
              </a:lnSpc>
              <a:spcBef>
                <a:spcPct val="1"/>
              </a:spcBef>
            </a:pPr>
            <a:r>
              <a:rPr lang="zh-CN" altLang="en-US" sz="800" dirty="0"/>
              <a:t>    一个方法抛出异常后，运行时系统就会试着查找一些方法来处理它。这些处理异常的可能的方法的集合是被整理在一起的方法列表，这些方法能够被发生错误的方法调用。这个方法列表被叫做堆栈调用（</a:t>
            </a:r>
            <a:r>
              <a:rPr lang="en-US" altLang="zh-CN" sz="800" dirty="0"/>
              <a:t>callstack</a:t>
            </a:r>
            <a:r>
              <a:rPr lang="zh-CN" altLang="en-US" sz="800" dirty="0"/>
              <a:t>）</a:t>
            </a:r>
            <a:r>
              <a:rPr lang="en-US" altLang="zh-CN" sz="800" dirty="0"/>
              <a:t>,</a:t>
            </a:r>
            <a:r>
              <a:rPr lang="zh-CN" altLang="en-US" sz="800" dirty="0"/>
              <a:t>调用方式如下图所示</a:t>
            </a:r>
            <a:r>
              <a:rPr lang="en-US" altLang="zh-CN" sz="800" dirty="0"/>
              <a:t>(</a:t>
            </a:r>
            <a:r>
              <a:rPr lang="zh-CN" altLang="en-US" sz="800" dirty="0"/>
              <a:t>图片参见附件）</a:t>
            </a:r>
            <a:endParaRPr/>
          </a:p>
          <a:p>
            <a:pPr lvl="0">
              <a:lnSpc>
                <a:spcPct val="80000"/>
              </a:lnSpc>
              <a:spcBef>
                <a:spcPct val="1"/>
              </a:spcBef>
            </a:pPr>
            <a:r>
              <a:rPr lang="zh-CN" altLang="en-US" sz="800" dirty="0"/>
              <a:t>    运行时系统搜寻包含能够处理异常的代码块的方法所请求的堆栈。这个代码块叫做异常处理器，搜寻首先从发生的方法开始，然后依次按着调用方法的倒序检索调用堆栈。当找到一个相应的处理器时，运行时系统就把异常传递给这个处理器。一个异常处理器要适当地考滤抛出的异常对象的类型和异常处理器所处理的异常的类型是否匹配。异常被捕获以后，异常处理器关闭。如果运行时系统搜寻了这个方法的所有的调用堆栈，而没有找到相应的异常处理器，如下图所示，运行进系统将终止执行。</a:t>
            </a:r>
            <a:r>
              <a:rPr lang="en-US" altLang="zh-CN" sz="800" dirty="0"/>
              <a:t>(</a:t>
            </a:r>
            <a:r>
              <a:rPr lang="zh-CN" altLang="en-US" sz="800" dirty="0"/>
              <a:t>图片参见附件）</a:t>
            </a:r>
            <a:endParaRPr/>
          </a:p>
          <a:p>
            <a:pPr lvl="0">
              <a:lnSpc>
                <a:spcPct val="80000"/>
              </a:lnSpc>
              <a:spcBef>
                <a:spcPct val="1"/>
              </a:spcBef>
            </a:pPr>
            <a:r>
              <a:rPr lang="zh-CN" altLang="en-US" sz="800" dirty="0"/>
              <a:t>    使用异常来管理错误比传统的错误管理技术有一些优势，你可以“异常的优势”一节学到更多的知识</a:t>
            </a:r>
            <a:br>
              <a:rPr lang="zh-CN" altLang="en-US" sz="800" dirty="0"/>
            </a:br>
            <a:endParaRPr lang="zh-CN" altLang="en-US" sz="800" dirty="0"/>
          </a:p>
        </p:txBody>
      </p:sp>
      <p:sp>
        <p:nvSpPr>
          <p:cNvPr id="54"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lvl="0" algn="r"/>
            <a:fld id="{9A0DB2DC-4C9A-4742-B13C-FB6460FD3503}" type="slidenum">
              <a:rPr lang="en-US" altLang="zh-CN" sz="1200" dirty="0">
                <a:ea typeface="宋体" panose="02010600030101010101" pitchFamily="2" charset="-122"/>
              </a:rPr>
              <a:t>16</a:t>
            </a:fld>
            <a:endParaRPr lang="en-US" altLang="zh-CN" sz="1200" dirty="0">
              <a:ea typeface="宋体" panose="02010600030101010101" pitchFamily="2" charset="-122"/>
            </a:endParaRPr>
          </a:p>
        </p:txBody>
      </p:sp>
      <p:sp>
        <p:nvSpPr>
          <p:cNvPr id="3" name="Rectangle 2"/>
          <p:cNvSpPr>
            <a:spLocks noGrp="1" noRot="1" noChangeAspect="1" noTextEdit="1"/>
          </p:cNvSpPr>
          <p:nvPr>
            <p:ph type="sldImg"/>
          </p:nvPr>
        </p:nvSpPr>
        <p:spPr>
          <a:ln>
            <a:solidFill>
              <a:srgbClr val="000000"/>
            </a:solidFill>
            <a:miter/>
          </a:ln>
        </p:spPr>
        <p:txBody>
          <a:bodyPr/>
          <a:lstStyle/>
          <a:p>
            <a:endParaRPr/>
          </a:p>
        </p:txBody>
      </p:sp>
      <p:sp>
        <p:nvSpPr>
          <p:cNvPr id="4" name="Rectangle 3"/>
          <p:cNvSpPr>
            <a:spLocks noGrp="1"/>
          </p:cNvSpPr>
          <p:nvPr>
            <p:ph type="body" idx="1"/>
          </p:nvPr>
        </p:nvSpPr>
        <p:spPr>
          <a:noFill/>
          <a:ln>
            <a:noFill/>
          </a:ln>
        </p:spPr>
        <p:txBody>
          <a:bodyPr wrap="square" lIns="91440" tIns="45720" rIns="91440" bIns="45720" anchor="t"/>
          <a:lstStyle/>
          <a:p>
            <a:pPr lvl="0">
              <a:spcBef>
                <a:spcPct val="1"/>
              </a:spcBef>
            </a:pPr>
            <a:r>
              <a:rPr lang="en-US" altLang="zh-CN" dirty="0"/>
              <a:t>public class Test {</a:t>
            </a:r>
            <a:endParaRPr/>
          </a:p>
          <a:p>
            <a:pPr lvl="0">
              <a:spcBef>
                <a:spcPct val="1"/>
              </a:spcBef>
            </a:pPr>
            <a:r>
              <a:rPr lang="en-US" altLang="zh-CN" dirty="0"/>
              <a:t>  public static void main(String[] args) {</a:t>
            </a:r>
            <a:endParaRPr/>
          </a:p>
          <a:p>
            <a:pPr lvl="0">
              <a:spcBef>
                <a:spcPct val="1"/>
              </a:spcBef>
            </a:pPr>
            <a:r>
              <a:rPr lang="en-US" altLang="zh-CN" dirty="0"/>
              <a:t>        new Test().test();</a:t>
            </a:r>
            <a:endParaRPr/>
          </a:p>
          <a:p>
            <a:pPr lvl="0">
              <a:spcBef>
                <a:spcPct val="1"/>
              </a:spcBef>
            </a:pPr>
            <a:r>
              <a:rPr lang="en-US" altLang="zh-CN" dirty="0"/>
              <a:t>  }  </a:t>
            </a:r>
            <a:endParaRPr/>
          </a:p>
          <a:p>
            <a:pPr lvl="0">
              <a:spcBef>
                <a:spcPct val="1"/>
              </a:spcBef>
            </a:pPr>
            <a:r>
              <a:rPr lang="en-US" altLang="zh-CN" dirty="0"/>
              <a:t>  public void test() {</a:t>
            </a:r>
            <a:endParaRPr/>
          </a:p>
          <a:p>
            <a:pPr lvl="1">
              <a:spcBef>
                <a:spcPct val="1"/>
              </a:spcBef>
            </a:pPr>
            <a:r>
              <a:rPr lang="en-US" altLang="zh-CN" dirty="0"/>
              <a:t>try {</a:t>
            </a:r>
            <a:endParaRPr/>
          </a:p>
          <a:p>
            <a:pPr lvl="1">
              <a:spcBef>
                <a:spcPct val="1"/>
              </a:spcBef>
            </a:pPr>
            <a:r>
              <a:rPr lang="en-US" altLang="zh-CN" dirty="0"/>
              <a:t>	System.out.println(“try");</a:t>
            </a:r>
            <a:endParaRPr/>
          </a:p>
          <a:p>
            <a:pPr lvl="1">
              <a:spcBef>
                <a:spcPct val="1"/>
              </a:spcBef>
            </a:pPr>
            <a:r>
              <a:rPr lang="en-US" altLang="zh-CN" dirty="0"/>
              <a:t>} catch (ArrayIndexOutOfBoundsException e){</a:t>
            </a:r>
            <a:endParaRPr/>
          </a:p>
          <a:p>
            <a:pPr lvl="1">
              <a:spcBef>
                <a:spcPct val="1"/>
              </a:spcBef>
            </a:pPr>
            <a:r>
              <a:rPr lang="en-US" altLang="zh-CN" dirty="0"/>
              <a:t>	System.out.println(“catch 1");</a:t>
            </a:r>
            <a:endParaRPr/>
          </a:p>
          <a:p>
            <a:pPr lvl="1">
              <a:spcBef>
                <a:spcPct val="1"/>
              </a:spcBef>
            </a:pPr>
            <a:r>
              <a:rPr lang="en-US" altLang="zh-CN" dirty="0"/>
              <a:t>} catch(Exception e) {</a:t>
            </a:r>
            <a:endParaRPr/>
          </a:p>
          <a:p>
            <a:pPr lvl="1">
              <a:spcBef>
                <a:spcPct val="1"/>
              </a:spcBef>
            </a:pPr>
            <a:r>
              <a:rPr lang="en-US" altLang="zh-CN" dirty="0"/>
              <a:t>	System.out.println(“catch 2");</a:t>
            </a:r>
            <a:endParaRPr/>
          </a:p>
          <a:p>
            <a:pPr lvl="1">
              <a:spcBef>
                <a:spcPct val="1"/>
              </a:spcBef>
            </a:pPr>
            <a:r>
              <a:rPr lang="en-US" altLang="zh-CN" dirty="0"/>
              <a:t>} finally {</a:t>
            </a:r>
            <a:endParaRPr/>
          </a:p>
          <a:p>
            <a:pPr lvl="1">
              <a:spcBef>
                <a:spcPct val="1"/>
              </a:spcBef>
            </a:pPr>
            <a:r>
              <a:rPr lang="en-US" altLang="zh-CN" dirty="0"/>
              <a:t>	System.out.println("finally");</a:t>
            </a:r>
            <a:endParaRPr/>
          </a:p>
          <a:p>
            <a:pPr lvl="1">
              <a:spcBef>
                <a:spcPct val="1"/>
              </a:spcBef>
            </a:pPr>
            <a:r>
              <a:rPr lang="en-US" altLang="zh-CN" dirty="0"/>
              <a:t>}</a:t>
            </a:r>
            <a:endParaRPr/>
          </a:p>
          <a:p>
            <a:pPr lvl="0">
              <a:spcBef>
                <a:spcPct val="1"/>
              </a:spcBef>
            </a:pPr>
            <a:r>
              <a:rPr lang="en-US" altLang="zh-CN" dirty="0"/>
              <a:t>  }</a:t>
            </a:r>
            <a:endParaRPr/>
          </a:p>
          <a:p>
            <a:pPr lvl="0">
              <a:spcBef>
                <a:spcPct val="1"/>
              </a:spcBef>
            </a:pPr>
            <a:r>
              <a:rPr lang="en-US" altLang="zh-CN" dirty="0"/>
              <a:t>}</a:t>
            </a:r>
            <a:endParaRPr/>
          </a:p>
          <a:p>
            <a:pPr lvl="0">
              <a:spcBef>
                <a:spcPct val="1"/>
              </a:spcBef>
            </a:pPr>
            <a:r>
              <a:rPr lang="zh-CN" altLang="en-US" dirty="0"/>
              <a:t>输出：</a:t>
            </a:r>
            <a:r>
              <a:rPr lang="en-US" altLang="zh-CN" dirty="0"/>
              <a:t>try finally</a:t>
            </a:r>
            <a:endParaRPr/>
          </a:p>
        </p:txBody>
      </p:sp>
      <p:sp>
        <p:nvSpPr>
          <p:cNvPr id="5"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lvl="0" algn="r"/>
            <a:fld id="{9A0DB2DC-4C9A-4742-B13C-FB6460FD3503}" type="slidenum">
              <a:rPr lang="en-US" altLang="zh-CN" sz="1200" dirty="0">
                <a:ea typeface="宋体" panose="02010600030101010101" pitchFamily="2" charset="-122"/>
              </a:rPr>
              <a:t>20</a:t>
            </a:fld>
            <a:endParaRPr lang="en-US" altLang="zh-CN" sz="1200" dirty="0">
              <a:ea typeface="宋体" panose="02010600030101010101" pitchFamily="2" charset="-122"/>
            </a:endParaRPr>
          </a:p>
        </p:txBody>
      </p:sp>
      <p:sp>
        <p:nvSpPr>
          <p:cNvPr id="8" name="Rectangle 2"/>
          <p:cNvSpPr>
            <a:spLocks noGrp="1" noRot="1" noChangeAspect="1" noTextEdit="1"/>
          </p:cNvSpPr>
          <p:nvPr>
            <p:ph type="sldImg"/>
          </p:nvPr>
        </p:nvSpPr>
        <p:spPr>
          <a:ln>
            <a:solidFill>
              <a:srgbClr val="000000"/>
            </a:solidFill>
            <a:miter/>
          </a:ln>
        </p:spPr>
        <p:txBody>
          <a:bodyPr/>
          <a:lstStyle/>
          <a:p>
            <a:endParaRPr/>
          </a:p>
        </p:txBody>
      </p:sp>
      <p:sp>
        <p:nvSpPr>
          <p:cNvPr id="9" name="Rectangle 3"/>
          <p:cNvSpPr>
            <a:spLocks noGrp="1"/>
          </p:cNvSpPr>
          <p:nvPr>
            <p:ph type="body" idx="1"/>
          </p:nvPr>
        </p:nvSpPr>
        <p:spPr>
          <a:noFill/>
          <a:ln>
            <a:noFill/>
          </a:ln>
        </p:spPr>
        <p:txBody>
          <a:bodyPr wrap="square" lIns="91440" tIns="45720" rIns="91440" bIns="45720" anchor="t"/>
          <a:lstStyle/>
          <a:p>
            <a:pPr lvl="0">
              <a:spcBef>
                <a:spcPct val="1"/>
              </a:spcBef>
            </a:pPr>
            <a:endParaRPr lang="zh-CN" altLang="zh-CN" dirty="0"/>
          </a:p>
        </p:txBody>
      </p:sp>
      <p:sp>
        <p:nvSpPr>
          <p:cNvPr id="10"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lvl="0" algn="r"/>
            <a:fld id="{9A0DB2DC-4C9A-4742-B13C-FB6460FD3503}" type="slidenum">
              <a:rPr lang="en-US" altLang="zh-CN" sz="1200" dirty="0">
                <a:ea typeface="宋体" panose="02010600030101010101" pitchFamily="2" charset="-122"/>
              </a:rPr>
              <a:t>26</a:t>
            </a:fld>
            <a:endParaRPr lang="en-US" altLang="zh-CN" sz="1200" dirty="0">
              <a:ea typeface="宋体" panose="02010600030101010101" pitchFamily="2" charset="-122"/>
            </a:endParaRPr>
          </a:p>
        </p:txBody>
      </p:sp>
      <p:sp>
        <p:nvSpPr>
          <p:cNvPr id="13" name="Rectangle 2"/>
          <p:cNvSpPr>
            <a:spLocks noGrp="1" noRot="1" noChangeAspect="1" noTextEdit="1"/>
          </p:cNvSpPr>
          <p:nvPr>
            <p:ph type="sldImg"/>
          </p:nvPr>
        </p:nvSpPr>
        <p:spPr>
          <a:ln>
            <a:solidFill>
              <a:srgbClr val="000000"/>
            </a:solidFill>
            <a:miter/>
          </a:ln>
        </p:spPr>
        <p:txBody>
          <a:bodyPr/>
          <a:lstStyle/>
          <a:p>
            <a:endParaRPr/>
          </a:p>
        </p:txBody>
      </p:sp>
      <p:sp>
        <p:nvSpPr>
          <p:cNvPr id="14" name="Rectangle 3"/>
          <p:cNvSpPr>
            <a:spLocks noGrp="1"/>
          </p:cNvSpPr>
          <p:nvPr>
            <p:ph type="body" idx="1"/>
          </p:nvPr>
        </p:nvSpPr>
        <p:spPr>
          <a:noFill/>
          <a:ln>
            <a:noFill/>
          </a:ln>
        </p:spPr>
        <p:txBody>
          <a:bodyPr wrap="square" lIns="91440" tIns="45720" rIns="91440" bIns="45720" anchor="t"/>
          <a:lstStyle/>
          <a:p>
            <a:pPr lvl="0">
              <a:lnSpc>
                <a:spcPct val="90000"/>
              </a:lnSpc>
              <a:spcBef>
                <a:spcPct val="1"/>
              </a:spcBef>
            </a:pPr>
            <a:endParaRPr lang="en-US" altLang="zh-CN" dirty="0"/>
          </a:p>
        </p:txBody>
      </p:sp>
      <p:sp>
        <p:nvSpPr>
          <p:cNvPr id="15"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marL="0" marR="0" lvl="0" indent="0" algn="r" defTabSz="914400" rtl="0" eaLnBrk="1" fontAlgn="base" latinLnBrk="0" hangingPunct="1">
              <a:lnSpc>
                <a:spcPct val="100000"/>
              </a:lnSpc>
              <a:spcBef>
                <a:spcPct val="1"/>
              </a:spcBef>
              <a:spcAft>
                <a:spcPct val="1"/>
              </a:spcAft>
              <a:buClrTx/>
              <a:buSzTx/>
              <a:buFontTx/>
              <a:buNone/>
              <a:tabLst/>
              <a:defRPr/>
            </a:pPr>
            <a:fld id="{9A0DB2DC-4C9A-4742-B13C-FB6460FD3503}" type="slidenum">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27</a:t>
            </a:fld>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8" name="Rectangle 2"/>
          <p:cNvSpPr>
            <a:spLocks noGrp="1" noRot="1" noChangeAspect="1" noTextEdit="1"/>
          </p:cNvSpPr>
          <p:nvPr>
            <p:ph type="sldImg"/>
          </p:nvPr>
        </p:nvSpPr>
        <p:spPr>
          <a:ln>
            <a:solidFill>
              <a:srgbClr val="000000"/>
            </a:solidFill>
            <a:miter/>
          </a:ln>
        </p:spPr>
        <p:txBody>
          <a:bodyPr/>
          <a:lstStyle/>
          <a:p>
            <a:endParaRPr/>
          </a:p>
        </p:txBody>
      </p:sp>
      <p:sp>
        <p:nvSpPr>
          <p:cNvPr id="19" name="Rectangle 3"/>
          <p:cNvSpPr>
            <a:spLocks noGrp="1"/>
          </p:cNvSpPr>
          <p:nvPr>
            <p:ph type="body" idx="1"/>
          </p:nvPr>
        </p:nvSpPr>
        <p:spPr>
          <a:noFill/>
          <a:ln>
            <a:noFill/>
          </a:ln>
        </p:spPr>
        <p:txBody>
          <a:bodyPr wrap="square" lIns="91440" tIns="45720" rIns="91440" bIns="45720" anchor="t"/>
          <a:lstStyle/>
          <a:p>
            <a:pPr lvl="0">
              <a:lnSpc>
                <a:spcPct val="90000"/>
              </a:lnSpc>
              <a:spcBef>
                <a:spcPct val="1"/>
              </a:spcBef>
            </a:pPr>
            <a:endParaRPr lang="en-US" altLang="zh-CN" dirty="0"/>
          </a:p>
        </p:txBody>
      </p:sp>
      <p:sp>
        <p:nvSpPr>
          <p:cNvPr id="20"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marL="0" marR="0" lvl="0" indent="0" algn="r" defTabSz="914400" rtl="0" eaLnBrk="1" fontAlgn="base" latinLnBrk="0" hangingPunct="1">
              <a:lnSpc>
                <a:spcPct val="100000"/>
              </a:lnSpc>
              <a:spcBef>
                <a:spcPct val="1"/>
              </a:spcBef>
              <a:spcAft>
                <a:spcPct val="1"/>
              </a:spcAft>
              <a:buClrTx/>
              <a:buSzTx/>
              <a:buFontTx/>
              <a:buNone/>
              <a:tabLst/>
              <a:defRPr/>
            </a:pPr>
            <a:fld id="{9A0DB2DC-4C9A-4742-B13C-FB6460FD3503}" type="slidenum">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29</a:t>
            </a:fld>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 name="Rectangle 2"/>
          <p:cNvSpPr>
            <a:spLocks noGrp="1" noRot="1" noChangeAspect="1" noTextEdit="1"/>
          </p:cNvSpPr>
          <p:nvPr>
            <p:ph type="sldImg"/>
          </p:nvPr>
        </p:nvSpPr>
        <p:spPr>
          <a:ln>
            <a:solidFill>
              <a:srgbClr val="000000"/>
            </a:solidFill>
            <a:miter/>
          </a:ln>
        </p:spPr>
        <p:txBody>
          <a:bodyPr/>
          <a:lstStyle/>
          <a:p>
            <a:endParaRPr/>
          </a:p>
        </p:txBody>
      </p:sp>
      <p:sp>
        <p:nvSpPr>
          <p:cNvPr id="24" name="Rectangle 3"/>
          <p:cNvSpPr>
            <a:spLocks noGrp="1"/>
          </p:cNvSpPr>
          <p:nvPr>
            <p:ph type="body" idx="1"/>
          </p:nvPr>
        </p:nvSpPr>
        <p:spPr>
          <a:noFill/>
          <a:ln>
            <a:noFill/>
          </a:ln>
        </p:spPr>
        <p:txBody>
          <a:bodyPr wrap="square" lIns="91440" tIns="45720" rIns="91440" bIns="45720" anchor="t"/>
          <a:lstStyle/>
          <a:p>
            <a:pPr lvl="0">
              <a:lnSpc>
                <a:spcPct val="90000"/>
              </a:lnSpc>
              <a:spcBef>
                <a:spcPct val="1"/>
              </a:spcBef>
            </a:pPr>
            <a:endParaRPr lang="en-US" altLang="zh-CN" dirty="0"/>
          </a:p>
        </p:txBody>
      </p:sp>
      <p:sp>
        <p:nvSpPr>
          <p:cNvPr id="25"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marL="0" marR="0" lvl="0" indent="0" algn="r" defTabSz="914400" rtl="0" eaLnBrk="1" fontAlgn="base" latinLnBrk="0" hangingPunct="1">
              <a:lnSpc>
                <a:spcPct val="100000"/>
              </a:lnSpc>
              <a:spcBef>
                <a:spcPct val="1"/>
              </a:spcBef>
              <a:spcAft>
                <a:spcPct val="1"/>
              </a:spcAft>
              <a:buClrTx/>
              <a:buSzTx/>
              <a:buFontTx/>
              <a:buNone/>
              <a:tabLst/>
              <a:defRPr/>
            </a:pPr>
            <a:fld id="{9A0DB2DC-4C9A-4742-B13C-FB6460FD3503}" type="slidenum">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33</a:t>
            </a:fld>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8" name="Rectangle 2"/>
          <p:cNvSpPr>
            <a:spLocks noGrp="1" noRot="1" noChangeAspect="1" noTextEdit="1"/>
          </p:cNvSpPr>
          <p:nvPr>
            <p:ph type="sldImg"/>
          </p:nvPr>
        </p:nvSpPr>
        <p:spPr>
          <a:ln>
            <a:solidFill>
              <a:srgbClr val="000000"/>
            </a:solidFill>
            <a:miter/>
          </a:ln>
        </p:spPr>
        <p:txBody>
          <a:bodyPr/>
          <a:lstStyle/>
          <a:p>
            <a:endParaRPr/>
          </a:p>
        </p:txBody>
      </p:sp>
      <p:sp>
        <p:nvSpPr>
          <p:cNvPr id="29" name="Rectangle 3"/>
          <p:cNvSpPr>
            <a:spLocks noGrp="1"/>
          </p:cNvSpPr>
          <p:nvPr>
            <p:ph type="body" idx="1"/>
          </p:nvPr>
        </p:nvSpPr>
        <p:spPr>
          <a:noFill/>
          <a:ln>
            <a:noFill/>
          </a:ln>
        </p:spPr>
        <p:txBody>
          <a:bodyPr wrap="square" lIns="91440" tIns="45720" rIns="91440" bIns="45720" anchor="t"/>
          <a:lstStyle/>
          <a:p>
            <a:pPr lvl="0">
              <a:lnSpc>
                <a:spcPct val="90000"/>
              </a:lnSpc>
              <a:spcBef>
                <a:spcPct val="1"/>
              </a:spcBef>
            </a:pPr>
            <a:endParaRPr lang="en-US" altLang="zh-CN" dirty="0"/>
          </a:p>
        </p:txBody>
      </p:sp>
      <p:sp>
        <p:nvSpPr>
          <p:cNvPr id="30"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marL="0" marR="0" lvl="0" indent="0" algn="r" defTabSz="914400" rtl="0" eaLnBrk="1" fontAlgn="base" latinLnBrk="0" hangingPunct="1">
              <a:lnSpc>
                <a:spcPct val="100000"/>
              </a:lnSpc>
              <a:spcBef>
                <a:spcPct val="1"/>
              </a:spcBef>
              <a:spcAft>
                <a:spcPct val="1"/>
              </a:spcAft>
              <a:buClrTx/>
              <a:buSzTx/>
              <a:buFontTx/>
              <a:buNone/>
              <a:tabLst/>
              <a:defRPr/>
            </a:pPr>
            <a:fld id="{9A0DB2DC-4C9A-4742-B13C-FB6460FD3503}" type="slidenum">
              <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34</a:t>
            </a:fld>
            <a:endParaRPr kumimoji="0" lang="en-US" altLang="zh-CN" sz="12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3" name="Rectangle 2"/>
          <p:cNvSpPr>
            <a:spLocks noGrp="1" noRot="1" noChangeAspect="1" noTextEdit="1"/>
          </p:cNvSpPr>
          <p:nvPr>
            <p:ph type="sldImg"/>
          </p:nvPr>
        </p:nvSpPr>
        <p:spPr>
          <a:ln>
            <a:solidFill>
              <a:srgbClr val="000000"/>
            </a:solidFill>
            <a:miter/>
          </a:ln>
        </p:spPr>
        <p:txBody>
          <a:bodyPr/>
          <a:lstStyle/>
          <a:p>
            <a:endParaRPr/>
          </a:p>
        </p:txBody>
      </p:sp>
      <p:sp>
        <p:nvSpPr>
          <p:cNvPr id="34" name="Rectangle 3"/>
          <p:cNvSpPr>
            <a:spLocks noGrp="1"/>
          </p:cNvSpPr>
          <p:nvPr>
            <p:ph type="body" idx="1"/>
          </p:nvPr>
        </p:nvSpPr>
        <p:spPr>
          <a:noFill/>
          <a:ln>
            <a:noFill/>
          </a:ln>
        </p:spPr>
        <p:txBody>
          <a:bodyPr wrap="square" lIns="91440" tIns="45720" rIns="91440" bIns="45720" anchor="t"/>
          <a:lstStyle/>
          <a:p>
            <a:pPr lvl="0">
              <a:spcBef>
                <a:spcPct val="1"/>
              </a:spcBef>
            </a:pPr>
            <a:r>
              <a:rPr lang="en-US" altLang="zh-CN" dirty="0"/>
              <a:t>public class Test {</a:t>
            </a:r>
            <a:endParaRPr/>
          </a:p>
          <a:p>
            <a:pPr lvl="0">
              <a:spcBef>
                <a:spcPct val="1"/>
              </a:spcBef>
            </a:pPr>
            <a:r>
              <a:rPr lang="en-US" altLang="zh-CN" dirty="0"/>
              <a:t>  public static void main(String[] args) {</a:t>
            </a:r>
            <a:endParaRPr/>
          </a:p>
          <a:p>
            <a:pPr lvl="0">
              <a:spcBef>
                <a:spcPct val="1"/>
              </a:spcBef>
            </a:pPr>
            <a:r>
              <a:rPr lang="en-US" altLang="zh-CN" dirty="0"/>
              <a:t>        new Test().test();</a:t>
            </a:r>
            <a:endParaRPr/>
          </a:p>
          <a:p>
            <a:pPr lvl="0">
              <a:spcBef>
                <a:spcPct val="1"/>
              </a:spcBef>
            </a:pPr>
            <a:r>
              <a:rPr lang="en-US" altLang="zh-CN" dirty="0"/>
              <a:t>  }  </a:t>
            </a:r>
            <a:endParaRPr/>
          </a:p>
          <a:p>
            <a:pPr lvl="0">
              <a:spcBef>
                <a:spcPct val="1"/>
              </a:spcBef>
            </a:pPr>
            <a:r>
              <a:rPr lang="en-US" altLang="zh-CN" dirty="0"/>
              <a:t>  public void test() {</a:t>
            </a:r>
            <a:endParaRPr/>
          </a:p>
          <a:p>
            <a:pPr lvl="1">
              <a:spcBef>
                <a:spcPct val="1"/>
              </a:spcBef>
            </a:pPr>
            <a:r>
              <a:rPr lang="en-US" altLang="zh-CN" dirty="0"/>
              <a:t>try {</a:t>
            </a:r>
            <a:endParaRPr/>
          </a:p>
          <a:p>
            <a:pPr lvl="1">
              <a:spcBef>
                <a:spcPct val="1"/>
              </a:spcBef>
            </a:pPr>
            <a:r>
              <a:rPr lang="en-US" altLang="zh-CN" dirty="0"/>
              <a:t>	System.out.println(“try");</a:t>
            </a:r>
            <a:endParaRPr/>
          </a:p>
          <a:p>
            <a:pPr lvl="1">
              <a:spcBef>
                <a:spcPct val="1"/>
              </a:spcBef>
            </a:pPr>
            <a:r>
              <a:rPr lang="en-US" altLang="zh-CN" dirty="0"/>
              <a:t>} catch (ArrayIndexOutOfBoundsException e){</a:t>
            </a:r>
            <a:endParaRPr/>
          </a:p>
          <a:p>
            <a:pPr lvl="1">
              <a:spcBef>
                <a:spcPct val="1"/>
              </a:spcBef>
            </a:pPr>
            <a:r>
              <a:rPr lang="en-US" altLang="zh-CN" dirty="0"/>
              <a:t>	System.out.println(“catch 1");</a:t>
            </a:r>
            <a:endParaRPr/>
          </a:p>
          <a:p>
            <a:pPr lvl="1">
              <a:spcBef>
                <a:spcPct val="1"/>
              </a:spcBef>
            </a:pPr>
            <a:r>
              <a:rPr lang="en-US" altLang="zh-CN" dirty="0"/>
              <a:t>} catch(Exception e) {</a:t>
            </a:r>
            <a:endParaRPr/>
          </a:p>
          <a:p>
            <a:pPr lvl="1">
              <a:spcBef>
                <a:spcPct val="1"/>
              </a:spcBef>
            </a:pPr>
            <a:r>
              <a:rPr lang="en-US" altLang="zh-CN" dirty="0"/>
              <a:t>	System.out.println(“catch 2");</a:t>
            </a:r>
            <a:endParaRPr/>
          </a:p>
          <a:p>
            <a:pPr lvl="1">
              <a:spcBef>
                <a:spcPct val="1"/>
              </a:spcBef>
            </a:pPr>
            <a:r>
              <a:rPr lang="en-US" altLang="zh-CN" dirty="0"/>
              <a:t>} finally {</a:t>
            </a:r>
            <a:endParaRPr/>
          </a:p>
          <a:p>
            <a:pPr lvl="1">
              <a:spcBef>
                <a:spcPct val="1"/>
              </a:spcBef>
            </a:pPr>
            <a:r>
              <a:rPr lang="en-US" altLang="zh-CN" dirty="0"/>
              <a:t>	System.out.println("finally");</a:t>
            </a:r>
            <a:endParaRPr/>
          </a:p>
          <a:p>
            <a:pPr lvl="1">
              <a:spcBef>
                <a:spcPct val="1"/>
              </a:spcBef>
            </a:pPr>
            <a:r>
              <a:rPr lang="en-US" altLang="zh-CN" dirty="0"/>
              <a:t>}</a:t>
            </a:r>
            <a:endParaRPr/>
          </a:p>
          <a:p>
            <a:pPr lvl="0">
              <a:spcBef>
                <a:spcPct val="1"/>
              </a:spcBef>
            </a:pPr>
            <a:r>
              <a:rPr lang="en-US" altLang="zh-CN" dirty="0"/>
              <a:t>  }</a:t>
            </a:r>
            <a:endParaRPr/>
          </a:p>
          <a:p>
            <a:pPr lvl="0">
              <a:spcBef>
                <a:spcPct val="1"/>
              </a:spcBef>
            </a:pPr>
            <a:r>
              <a:rPr lang="en-US" altLang="zh-CN" dirty="0"/>
              <a:t>}</a:t>
            </a:r>
            <a:endParaRPr/>
          </a:p>
          <a:p>
            <a:pPr lvl="0">
              <a:spcBef>
                <a:spcPct val="1"/>
              </a:spcBef>
            </a:pPr>
            <a:r>
              <a:rPr lang="zh-CN" altLang="en-US" dirty="0"/>
              <a:t>输出：</a:t>
            </a:r>
            <a:r>
              <a:rPr lang="en-US" altLang="zh-CN" dirty="0"/>
              <a:t>try finally</a:t>
            </a:r>
            <a:endParaRPr/>
          </a:p>
        </p:txBody>
      </p:sp>
      <p:sp>
        <p:nvSpPr>
          <p:cNvPr id="35"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幻灯片图像占位符 1"/>
          <p:cNvSpPr>
            <a:spLocks noGrp="1" noRot="1" noChangeAspect="1"/>
          </p:cNvSpPr>
          <p:nvPr>
            <p:ph type="sldImg"/>
          </p:nvPr>
        </p:nvSpPr>
        <p:spPr/>
        <p:txBody>
          <a:bodyPr/>
          <a:lstStyle/>
          <a:p>
            <a:endParaRPr/>
          </a:p>
        </p:txBody>
      </p:sp>
      <p:sp>
        <p:nvSpPr>
          <p:cNvPr id="38" name="备注占位符 2"/>
          <p:cNvSpPr>
            <a:spLocks noGrp="1"/>
          </p:cNvSpPr>
          <p:nvPr>
            <p:ph type="body" idx="1"/>
          </p:nvPr>
        </p:nvSpPr>
        <p:spPr/>
        <p:txBody>
          <a:bodyPr/>
          <a:lstStyle/>
          <a:p>
            <a:endParaRPr lang="zh-CN" altLang="en-US"/>
          </a:p>
        </p:txBody>
      </p:sp>
      <p:sp>
        <p:nvSpPr>
          <p:cNvPr id="39"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7"/>
          <p:cNvSpPr txBox="1">
            <a:spLocks noGrp="1"/>
          </p:cNvSpPr>
          <p:nvPr>
            <p:ph type="sldNum" sz="quarter"/>
          </p:nvPr>
        </p:nvSpPr>
        <p:spPr>
          <a:xfrm>
            <a:off x="3850443" y="9430091"/>
            <a:ext cx="2945659" cy="496411"/>
          </a:xfrm>
          <a:prstGeom prst="rect">
            <a:avLst/>
          </a:prstGeom>
          <a:noFill/>
          <a:ln w="9525">
            <a:noFill/>
          </a:ln>
        </p:spPr>
        <p:txBody>
          <a:bodyPr anchor="b"/>
          <a:lstStyle/>
          <a:p>
            <a:pPr>
              <a:defRPr/>
            </a:pPr>
            <a:fld id="{9A0DB2DC-4C9A-4742-B13C-FB6460FD3503}" type="slidenum">
              <a:rPr lang="en-US" altLang="zh-CN" dirty="0">
                <a:solidFill>
                  <a:prstClr val="black"/>
                </a:solidFill>
              </a:rPr>
              <a:t>37</a:t>
            </a:fld>
            <a:endParaRPr lang="en-US" altLang="zh-CN" dirty="0">
              <a:solidFill>
                <a:prstClr val="black"/>
              </a:solidFill>
            </a:endParaRPr>
          </a:p>
        </p:txBody>
      </p:sp>
      <p:sp>
        <p:nvSpPr>
          <p:cNvPr id="42" name="Rectangle 2"/>
          <p:cNvSpPr>
            <a:spLocks noGrp="1" noRot="1" noChangeAspect="1" noTextEdit="1"/>
          </p:cNvSpPr>
          <p:nvPr>
            <p:ph type="sldImg"/>
          </p:nvPr>
        </p:nvSpPr>
        <p:spPr>
          <a:ln>
            <a:solidFill>
              <a:srgbClr val="000000"/>
            </a:solidFill>
            <a:miter/>
          </a:ln>
        </p:spPr>
        <p:txBody>
          <a:bodyPr/>
          <a:lstStyle/>
          <a:p>
            <a:endParaRPr/>
          </a:p>
        </p:txBody>
      </p:sp>
      <p:sp>
        <p:nvSpPr>
          <p:cNvPr id="43" name="Rectangle 3"/>
          <p:cNvSpPr>
            <a:spLocks noGrp="1"/>
          </p:cNvSpPr>
          <p:nvPr>
            <p:ph type="body" idx="1"/>
          </p:nvPr>
        </p:nvSpPr>
        <p:spPr>
          <a:noFill/>
          <a:ln>
            <a:noFill/>
          </a:ln>
        </p:spPr>
        <p:txBody>
          <a:bodyPr wrap="square" lIns="91440" tIns="45720" rIns="91440" bIns="45720" anchor="t"/>
          <a:lstStyle/>
          <a:p>
            <a:pPr lvl="0">
              <a:lnSpc>
                <a:spcPct val="90000"/>
              </a:lnSpc>
              <a:spcBef>
                <a:spcPct val="1"/>
              </a:spcBef>
            </a:pPr>
            <a:endParaRPr lang="en-US" altLang="zh-CN" dirty="0"/>
          </a:p>
        </p:txBody>
      </p:sp>
      <p:sp>
        <p:nvSpPr>
          <p:cNvPr id="44" name="日期占位符 1"/>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标题幻灯片">
    <p:bg>
      <p:bgPr>
        <a:solidFill>
          <a:srgbClr val="FFFFFF"/>
        </a:solidFill>
        <a:effectLst/>
      </p:bgPr>
    </p:bg>
    <p:spTree>
      <p:nvGrpSpPr>
        <p:cNvPr id="1" name=""/>
        <p:cNvGrpSpPr/>
        <p:nvPr/>
      </p:nvGrpSpPr>
      <p:grpSpPr>
        <a:xfrm>
          <a:off x="0" y="0"/>
          <a:ext cx="0" cy="0"/>
          <a:chOff x="0" y="0"/>
          <a:chExt cx="0" cy="0"/>
        </a:xfrm>
      </p:grpSpPr>
      <p:sp>
        <p:nvSpPr>
          <p:cNvPr id="2" name="Rectangle 73"/>
          <p:cNvSpPr>
            <a:spLocks noChangeArrowheads="1"/>
          </p:cNvSpPr>
          <p:nvPr/>
        </p:nvSpPr>
        <p:spPr bwMode="gray">
          <a:xfrm>
            <a:off x="1698625" y="3705225"/>
            <a:ext cx="742950" cy="742950"/>
          </a:xfrm>
          <a:prstGeom prst="rect">
            <a:avLst/>
          </a:prstGeom>
          <a:solidFill>
            <a:schemeClr val="accent1">
              <a:alpha val="50000"/>
            </a:schemeClr>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 name="Rectangle 44" descr="3"/>
          <p:cNvSpPr>
            <a:spLocks noChangeArrowheads="1"/>
          </p:cNvSpPr>
          <p:nvPr/>
        </p:nvSpPr>
        <p:spPr bwMode="gray">
          <a:xfrm>
            <a:off x="2492375" y="4510088"/>
            <a:ext cx="742950" cy="744538"/>
          </a:xfrm>
          <a:prstGeom prst="rect">
            <a:avLst/>
          </a:prstGeom>
          <a:blipFill dpi="0" rotWithShape="1">
            <a:blip r:embed="rId2" cstate="print"/>
            <a:srcRect/>
            <a:stretch>
              <a:fillRect/>
            </a:stretch>
          </a:blip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4" name="Rectangle 34" descr="5"/>
          <p:cNvSpPr>
            <a:spLocks noChangeArrowheads="1"/>
          </p:cNvSpPr>
          <p:nvPr/>
        </p:nvSpPr>
        <p:spPr bwMode="gray">
          <a:xfrm>
            <a:off x="915988" y="4510088"/>
            <a:ext cx="742950" cy="744538"/>
          </a:xfrm>
          <a:prstGeom prst="rect">
            <a:avLst/>
          </a:prstGeom>
          <a:blipFill dpi="0" rotWithShape="1">
            <a:blip r:embed="rId3" cstate="print"/>
            <a:srcRect/>
            <a:stretch>
              <a:fillRect/>
            </a:stretch>
          </a:blip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5" name="Rectangle 59"/>
          <p:cNvSpPr>
            <a:spLocks noChangeArrowheads="1"/>
          </p:cNvSpPr>
          <p:nvPr/>
        </p:nvSpPr>
        <p:spPr bwMode="gray">
          <a:xfrm>
            <a:off x="1703388" y="5314950"/>
            <a:ext cx="742950" cy="742950"/>
          </a:xfrm>
          <a:prstGeom prst="rect">
            <a:avLst/>
          </a:prstGeom>
          <a:solidFill>
            <a:srgbClr val="DDDDDD"/>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6" name="Rectangle 54"/>
          <p:cNvSpPr>
            <a:spLocks noChangeArrowheads="1"/>
          </p:cNvSpPr>
          <p:nvPr/>
        </p:nvSpPr>
        <p:spPr bwMode="gray">
          <a:xfrm>
            <a:off x="128588" y="3705225"/>
            <a:ext cx="742950" cy="742950"/>
          </a:xfrm>
          <a:prstGeom prst="rect">
            <a:avLst/>
          </a:prstGeom>
          <a:solidFill>
            <a:srgbClr val="DDDDDD"/>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7" name="Rectangle 56"/>
          <p:cNvSpPr>
            <a:spLocks noChangeArrowheads="1"/>
          </p:cNvSpPr>
          <p:nvPr/>
        </p:nvSpPr>
        <p:spPr bwMode="gray">
          <a:xfrm>
            <a:off x="2492375" y="3705225"/>
            <a:ext cx="742950" cy="742950"/>
          </a:xfrm>
          <a:prstGeom prst="rect">
            <a:avLst/>
          </a:prstGeom>
          <a:solidFill>
            <a:srgbClr val="DDDDDD"/>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grpSp>
        <p:nvGrpSpPr>
          <p:cNvPr id="8" name="Group 75"/>
          <p:cNvGrpSpPr/>
          <p:nvPr/>
        </p:nvGrpSpPr>
        <p:grpSpPr>
          <a:xfrm>
            <a:off x="112713" y="5954713"/>
            <a:ext cx="8936037" cy="631825"/>
            <a:chOff x="71" y="3751"/>
            <a:chExt cx="5629" cy="398"/>
          </a:xfrm>
        </p:grpSpPr>
        <p:sp>
          <p:nvSpPr>
            <p:cNvPr id="9" name="Freeform 24"/>
            <p:cNvSpPr/>
            <p:nvPr/>
          </p:nvSpPr>
          <p:spPr bwMode="gray">
            <a:xfrm>
              <a:off x="71" y="3751"/>
              <a:ext cx="5626" cy="349"/>
            </a:xfrm>
            <a:custGeom>
              <a:avLst/>
              <a:gdLst/>
              <a:ahLst/>
              <a:cxnLst>
                <a:cxn ang="0">
                  <a:pos x="5626" y="349"/>
                </a:cxn>
                <a:cxn ang="0">
                  <a:pos x="0" y="349"/>
                </a:cxn>
                <a:cxn ang="0">
                  <a:pos x="0" y="187"/>
                </a:cxn>
                <a:cxn ang="0">
                  <a:pos x="0" y="114"/>
                </a:cxn>
                <a:cxn ang="0">
                  <a:pos x="4064" y="118"/>
                </a:cxn>
                <a:cxn ang="0">
                  <a:pos x="4329" y="0"/>
                </a:cxn>
                <a:cxn ang="0">
                  <a:pos x="5623" y="0"/>
                </a:cxn>
                <a:cxn ang="0">
                  <a:pos x="5626" y="349"/>
                </a:cxn>
              </a:cxnLst>
              <a:rect l="0" t="0" r="r" b="b"/>
              <a:pathLst>
                <a:path w="5626" h="349">
                  <a:moveTo>
                    <a:pt x="5626" y="349"/>
                  </a:moveTo>
                  <a:lnTo>
                    <a:pt x="0" y="349"/>
                  </a:lnTo>
                  <a:lnTo>
                    <a:pt x="0" y="187"/>
                  </a:lnTo>
                  <a:lnTo>
                    <a:pt x="0" y="114"/>
                  </a:lnTo>
                  <a:cubicBezTo>
                    <a:pt x="678" y="103"/>
                    <a:pt x="3343" y="137"/>
                    <a:pt x="4064" y="118"/>
                  </a:cubicBezTo>
                  <a:lnTo>
                    <a:pt x="4329" y="0"/>
                  </a:lnTo>
                  <a:lnTo>
                    <a:pt x="5623" y="0"/>
                  </a:lnTo>
                  <a:lnTo>
                    <a:pt x="5626" y="349"/>
                  </a:lnTo>
                  <a:close/>
                </a:path>
              </a:pathLst>
            </a:custGeom>
            <a:solidFill>
              <a:schemeClr val="tx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0" name="Freeform 25"/>
            <p:cNvSpPr/>
            <p:nvPr/>
          </p:nvSpPr>
          <p:spPr bwMode="gray">
            <a:xfrm>
              <a:off x="71" y="3800"/>
              <a:ext cx="5626" cy="349"/>
            </a:xfrm>
            <a:custGeom>
              <a:avLst/>
              <a:gdLst/>
              <a:ahLst/>
              <a:cxnLst>
                <a:cxn ang="0">
                  <a:pos x="5626" y="349"/>
                </a:cxn>
                <a:cxn ang="0">
                  <a:pos x="0" y="349"/>
                </a:cxn>
                <a:cxn ang="0">
                  <a:pos x="0" y="187"/>
                </a:cxn>
                <a:cxn ang="0">
                  <a:pos x="0" y="114"/>
                </a:cxn>
                <a:cxn ang="0">
                  <a:pos x="4082" y="118"/>
                </a:cxn>
                <a:cxn ang="0">
                  <a:pos x="4345" y="0"/>
                </a:cxn>
                <a:cxn ang="0">
                  <a:pos x="5623" y="6"/>
                </a:cxn>
                <a:cxn ang="0">
                  <a:pos x="5626" y="349"/>
                </a:cxn>
              </a:cxnLst>
              <a:rect l="0" t="0" r="r" b="b"/>
              <a:pathLst>
                <a:path w="5626" h="349">
                  <a:moveTo>
                    <a:pt x="5626" y="349"/>
                  </a:moveTo>
                  <a:lnTo>
                    <a:pt x="0" y="349"/>
                  </a:lnTo>
                  <a:lnTo>
                    <a:pt x="0" y="187"/>
                  </a:lnTo>
                  <a:lnTo>
                    <a:pt x="0" y="114"/>
                  </a:lnTo>
                  <a:cubicBezTo>
                    <a:pt x="680" y="103"/>
                    <a:pt x="3358" y="137"/>
                    <a:pt x="4082" y="118"/>
                  </a:cubicBezTo>
                  <a:lnTo>
                    <a:pt x="4345" y="0"/>
                  </a:lnTo>
                  <a:lnTo>
                    <a:pt x="5623" y="6"/>
                  </a:lnTo>
                  <a:lnTo>
                    <a:pt x="5626" y="349"/>
                  </a:lnTo>
                  <a:close/>
                </a:path>
              </a:pathLst>
            </a:custGeom>
            <a:solidFill>
              <a:schemeClr val="bg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1" name="Freeform 26"/>
            <p:cNvSpPr/>
            <p:nvPr/>
          </p:nvSpPr>
          <p:spPr bwMode="gray">
            <a:xfrm>
              <a:off x="4209" y="3833"/>
              <a:ext cx="1491" cy="88"/>
            </a:xfrm>
            <a:custGeom>
              <a:avLst/>
              <a:gdLst/>
              <a:ahLst/>
              <a:cxnLst>
                <a:cxn ang="0">
                  <a:pos x="0" y="84"/>
                </a:cxn>
                <a:cxn ang="0">
                  <a:pos x="223" y="0"/>
                </a:cxn>
                <a:cxn ang="0">
                  <a:pos x="1491" y="0"/>
                </a:cxn>
                <a:cxn ang="0">
                  <a:pos x="1488" y="60"/>
                </a:cxn>
                <a:cxn ang="0">
                  <a:pos x="383" y="59"/>
                </a:cxn>
                <a:cxn ang="0">
                  <a:pos x="273" y="88"/>
                </a:cxn>
                <a:cxn ang="0">
                  <a:pos x="0" y="84"/>
                </a:cxn>
              </a:cxnLst>
              <a:rect l="0" t="0" r="r" b="b"/>
              <a:pathLst>
                <a:path w="1491" h="88">
                  <a:moveTo>
                    <a:pt x="0" y="84"/>
                  </a:moveTo>
                  <a:lnTo>
                    <a:pt x="223" y="0"/>
                  </a:lnTo>
                  <a:lnTo>
                    <a:pt x="1491" y="0"/>
                  </a:lnTo>
                  <a:lnTo>
                    <a:pt x="1488" y="60"/>
                  </a:lnTo>
                  <a:lnTo>
                    <a:pt x="383" y="59"/>
                  </a:lnTo>
                  <a:lnTo>
                    <a:pt x="273" y="88"/>
                  </a:lnTo>
                  <a:lnTo>
                    <a:pt x="0" y="84"/>
                  </a:lnTo>
                  <a:close/>
                </a:path>
              </a:pathLst>
            </a:custGeom>
            <a:solidFill>
              <a:srgbClr val="FFFFFF">
                <a:alpha val="30000"/>
              </a:srgbClr>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grpSp>
      <p:grpSp>
        <p:nvGrpSpPr>
          <p:cNvPr id="12" name="Group 7"/>
          <p:cNvGrpSpPr/>
          <p:nvPr/>
        </p:nvGrpSpPr>
        <p:grpSpPr>
          <a:xfrm rot="10800000">
            <a:off x="6003925" y="1778000"/>
            <a:ext cx="2768600" cy="779463"/>
            <a:chOff x="1566" y="164"/>
            <a:chExt cx="1455" cy="425"/>
          </a:xfrm>
        </p:grpSpPr>
        <p:sp>
          <p:nvSpPr>
            <p:cNvPr id="13" name="Freeform 8"/>
            <p:cNvSpPr/>
            <p:nvPr/>
          </p:nvSpPr>
          <p:spPr bwMode="gray">
            <a:xfrm>
              <a:off x="1894" y="468"/>
              <a:ext cx="38" cy="121"/>
            </a:xfrm>
            <a:custGeom>
              <a:avLst/>
              <a:gdLst/>
              <a:ahLst/>
              <a:cxnLst>
                <a:cxn ang="0">
                  <a:pos x="37" y="36"/>
                </a:cxn>
                <a:cxn ang="0">
                  <a:pos x="35" y="36"/>
                </a:cxn>
                <a:cxn ang="0">
                  <a:pos x="30" y="36"/>
                </a:cxn>
                <a:cxn ang="0">
                  <a:pos x="22" y="34"/>
                </a:cxn>
                <a:cxn ang="0">
                  <a:pos x="15" y="30"/>
                </a:cxn>
                <a:cxn ang="0">
                  <a:pos x="7" y="23"/>
                </a:cxn>
                <a:cxn ang="0">
                  <a:pos x="3" y="13"/>
                </a:cxn>
                <a:cxn ang="0">
                  <a:pos x="0" y="0"/>
                </a:cxn>
                <a:cxn ang="0">
                  <a:pos x="3" y="0"/>
                </a:cxn>
                <a:cxn ang="0">
                  <a:pos x="7" y="1"/>
                </a:cxn>
                <a:cxn ang="0">
                  <a:pos x="15" y="3"/>
                </a:cxn>
                <a:cxn ang="0">
                  <a:pos x="23" y="5"/>
                </a:cxn>
                <a:cxn ang="0">
                  <a:pos x="30" y="11"/>
                </a:cxn>
                <a:cxn ang="0">
                  <a:pos x="37" y="20"/>
                </a:cxn>
                <a:cxn ang="0">
                  <a:pos x="39" y="34"/>
                </a:cxn>
                <a:cxn ang="0">
                  <a:pos x="39" y="121"/>
                </a:cxn>
                <a:cxn ang="0">
                  <a:pos x="37" y="121"/>
                </a:cxn>
                <a:cxn ang="0">
                  <a:pos x="37" y="36"/>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4" name="Freeform 9"/>
            <p:cNvSpPr/>
            <p:nvPr/>
          </p:nvSpPr>
          <p:spPr bwMode="gray">
            <a:xfrm>
              <a:off x="2271" y="455"/>
              <a:ext cx="45" cy="138"/>
            </a:xfrm>
            <a:custGeom>
              <a:avLst/>
              <a:gdLst/>
              <a:ahLst/>
              <a:cxnLst>
                <a:cxn ang="0">
                  <a:pos x="3" y="42"/>
                </a:cxn>
                <a:cxn ang="0">
                  <a:pos x="6" y="42"/>
                </a:cxn>
                <a:cxn ang="0">
                  <a:pos x="12" y="42"/>
                </a:cxn>
                <a:cxn ang="0">
                  <a:pos x="20" y="39"/>
                </a:cxn>
                <a:cxn ang="0">
                  <a:pos x="29" y="35"/>
                </a:cxn>
                <a:cxn ang="0">
                  <a:pos x="37" y="27"/>
                </a:cxn>
                <a:cxn ang="0">
                  <a:pos x="43" y="17"/>
                </a:cxn>
                <a:cxn ang="0">
                  <a:pos x="45" y="2"/>
                </a:cxn>
                <a:cxn ang="0">
                  <a:pos x="43" y="0"/>
                </a:cxn>
                <a:cxn ang="0">
                  <a:pos x="37" y="2"/>
                </a:cxn>
                <a:cxn ang="0">
                  <a:pos x="29" y="3"/>
                </a:cxn>
                <a:cxn ang="0">
                  <a:pos x="19" y="7"/>
                </a:cxn>
                <a:cxn ang="0">
                  <a:pos x="11" y="14"/>
                </a:cxn>
                <a:cxn ang="0">
                  <a:pos x="4" y="23"/>
                </a:cxn>
                <a:cxn ang="0">
                  <a:pos x="0" y="39"/>
                </a:cxn>
                <a:cxn ang="0">
                  <a:pos x="0" y="139"/>
                </a:cxn>
                <a:cxn ang="0">
                  <a:pos x="3" y="139"/>
                </a:cxn>
                <a:cxn ang="0">
                  <a:pos x="3" y="42"/>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5" name="Freeform 10"/>
            <p:cNvSpPr/>
            <p:nvPr/>
          </p:nvSpPr>
          <p:spPr bwMode="gray">
            <a:xfrm>
              <a:off x="1771" y="378"/>
              <a:ext cx="146" cy="211"/>
            </a:xfrm>
            <a:custGeom>
              <a:avLst/>
              <a:gdLst/>
              <a:ahLst/>
              <a:cxnLst>
                <a:cxn ang="0">
                  <a:pos x="68" y="67"/>
                </a:cxn>
                <a:cxn ang="0">
                  <a:pos x="67" y="67"/>
                </a:cxn>
                <a:cxn ang="0">
                  <a:pos x="60" y="66"/>
                </a:cxn>
                <a:cxn ang="0">
                  <a:pos x="50" y="64"/>
                </a:cxn>
                <a:cxn ang="0">
                  <a:pos x="41" y="62"/>
                </a:cxn>
                <a:cxn ang="0">
                  <a:pos x="29" y="55"/>
                </a:cxn>
                <a:cxn ang="0">
                  <a:pos x="18" y="47"/>
                </a:cxn>
                <a:cxn ang="0">
                  <a:pos x="10" y="35"/>
                </a:cxn>
                <a:cxn ang="0">
                  <a:pos x="3" y="20"/>
                </a:cxn>
                <a:cxn ang="0">
                  <a:pos x="0" y="0"/>
                </a:cxn>
                <a:cxn ang="0">
                  <a:pos x="3" y="0"/>
                </a:cxn>
                <a:cxn ang="0">
                  <a:pos x="10" y="0"/>
                </a:cxn>
                <a:cxn ang="0">
                  <a:pos x="19" y="0"/>
                </a:cxn>
                <a:cxn ang="0">
                  <a:pos x="30" y="2"/>
                </a:cxn>
                <a:cxn ang="0">
                  <a:pos x="41" y="6"/>
                </a:cxn>
                <a:cxn ang="0">
                  <a:pos x="53" y="14"/>
                </a:cxn>
                <a:cxn ang="0">
                  <a:pos x="62" y="25"/>
                </a:cxn>
                <a:cxn ang="0">
                  <a:pos x="69" y="41"/>
                </a:cxn>
                <a:cxn ang="0">
                  <a:pos x="73" y="62"/>
                </a:cxn>
                <a:cxn ang="0">
                  <a:pos x="73" y="60"/>
                </a:cxn>
                <a:cxn ang="0">
                  <a:pos x="73" y="55"/>
                </a:cxn>
                <a:cxn ang="0">
                  <a:pos x="75" y="45"/>
                </a:cxn>
                <a:cxn ang="0">
                  <a:pos x="79" y="36"/>
                </a:cxn>
                <a:cxn ang="0">
                  <a:pos x="84" y="25"/>
                </a:cxn>
                <a:cxn ang="0">
                  <a:pos x="92" y="16"/>
                </a:cxn>
                <a:cxn ang="0">
                  <a:pos x="106" y="8"/>
                </a:cxn>
                <a:cxn ang="0">
                  <a:pos x="123" y="2"/>
                </a:cxn>
                <a:cxn ang="0">
                  <a:pos x="146" y="0"/>
                </a:cxn>
                <a:cxn ang="0">
                  <a:pos x="145" y="2"/>
                </a:cxn>
                <a:cxn ang="0">
                  <a:pos x="145" y="8"/>
                </a:cxn>
                <a:cxn ang="0">
                  <a:pos x="143" y="17"/>
                </a:cxn>
                <a:cxn ang="0">
                  <a:pos x="139" y="28"/>
                </a:cxn>
                <a:cxn ang="0">
                  <a:pos x="134" y="39"/>
                </a:cxn>
                <a:cxn ang="0">
                  <a:pos x="126" y="49"/>
                </a:cxn>
                <a:cxn ang="0">
                  <a:pos x="114" y="59"/>
                </a:cxn>
                <a:cxn ang="0">
                  <a:pos x="98" y="64"/>
                </a:cxn>
                <a:cxn ang="0">
                  <a:pos x="79" y="67"/>
                </a:cxn>
                <a:cxn ang="0">
                  <a:pos x="79" y="211"/>
                </a:cxn>
                <a:cxn ang="0">
                  <a:pos x="68" y="211"/>
                </a:cxn>
                <a:cxn ang="0">
                  <a:pos x="68" y="67"/>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6" name="Freeform 11"/>
            <p:cNvSpPr/>
            <p:nvPr/>
          </p:nvSpPr>
          <p:spPr bwMode="gray">
            <a:xfrm>
              <a:off x="2795" y="378"/>
              <a:ext cx="143" cy="211"/>
            </a:xfrm>
            <a:custGeom>
              <a:avLst/>
              <a:gdLst/>
              <a:ahLst/>
              <a:cxnLst>
                <a:cxn ang="0">
                  <a:pos x="67" y="67"/>
                </a:cxn>
                <a:cxn ang="0">
                  <a:pos x="66" y="67"/>
                </a:cxn>
                <a:cxn ang="0">
                  <a:pos x="59" y="66"/>
                </a:cxn>
                <a:cxn ang="0">
                  <a:pos x="50" y="64"/>
                </a:cxn>
                <a:cxn ang="0">
                  <a:pos x="39" y="62"/>
                </a:cxn>
                <a:cxn ang="0">
                  <a:pos x="28" y="55"/>
                </a:cxn>
                <a:cxn ang="0">
                  <a:pos x="17" y="47"/>
                </a:cxn>
                <a:cxn ang="0">
                  <a:pos x="9" y="35"/>
                </a:cxn>
                <a:cxn ang="0">
                  <a:pos x="2" y="20"/>
                </a:cxn>
                <a:cxn ang="0">
                  <a:pos x="0" y="0"/>
                </a:cxn>
                <a:cxn ang="0">
                  <a:pos x="2" y="0"/>
                </a:cxn>
                <a:cxn ang="0">
                  <a:pos x="9" y="0"/>
                </a:cxn>
                <a:cxn ang="0">
                  <a:pos x="17" y="0"/>
                </a:cxn>
                <a:cxn ang="0">
                  <a:pos x="28" y="2"/>
                </a:cxn>
                <a:cxn ang="0">
                  <a:pos x="40" y="6"/>
                </a:cxn>
                <a:cxn ang="0">
                  <a:pos x="51" y="14"/>
                </a:cxn>
                <a:cxn ang="0">
                  <a:pos x="62" y="25"/>
                </a:cxn>
                <a:cxn ang="0">
                  <a:pos x="69" y="41"/>
                </a:cxn>
                <a:cxn ang="0">
                  <a:pos x="73" y="62"/>
                </a:cxn>
                <a:cxn ang="0">
                  <a:pos x="73" y="60"/>
                </a:cxn>
                <a:cxn ang="0">
                  <a:pos x="73" y="55"/>
                </a:cxn>
                <a:cxn ang="0">
                  <a:pos x="74" y="45"/>
                </a:cxn>
                <a:cxn ang="0">
                  <a:pos x="77" y="36"/>
                </a:cxn>
                <a:cxn ang="0">
                  <a:pos x="82" y="25"/>
                </a:cxn>
                <a:cxn ang="0">
                  <a:pos x="91" y="16"/>
                </a:cxn>
                <a:cxn ang="0">
                  <a:pos x="105" y="8"/>
                </a:cxn>
                <a:cxn ang="0">
                  <a:pos x="121" y="2"/>
                </a:cxn>
                <a:cxn ang="0">
                  <a:pos x="144" y="0"/>
                </a:cxn>
                <a:cxn ang="0">
                  <a:pos x="144" y="2"/>
                </a:cxn>
                <a:cxn ang="0">
                  <a:pos x="144" y="8"/>
                </a:cxn>
                <a:cxn ang="0">
                  <a:pos x="141" y="17"/>
                </a:cxn>
                <a:cxn ang="0">
                  <a:pos x="139" y="28"/>
                </a:cxn>
                <a:cxn ang="0">
                  <a:pos x="133" y="39"/>
                </a:cxn>
                <a:cxn ang="0">
                  <a:pos x="125" y="49"/>
                </a:cxn>
                <a:cxn ang="0">
                  <a:pos x="113" y="59"/>
                </a:cxn>
                <a:cxn ang="0">
                  <a:pos x="97" y="64"/>
                </a:cxn>
                <a:cxn ang="0">
                  <a:pos x="77" y="67"/>
                </a:cxn>
                <a:cxn ang="0">
                  <a:pos x="77" y="211"/>
                </a:cxn>
                <a:cxn ang="0">
                  <a:pos x="67" y="211"/>
                </a:cxn>
                <a:cxn ang="0">
                  <a:pos x="67" y="67"/>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7" name="Freeform 12"/>
            <p:cNvSpPr/>
            <p:nvPr/>
          </p:nvSpPr>
          <p:spPr bwMode="gray">
            <a:xfrm>
              <a:off x="2634" y="457"/>
              <a:ext cx="88" cy="132"/>
            </a:xfrm>
            <a:custGeom>
              <a:avLst/>
              <a:gdLst/>
              <a:ahLst/>
              <a:cxnLst>
                <a:cxn ang="0">
                  <a:pos x="42" y="43"/>
                </a:cxn>
                <a:cxn ang="0">
                  <a:pos x="39" y="42"/>
                </a:cxn>
                <a:cxn ang="0">
                  <a:pos x="33" y="42"/>
                </a:cxn>
                <a:cxn ang="0">
                  <a:pos x="25" y="39"/>
                </a:cxn>
                <a:cxn ang="0">
                  <a:pos x="16" y="35"/>
                </a:cxn>
                <a:cxn ang="0">
                  <a:pos x="8" y="27"/>
                </a:cxn>
                <a:cxn ang="0">
                  <a:pos x="2" y="16"/>
                </a:cxn>
                <a:cxn ang="0">
                  <a:pos x="0" y="0"/>
                </a:cxn>
                <a:cxn ang="0">
                  <a:pos x="2" y="0"/>
                </a:cxn>
                <a:cxn ang="0">
                  <a:pos x="6" y="0"/>
                </a:cxn>
                <a:cxn ang="0">
                  <a:pos x="12" y="1"/>
                </a:cxn>
                <a:cxn ang="0">
                  <a:pos x="21" y="3"/>
                </a:cxn>
                <a:cxn ang="0">
                  <a:pos x="29" y="8"/>
                </a:cxn>
                <a:cxn ang="0">
                  <a:pos x="37" y="15"/>
                </a:cxn>
                <a:cxn ang="0">
                  <a:pos x="42" y="26"/>
                </a:cxn>
                <a:cxn ang="0">
                  <a:pos x="45" y="39"/>
                </a:cxn>
                <a:cxn ang="0">
                  <a:pos x="45" y="38"/>
                </a:cxn>
                <a:cxn ang="0">
                  <a:pos x="45" y="34"/>
                </a:cxn>
                <a:cxn ang="0">
                  <a:pos x="46" y="27"/>
                </a:cxn>
                <a:cxn ang="0">
                  <a:pos x="49" y="20"/>
                </a:cxn>
                <a:cxn ang="0">
                  <a:pos x="54" y="14"/>
                </a:cxn>
                <a:cxn ang="0">
                  <a:pos x="62" y="7"/>
                </a:cxn>
                <a:cxn ang="0">
                  <a:pos x="73" y="3"/>
                </a:cxn>
                <a:cxn ang="0">
                  <a:pos x="89" y="0"/>
                </a:cxn>
                <a:cxn ang="0">
                  <a:pos x="89" y="3"/>
                </a:cxn>
                <a:cxn ang="0">
                  <a:pos x="88" y="10"/>
                </a:cxn>
                <a:cxn ang="0">
                  <a:pos x="87" y="18"/>
                </a:cxn>
                <a:cxn ang="0">
                  <a:pos x="81" y="26"/>
                </a:cxn>
                <a:cxn ang="0">
                  <a:pos x="74" y="34"/>
                </a:cxn>
                <a:cxn ang="0">
                  <a:pos x="64" y="41"/>
                </a:cxn>
                <a:cxn ang="0">
                  <a:pos x="47" y="43"/>
                </a:cxn>
                <a:cxn ang="0">
                  <a:pos x="47" y="132"/>
                </a:cxn>
                <a:cxn ang="0">
                  <a:pos x="42" y="132"/>
                </a:cxn>
                <a:cxn ang="0">
                  <a:pos x="42" y="43"/>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8" name="Freeform 13"/>
            <p:cNvSpPr/>
            <p:nvPr/>
          </p:nvSpPr>
          <p:spPr bwMode="gray">
            <a:xfrm>
              <a:off x="2433" y="405"/>
              <a:ext cx="88" cy="186"/>
            </a:xfrm>
            <a:custGeom>
              <a:avLst/>
              <a:gdLst/>
              <a:ahLst/>
              <a:cxnLst>
                <a:cxn ang="0">
                  <a:pos x="43" y="43"/>
                </a:cxn>
                <a:cxn ang="0">
                  <a:pos x="41" y="43"/>
                </a:cxn>
                <a:cxn ang="0">
                  <a:pos x="35" y="43"/>
                </a:cxn>
                <a:cxn ang="0">
                  <a:pos x="27" y="41"/>
                </a:cxn>
                <a:cxn ang="0">
                  <a:pos x="18" y="35"/>
                </a:cxn>
                <a:cxn ang="0">
                  <a:pos x="8" y="28"/>
                </a:cxn>
                <a:cxn ang="0">
                  <a:pos x="3" y="16"/>
                </a:cxn>
                <a:cxn ang="0">
                  <a:pos x="0" y="0"/>
                </a:cxn>
                <a:cxn ang="0">
                  <a:pos x="3" y="0"/>
                </a:cxn>
                <a:cxn ang="0">
                  <a:pos x="8" y="0"/>
                </a:cxn>
                <a:cxn ang="0">
                  <a:pos x="17" y="1"/>
                </a:cxn>
                <a:cxn ang="0">
                  <a:pos x="26" y="6"/>
                </a:cxn>
                <a:cxn ang="0">
                  <a:pos x="35" y="12"/>
                </a:cxn>
                <a:cxn ang="0">
                  <a:pos x="42" y="24"/>
                </a:cxn>
                <a:cxn ang="0">
                  <a:pos x="48" y="41"/>
                </a:cxn>
                <a:cxn ang="0">
                  <a:pos x="48" y="90"/>
                </a:cxn>
                <a:cxn ang="0">
                  <a:pos x="48" y="88"/>
                </a:cxn>
                <a:cxn ang="0">
                  <a:pos x="48" y="82"/>
                </a:cxn>
                <a:cxn ang="0">
                  <a:pos x="50" y="74"/>
                </a:cxn>
                <a:cxn ang="0">
                  <a:pos x="54" y="66"/>
                </a:cxn>
                <a:cxn ang="0">
                  <a:pos x="61" y="58"/>
                </a:cxn>
                <a:cxn ang="0">
                  <a:pos x="72" y="53"/>
                </a:cxn>
                <a:cxn ang="0">
                  <a:pos x="87" y="50"/>
                </a:cxn>
                <a:cxn ang="0">
                  <a:pos x="88" y="51"/>
                </a:cxn>
                <a:cxn ang="0">
                  <a:pos x="88" y="57"/>
                </a:cxn>
                <a:cxn ang="0">
                  <a:pos x="87" y="64"/>
                </a:cxn>
                <a:cxn ang="0">
                  <a:pos x="84" y="72"/>
                </a:cxn>
                <a:cxn ang="0">
                  <a:pos x="80" y="80"/>
                </a:cxn>
                <a:cxn ang="0">
                  <a:pos x="73" y="86"/>
                </a:cxn>
                <a:cxn ang="0">
                  <a:pos x="62" y="92"/>
                </a:cxn>
                <a:cxn ang="0">
                  <a:pos x="48" y="93"/>
                </a:cxn>
                <a:cxn ang="0">
                  <a:pos x="48" y="186"/>
                </a:cxn>
                <a:cxn ang="0">
                  <a:pos x="43" y="186"/>
                </a:cxn>
                <a:cxn ang="0">
                  <a:pos x="43" y="143"/>
                </a:cxn>
                <a:cxn ang="0">
                  <a:pos x="42" y="143"/>
                </a:cxn>
                <a:cxn ang="0">
                  <a:pos x="37" y="142"/>
                </a:cxn>
                <a:cxn ang="0">
                  <a:pos x="29" y="140"/>
                </a:cxn>
                <a:cxn ang="0">
                  <a:pos x="22" y="136"/>
                </a:cxn>
                <a:cxn ang="0">
                  <a:pos x="14" y="130"/>
                </a:cxn>
                <a:cxn ang="0">
                  <a:pos x="8" y="120"/>
                </a:cxn>
                <a:cxn ang="0">
                  <a:pos x="7" y="105"/>
                </a:cxn>
                <a:cxn ang="0">
                  <a:pos x="8" y="105"/>
                </a:cxn>
                <a:cxn ang="0">
                  <a:pos x="12" y="107"/>
                </a:cxn>
                <a:cxn ang="0">
                  <a:pos x="19" y="108"/>
                </a:cxn>
                <a:cxn ang="0">
                  <a:pos x="26" y="111"/>
                </a:cxn>
                <a:cxn ang="0">
                  <a:pos x="34" y="117"/>
                </a:cxn>
                <a:cxn ang="0">
                  <a:pos x="39" y="127"/>
                </a:cxn>
                <a:cxn ang="0">
                  <a:pos x="43" y="140"/>
                </a:cxn>
                <a:cxn ang="0">
                  <a:pos x="43" y="43"/>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9" name="Freeform 14"/>
            <p:cNvSpPr/>
            <p:nvPr/>
          </p:nvSpPr>
          <p:spPr bwMode="gray">
            <a:xfrm>
              <a:off x="1917" y="238"/>
              <a:ext cx="164" cy="357"/>
            </a:xfrm>
            <a:custGeom>
              <a:avLst/>
              <a:gdLst/>
              <a:ahLst/>
              <a:cxnLst>
                <a:cxn ang="0">
                  <a:pos x="85" y="84"/>
                </a:cxn>
                <a:cxn ang="0">
                  <a:pos x="101" y="81"/>
                </a:cxn>
                <a:cxn ang="0">
                  <a:pos x="124" y="73"/>
                </a:cxn>
                <a:cxn ang="0">
                  <a:pos x="148" y="56"/>
                </a:cxn>
                <a:cxn ang="0">
                  <a:pos x="163" y="23"/>
                </a:cxn>
                <a:cxn ang="0">
                  <a:pos x="163" y="0"/>
                </a:cxn>
                <a:cxn ang="0">
                  <a:pos x="148" y="0"/>
                </a:cxn>
                <a:cxn ang="0">
                  <a:pos x="125" y="6"/>
                </a:cxn>
                <a:cxn ang="0">
                  <a:pos x="101" y="22"/>
                </a:cxn>
                <a:cxn ang="0">
                  <a:pos x="82" y="54"/>
                </a:cxn>
                <a:cxn ang="0">
                  <a:pos x="77" y="173"/>
                </a:cxn>
                <a:cxn ang="0">
                  <a:pos x="77" y="165"/>
                </a:cxn>
                <a:cxn ang="0">
                  <a:pos x="71" y="146"/>
                </a:cxn>
                <a:cxn ang="0">
                  <a:pos x="60" y="123"/>
                </a:cxn>
                <a:cxn ang="0">
                  <a:pos x="38" y="104"/>
                </a:cxn>
                <a:cxn ang="0">
                  <a:pos x="0" y="96"/>
                </a:cxn>
                <a:cxn ang="0">
                  <a:pos x="0" y="103"/>
                </a:cxn>
                <a:cxn ang="0">
                  <a:pos x="0" y="120"/>
                </a:cxn>
                <a:cxn ang="0">
                  <a:pos x="8" y="143"/>
                </a:cxn>
                <a:cxn ang="0">
                  <a:pos x="24" y="163"/>
                </a:cxn>
                <a:cxn ang="0">
                  <a:pos x="55" y="177"/>
                </a:cxn>
                <a:cxn ang="0">
                  <a:pos x="77" y="356"/>
                </a:cxn>
                <a:cxn ang="0">
                  <a:pos x="82" y="274"/>
                </a:cxn>
                <a:cxn ang="0">
                  <a:pos x="91" y="273"/>
                </a:cxn>
                <a:cxn ang="0">
                  <a:pos x="112" y="267"/>
                </a:cxn>
                <a:cxn ang="0">
                  <a:pos x="135" y="252"/>
                </a:cxn>
                <a:cxn ang="0">
                  <a:pos x="151" y="224"/>
                </a:cxn>
                <a:cxn ang="0">
                  <a:pos x="152" y="203"/>
                </a:cxn>
                <a:cxn ang="0">
                  <a:pos x="137" y="204"/>
                </a:cxn>
                <a:cxn ang="0">
                  <a:pos x="117" y="211"/>
                </a:cxn>
                <a:cxn ang="0">
                  <a:pos x="97" y="231"/>
                </a:cxn>
                <a:cxn ang="0">
                  <a:pos x="82" y="267"/>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0" name="Freeform 15"/>
            <p:cNvSpPr/>
            <p:nvPr/>
          </p:nvSpPr>
          <p:spPr bwMode="gray">
            <a:xfrm>
              <a:off x="2515" y="384"/>
              <a:ext cx="93" cy="209"/>
            </a:xfrm>
            <a:custGeom>
              <a:avLst/>
              <a:gdLst/>
              <a:ahLst/>
              <a:cxnLst>
                <a:cxn ang="0">
                  <a:pos x="43" y="162"/>
                </a:cxn>
                <a:cxn ang="0">
                  <a:pos x="36" y="160"/>
                </a:cxn>
                <a:cxn ang="0">
                  <a:pos x="23" y="155"/>
                </a:cxn>
                <a:cxn ang="0">
                  <a:pos x="12" y="141"/>
                </a:cxn>
                <a:cxn ang="0">
                  <a:pos x="12" y="129"/>
                </a:cxn>
                <a:cxn ang="0">
                  <a:pos x="23" y="132"/>
                </a:cxn>
                <a:cxn ang="0">
                  <a:pos x="38" y="145"/>
                </a:cxn>
                <a:cxn ang="0">
                  <a:pos x="43" y="108"/>
                </a:cxn>
                <a:cxn ang="0">
                  <a:pos x="35" y="106"/>
                </a:cxn>
                <a:cxn ang="0">
                  <a:pos x="20" y="101"/>
                </a:cxn>
                <a:cxn ang="0">
                  <a:pos x="7" y="83"/>
                </a:cxn>
                <a:cxn ang="0">
                  <a:pos x="7" y="70"/>
                </a:cxn>
                <a:cxn ang="0">
                  <a:pos x="17" y="71"/>
                </a:cxn>
                <a:cxn ang="0">
                  <a:pos x="31" y="81"/>
                </a:cxn>
                <a:cxn ang="0">
                  <a:pos x="43" y="105"/>
                </a:cxn>
                <a:cxn ang="0">
                  <a:pos x="40" y="43"/>
                </a:cxn>
                <a:cxn ang="0">
                  <a:pos x="26" y="39"/>
                </a:cxn>
                <a:cxn ang="0">
                  <a:pos x="8" y="27"/>
                </a:cxn>
                <a:cxn ang="0">
                  <a:pos x="0" y="0"/>
                </a:cxn>
                <a:cxn ang="0">
                  <a:pos x="7" y="0"/>
                </a:cxn>
                <a:cxn ang="0">
                  <a:pos x="23" y="5"/>
                </a:cxn>
                <a:cxn ang="0">
                  <a:pos x="39" y="23"/>
                </a:cxn>
                <a:cxn ang="0">
                  <a:pos x="46" y="38"/>
                </a:cxn>
                <a:cxn ang="0">
                  <a:pos x="51" y="24"/>
                </a:cxn>
                <a:cxn ang="0">
                  <a:pos x="66" y="8"/>
                </a:cxn>
                <a:cxn ang="0">
                  <a:pos x="92" y="0"/>
                </a:cxn>
                <a:cxn ang="0">
                  <a:pos x="90" y="8"/>
                </a:cxn>
                <a:cxn ang="0">
                  <a:pos x="82" y="25"/>
                </a:cxn>
                <a:cxn ang="0">
                  <a:pos x="63" y="40"/>
                </a:cxn>
                <a:cxn ang="0">
                  <a:pos x="49" y="124"/>
                </a:cxn>
                <a:cxn ang="0">
                  <a:pos x="50" y="116"/>
                </a:cxn>
                <a:cxn ang="0">
                  <a:pos x="59" y="100"/>
                </a:cxn>
                <a:cxn ang="0">
                  <a:pos x="81" y="92"/>
                </a:cxn>
                <a:cxn ang="0">
                  <a:pos x="80" y="98"/>
                </a:cxn>
                <a:cxn ang="0">
                  <a:pos x="73" y="114"/>
                </a:cxn>
                <a:cxn ang="0">
                  <a:pos x="59" y="127"/>
                </a:cxn>
                <a:cxn ang="0">
                  <a:pos x="49" y="210"/>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1" name="Freeform 16"/>
            <p:cNvSpPr/>
            <p:nvPr/>
          </p:nvSpPr>
          <p:spPr bwMode="gray">
            <a:xfrm>
              <a:off x="1567" y="302"/>
              <a:ext cx="128" cy="293"/>
            </a:xfrm>
            <a:custGeom>
              <a:avLst/>
              <a:gdLst/>
              <a:ahLst/>
              <a:cxnLst>
                <a:cxn ang="0">
                  <a:pos x="61" y="225"/>
                </a:cxn>
                <a:cxn ang="0">
                  <a:pos x="54" y="225"/>
                </a:cxn>
                <a:cxn ang="0">
                  <a:pos x="38" y="219"/>
                </a:cxn>
                <a:cxn ang="0">
                  <a:pos x="23" y="206"/>
                </a:cxn>
                <a:cxn ang="0">
                  <a:pos x="15" y="180"/>
                </a:cxn>
                <a:cxn ang="0">
                  <a:pos x="23" y="180"/>
                </a:cxn>
                <a:cxn ang="0">
                  <a:pos x="38" y="186"/>
                </a:cxn>
                <a:cxn ang="0">
                  <a:pos x="54" y="205"/>
                </a:cxn>
                <a:cxn ang="0">
                  <a:pos x="61" y="151"/>
                </a:cxn>
                <a:cxn ang="0">
                  <a:pos x="52" y="149"/>
                </a:cxn>
                <a:cxn ang="0">
                  <a:pos x="34" y="144"/>
                </a:cxn>
                <a:cxn ang="0">
                  <a:pos x="16" y="128"/>
                </a:cxn>
                <a:cxn ang="0">
                  <a:pos x="8" y="98"/>
                </a:cxn>
                <a:cxn ang="0">
                  <a:pos x="15" y="97"/>
                </a:cxn>
                <a:cxn ang="0">
                  <a:pos x="29" y="101"/>
                </a:cxn>
                <a:cxn ang="0">
                  <a:pos x="47" y="116"/>
                </a:cxn>
                <a:cxn ang="0">
                  <a:pos x="61" y="147"/>
                </a:cxn>
                <a:cxn ang="0">
                  <a:pos x="58" y="60"/>
                </a:cxn>
                <a:cxn ang="0">
                  <a:pos x="44" y="58"/>
                </a:cxn>
                <a:cxn ang="0">
                  <a:pos x="25" y="50"/>
                </a:cxn>
                <a:cxn ang="0">
                  <a:pos x="8" y="32"/>
                </a:cxn>
                <a:cxn ang="0">
                  <a:pos x="0" y="0"/>
                </a:cxn>
                <a:cxn ang="0">
                  <a:pos x="8" y="0"/>
                </a:cxn>
                <a:cxn ang="0">
                  <a:pos x="27" y="5"/>
                </a:cxn>
                <a:cxn ang="0">
                  <a:pos x="48" y="21"/>
                </a:cxn>
                <a:cxn ang="0">
                  <a:pos x="65" y="56"/>
                </a:cxn>
                <a:cxn ang="0">
                  <a:pos x="66" y="48"/>
                </a:cxn>
                <a:cxn ang="0">
                  <a:pos x="77" y="28"/>
                </a:cxn>
                <a:cxn ang="0">
                  <a:pos x="96" y="9"/>
                </a:cxn>
                <a:cxn ang="0">
                  <a:pos x="128" y="0"/>
                </a:cxn>
                <a:cxn ang="0">
                  <a:pos x="127" y="9"/>
                </a:cxn>
                <a:cxn ang="0">
                  <a:pos x="119" y="31"/>
                </a:cxn>
                <a:cxn ang="0">
                  <a:pos x="101" y="51"/>
                </a:cxn>
                <a:cxn ang="0">
                  <a:pos x="67" y="60"/>
                </a:cxn>
                <a:cxn ang="0">
                  <a:pos x="69" y="170"/>
                </a:cxn>
                <a:cxn ang="0">
                  <a:pos x="73" y="155"/>
                </a:cxn>
                <a:cxn ang="0">
                  <a:pos x="86" y="136"/>
                </a:cxn>
                <a:cxn ang="0">
                  <a:pos x="113" y="128"/>
                </a:cxn>
                <a:cxn ang="0">
                  <a:pos x="112" y="136"/>
                </a:cxn>
                <a:cxn ang="0">
                  <a:pos x="105" y="153"/>
                </a:cxn>
                <a:cxn ang="0">
                  <a:pos x="92" y="172"/>
                </a:cxn>
                <a:cxn ang="0">
                  <a:pos x="67" y="180"/>
                </a:cxn>
                <a:cxn ang="0">
                  <a:pos x="61" y="292"/>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2" name="Freeform 17"/>
            <p:cNvSpPr/>
            <p:nvPr/>
          </p:nvSpPr>
          <p:spPr bwMode="gray">
            <a:xfrm>
              <a:off x="2599" y="336"/>
              <a:ext cx="68" cy="254"/>
            </a:xfrm>
            <a:custGeom>
              <a:avLst/>
              <a:gdLst/>
              <a:ahLst/>
              <a:cxnLst>
                <a:cxn ang="0">
                  <a:pos x="31" y="164"/>
                </a:cxn>
                <a:cxn ang="0">
                  <a:pos x="23" y="163"/>
                </a:cxn>
                <a:cxn ang="0">
                  <a:pos x="8" y="155"/>
                </a:cxn>
                <a:cxn ang="0">
                  <a:pos x="0" y="132"/>
                </a:cxn>
                <a:cxn ang="0">
                  <a:pos x="7" y="132"/>
                </a:cxn>
                <a:cxn ang="0">
                  <a:pos x="22" y="139"/>
                </a:cxn>
                <a:cxn ang="0">
                  <a:pos x="31" y="160"/>
                </a:cxn>
                <a:cxn ang="0">
                  <a:pos x="29" y="101"/>
                </a:cxn>
                <a:cxn ang="0">
                  <a:pos x="16" y="97"/>
                </a:cxn>
                <a:cxn ang="0">
                  <a:pos x="3" y="83"/>
                </a:cxn>
                <a:cxn ang="0">
                  <a:pos x="3" y="70"/>
                </a:cxn>
                <a:cxn ang="0">
                  <a:pos x="15" y="74"/>
                </a:cxn>
                <a:cxn ang="0">
                  <a:pos x="27" y="86"/>
                </a:cxn>
                <a:cxn ang="0">
                  <a:pos x="31" y="31"/>
                </a:cxn>
                <a:cxn ang="0">
                  <a:pos x="33" y="23"/>
                </a:cxn>
                <a:cxn ang="0">
                  <a:pos x="41" y="8"/>
                </a:cxn>
                <a:cxn ang="0">
                  <a:pos x="62" y="0"/>
                </a:cxn>
                <a:cxn ang="0">
                  <a:pos x="61" y="8"/>
                </a:cxn>
                <a:cxn ang="0">
                  <a:pos x="53" y="23"/>
                </a:cxn>
                <a:cxn ang="0">
                  <a:pos x="35" y="31"/>
                </a:cxn>
                <a:cxn ang="0">
                  <a:pos x="35" y="75"/>
                </a:cxn>
                <a:cxn ang="0">
                  <a:pos x="39" y="62"/>
                </a:cxn>
                <a:cxn ang="0">
                  <a:pos x="54" y="48"/>
                </a:cxn>
                <a:cxn ang="0">
                  <a:pos x="68" y="48"/>
                </a:cxn>
                <a:cxn ang="0">
                  <a:pos x="66" y="59"/>
                </a:cxn>
                <a:cxn ang="0">
                  <a:pos x="58" y="72"/>
                </a:cxn>
                <a:cxn ang="0">
                  <a:pos x="35" y="82"/>
                </a:cxn>
                <a:cxn ang="0">
                  <a:pos x="35" y="143"/>
                </a:cxn>
                <a:cxn ang="0">
                  <a:pos x="38" y="132"/>
                </a:cxn>
                <a:cxn ang="0">
                  <a:pos x="49" y="122"/>
                </a:cxn>
                <a:cxn ang="0">
                  <a:pos x="60" y="122"/>
                </a:cxn>
                <a:cxn ang="0">
                  <a:pos x="58" y="133"/>
                </a:cxn>
                <a:cxn ang="0">
                  <a:pos x="47" y="144"/>
                </a:cxn>
                <a:cxn ang="0">
                  <a:pos x="35" y="25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3" name="Freeform 18"/>
            <p:cNvSpPr/>
            <p:nvPr/>
          </p:nvSpPr>
          <p:spPr bwMode="gray">
            <a:xfrm>
              <a:off x="1674" y="167"/>
              <a:ext cx="111" cy="425"/>
            </a:xfrm>
            <a:custGeom>
              <a:avLst/>
              <a:gdLst/>
              <a:ahLst/>
              <a:cxnLst>
                <a:cxn ang="0">
                  <a:pos x="52" y="272"/>
                </a:cxn>
                <a:cxn ang="0">
                  <a:pos x="44" y="270"/>
                </a:cxn>
                <a:cxn ang="0">
                  <a:pos x="26" y="265"/>
                </a:cxn>
                <a:cxn ang="0">
                  <a:pos x="8" y="249"/>
                </a:cxn>
                <a:cxn ang="0">
                  <a:pos x="0" y="219"/>
                </a:cxn>
                <a:cxn ang="0">
                  <a:pos x="8" y="219"/>
                </a:cxn>
                <a:cxn ang="0">
                  <a:pos x="25" y="223"/>
                </a:cxn>
                <a:cxn ang="0">
                  <a:pos x="41" y="235"/>
                </a:cxn>
                <a:cxn ang="0">
                  <a:pos x="52" y="265"/>
                </a:cxn>
                <a:cxn ang="0">
                  <a:pos x="50" y="168"/>
                </a:cxn>
                <a:cxn ang="0">
                  <a:pos x="35" y="165"/>
                </a:cxn>
                <a:cxn ang="0">
                  <a:pos x="17" y="156"/>
                </a:cxn>
                <a:cxn ang="0">
                  <a:pos x="3" y="134"/>
                </a:cxn>
                <a:cxn ang="0">
                  <a:pos x="3" y="116"/>
                </a:cxn>
                <a:cxn ang="0">
                  <a:pos x="19" y="120"/>
                </a:cxn>
                <a:cxn ang="0">
                  <a:pos x="39" y="133"/>
                </a:cxn>
                <a:cxn ang="0">
                  <a:pos x="52" y="161"/>
                </a:cxn>
                <a:cxn ang="0">
                  <a:pos x="53" y="50"/>
                </a:cxn>
                <a:cxn ang="0">
                  <a:pos x="54" y="36"/>
                </a:cxn>
                <a:cxn ang="0">
                  <a:pos x="65" y="17"/>
                </a:cxn>
                <a:cxn ang="0">
                  <a:pos x="87" y="3"/>
                </a:cxn>
                <a:cxn ang="0">
                  <a:pos x="103" y="3"/>
                </a:cxn>
                <a:cxn ang="0">
                  <a:pos x="99" y="21"/>
                </a:cxn>
                <a:cxn ang="0">
                  <a:pos x="84" y="42"/>
                </a:cxn>
                <a:cxn ang="0">
                  <a:pos x="58" y="52"/>
                </a:cxn>
                <a:cxn ang="0">
                  <a:pos x="58" y="127"/>
                </a:cxn>
                <a:cxn ang="0">
                  <a:pos x="61" y="112"/>
                </a:cxn>
                <a:cxn ang="0">
                  <a:pos x="72" y="94"/>
                </a:cxn>
                <a:cxn ang="0">
                  <a:pos x="93" y="80"/>
                </a:cxn>
                <a:cxn ang="0">
                  <a:pos x="111" y="80"/>
                </a:cxn>
                <a:cxn ang="0">
                  <a:pos x="111" y="91"/>
                </a:cxn>
                <a:cxn ang="0">
                  <a:pos x="107" y="108"/>
                </a:cxn>
                <a:cxn ang="0">
                  <a:pos x="91" y="126"/>
                </a:cxn>
                <a:cxn ang="0">
                  <a:pos x="58" y="135"/>
                </a:cxn>
                <a:cxn ang="0">
                  <a:pos x="58" y="236"/>
                </a:cxn>
                <a:cxn ang="0">
                  <a:pos x="61" y="223"/>
                </a:cxn>
                <a:cxn ang="0">
                  <a:pos x="73" y="208"/>
                </a:cxn>
                <a:cxn ang="0">
                  <a:pos x="97" y="200"/>
                </a:cxn>
                <a:cxn ang="0">
                  <a:pos x="99" y="207"/>
                </a:cxn>
                <a:cxn ang="0">
                  <a:pos x="97" y="220"/>
                </a:cxn>
                <a:cxn ang="0">
                  <a:pos x="87" y="235"/>
                </a:cxn>
                <a:cxn ang="0">
                  <a:pos x="58" y="245"/>
                </a:cxn>
                <a:cxn ang="0">
                  <a:pos x="52" y="42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4" name="Freeform 19"/>
            <p:cNvSpPr/>
            <p:nvPr/>
          </p:nvSpPr>
          <p:spPr bwMode="gray">
            <a:xfrm>
              <a:off x="2065" y="366"/>
              <a:ext cx="100" cy="229"/>
            </a:xfrm>
            <a:custGeom>
              <a:avLst/>
              <a:gdLst/>
              <a:ahLst/>
              <a:cxnLst>
                <a:cxn ang="0">
                  <a:pos x="52" y="176"/>
                </a:cxn>
                <a:cxn ang="0">
                  <a:pos x="59" y="176"/>
                </a:cxn>
                <a:cxn ang="0">
                  <a:pos x="74" y="169"/>
                </a:cxn>
                <a:cxn ang="0">
                  <a:pos x="86" y="154"/>
                </a:cxn>
                <a:cxn ang="0">
                  <a:pos x="86" y="141"/>
                </a:cxn>
                <a:cxn ang="0">
                  <a:pos x="74" y="143"/>
                </a:cxn>
                <a:cxn ang="0">
                  <a:pos x="58" y="158"/>
                </a:cxn>
                <a:cxn ang="0">
                  <a:pos x="52" y="118"/>
                </a:cxn>
                <a:cxn ang="0">
                  <a:pos x="61" y="116"/>
                </a:cxn>
                <a:cxn ang="0">
                  <a:pos x="78" y="110"/>
                </a:cxn>
                <a:cxn ang="0">
                  <a:pos x="92" y="92"/>
                </a:cxn>
                <a:cxn ang="0">
                  <a:pos x="92" y="77"/>
                </a:cxn>
                <a:cxn ang="0">
                  <a:pos x="81" y="79"/>
                </a:cxn>
                <a:cxn ang="0">
                  <a:pos x="65" y="88"/>
                </a:cxn>
                <a:cxn ang="0">
                  <a:pos x="52" y="115"/>
                </a:cxn>
                <a:cxn ang="0">
                  <a:pos x="55" y="48"/>
                </a:cxn>
                <a:cxn ang="0">
                  <a:pos x="67" y="45"/>
                </a:cxn>
                <a:cxn ang="0">
                  <a:pos x="85" y="37"/>
                </a:cxn>
                <a:cxn ang="0">
                  <a:pos x="97" y="17"/>
                </a:cxn>
                <a:cxn ang="0">
                  <a:pos x="97" y="0"/>
                </a:cxn>
                <a:cxn ang="0">
                  <a:pos x="83" y="3"/>
                </a:cxn>
                <a:cxn ang="0">
                  <a:pos x="65" y="14"/>
                </a:cxn>
                <a:cxn ang="0">
                  <a:pos x="50" y="45"/>
                </a:cxn>
                <a:cxn ang="0">
                  <a:pos x="47" y="35"/>
                </a:cxn>
                <a:cxn ang="0">
                  <a:pos x="38" y="18"/>
                </a:cxn>
                <a:cxn ang="0">
                  <a:pos x="16" y="3"/>
                </a:cxn>
                <a:cxn ang="0">
                  <a:pos x="1" y="3"/>
                </a:cxn>
                <a:cxn ang="0">
                  <a:pos x="5" y="19"/>
                </a:cxn>
                <a:cxn ang="0">
                  <a:pos x="19" y="38"/>
                </a:cxn>
                <a:cxn ang="0">
                  <a:pos x="47" y="48"/>
                </a:cxn>
                <a:cxn ang="0">
                  <a:pos x="47" y="132"/>
                </a:cxn>
                <a:cxn ang="0">
                  <a:pos x="42" y="118"/>
                </a:cxn>
                <a:cxn ang="0">
                  <a:pos x="25" y="103"/>
                </a:cxn>
                <a:cxn ang="0">
                  <a:pos x="12" y="103"/>
                </a:cxn>
                <a:cxn ang="0">
                  <a:pos x="16" y="116"/>
                </a:cxn>
                <a:cxn ang="0">
                  <a:pos x="25" y="132"/>
                </a:cxn>
                <a:cxn ang="0">
                  <a:pos x="47" y="141"/>
                </a:cxn>
                <a:cxn ang="0">
                  <a:pos x="52" y="228"/>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5" name="Freeform 20"/>
            <p:cNvSpPr/>
            <p:nvPr/>
          </p:nvSpPr>
          <p:spPr bwMode="gray">
            <a:xfrm>
              <a:off x="2921" y="366"/>
              <a:ext cx="100" cy="229"/>
            </a:xfrm>
            <a:custGeom>
              <a:avLst/>
              <a:gdLst/>
              <a:ahLst/>
              <a:cxnLst>
                <a:cxn ang="0">
                  <a:pos x="53" y="176"/>
                </a:cxn>
                <a:cxn ang="0">
                  <a:pos x="60" y="176"/>
                </a:cxn>
                <a:cxn ang="0">
                  <a:pos x="74" y="169"/>
                </a:cxn>
                <a:cxn ang="0">
                  <a:pos x="87" y="154"/>
                </a:cxn>
                <a:cxn ang="0">
                  <a:pos x="87" y="141"/>
                </a:cxn>
                <a:cxn ang="0">
                  <a:pos x="74" y="143"/>
                </a:cxn>
                <a:cxn ang="0">
                  <a:pos x="60" y="158"/>
                </a:cxn>
                <a:cxn ang="0">
                  <a:pos x="53" y="118"/>
                </a:cxn>
                <a:cxn ang="0">
                  <a:pos x="61" y="116"/>
                </a:cxn>
                <a:cxn ang="0">
                  <a:pos x="78" y="110"/>
                </a:cxn>
                <a:cxn ang="0">
                  <a:pos x="92" y="92"/>
                </a:cxn>
                <a:cxn ang="0">
                  <a:pos x="92" y="77"/>
                </a:cxn>
                <a:cxn ang="0">
                  <a:pos x="81" y="79"/>
                </a:cxn>
                <a:cxn ang="0">
                  <a:pos x="65" y="88"/>
                </a:cxn>
                <a:cxn ang="0">
                  <a:pos x="53" y="115"/>
                </a:cxn>
                <a:cxn ang="0">
                  <a:pos x="56" y="48"/>
                </a:cxn>
                <a:cxn ang="0">
                  <a:pos x="68" y="45"/>
                </a:cxn>
                <a:cxn ang="0">
                  <a:pos x="85" y="37"/>
                </a:cxn>
                <a:cxn ang="0">
                  <a:pos x="97" y="17"/>
                </a:cxn>
                <a:cxn ang="0">
                  <a:pos x="97" y="0"/>
                </a:cxn>
                <a:cxn ang="0">
                  <a:pos x="84" y="3"/>
                </a:cxn>
                <a:cxn ang="0">
                  <a:pos x="65" y="14"/>
                </a:cxn>
                <a:cxn ang="0">
                  <a:pos x="50" y="45"/>
                </a:cxn>
                <a:cxn ang="0">
                  <a:pos x="47" y="35"/>
                </a:cxn>
                <a:cxn ang="0">
                  <a:pos x="38" y="18"/>
                </a:cxn>
                <a:cxn ang="0">
                  <a:pos x="16" y="3"/>
                </a:cxn>
                <a:cxn ang="0">
                  <a:pos x="2" y="3"/>
                </a:cxn>
                <a:cxn ang="0">
                  <a:pos x="6" y="19"/>
                </a:cxn>
                <a:cxn ang="0">
                  <a:pos x="19" y="38"/>
                </a:cxn>
                <a:cxn ang="0">
                  <a:pos x="47" y="48"/>
                </a:cxn>
                <a:cxn ang="0">
                  <a:pos x="47" y="132"/>
                </a:cxn>
                <a:cxn ang="0">
                  <a:pos x="42" y="118"/>
                </a:cxn>
                <a:cxn ang="0">
                  <a:pos x="26" y="103"/>
                </a:cxn>
                <a:cxn ang="0">
                  <a:pos x="12" y="103"/>
                </a:cxn>
                <a:cxn ang="0">
                  <a:pos x="16" y="116"/>
                </a:cxn>
                <a:cxn ang="0">
                  <a:pos x="26" y="132"/>
                </a:cxn>
                <a:cxn ang="0">
                  <a:pos x="47" y="141"/>
                </a:cxn>
                <a:cxn ang="0">
                  <a:pos x="53" y="228"/>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6" name="Freeform 21"/>
            <p:cNvSpPr/>
            <p:nvPr/>
          </p:nvSpPr>
          <p:spPr bwMode="gray">
            <a:xfrm>
              <a:off x="2273" y="187"/>
              <a:ext cx="175" cy="402"/>
            </a:xfrm>
            <a:custGeom>
              <a:avLst/>
              <a:gdLst/>
              <a:ahLst/>
              <a:cxnLst>
                <a:cxn ang="0">
                  <a:pos x="93" y="309"/>
                </a:cxn>
                <a:cxn ang="0">
                  <a:pos x="101" y="309"/>
                </a:cxn>
                <a:cxn ang="0">
                  <a:pos x="118" y="304"/>
                </a:cxn>
                <a:cxn ang="0">
                  <a:pos x="138" y="292"/>
                </a:cxn>
                <a:cxn ang="0">
                  <a:pos x="152" y="266"/>
                </a:cxn>
                <a:cxn ang="0">
                  <a:pos x="152" y="247"/>
                </a:cxn>
                <a:cxn ang="0">
                  <a:pos x="138" y="250"/>
                </a:cxn>
                <a:cxn ang="0">
                  <a:pos x="120" y="259"/>
                </a:cxn>
                <a:cxn ang="0">
                  <a:pos x="99" y="285"/>
                </a:cxn>
                <a:cxn ang="0">
                  <a:pos x="93" y="207"/>
                </a:cxn>
                <a:cxn ang="0">
                  <a:pos x="102" y="205"/>
                </a:cxn>
                <a:cxn ang="0">
                  <a:pos x="122" y="200"/>
                </a:cxn>
                <a:cxn ang="0">
                  <a:pos x="147" y="185"/>
                </a:cxn>
                <a:cxn ang="0">
                  <a:pos x="163" y="155"/>
                </a:cxn>
                <a:cxn ang="0">
                  <a:pos x="163" y="134"/>
                </a:cxn>
                <a:cxn ang="0">
                  <a:pos x="149" y="135"/>
                </a:cxn>
                <a:cxn ang="0">
                  <a:pos x="129" y="142"/>
                </a:cxn>
                <a:cxn ang="0">
                  <a:pos x="107" y="162"/>
                </a:cxn>
                <a:cxn ang="0">
                  <a:pos x="93" y="201"/>
                </a:cxn>
                <a:cxn ang="0">
                  <a:pos x="95" y="83"/>
                </a:cxn>
                <a:cxn ang="0">
                  <a:pos x="110" y="81"/>
                </a:cxn>
                <a:cxn ang="0">
                  <a:pos x="134" y="73"/>
                </a:cxn>
                <a:cxn ang="0">
                  <a:pos x="157" y="54"/>
                </a:cxn>
                <a:cxn ang="0">
                  <a:pos x="174" y="23"/>
                </a:cxn>
                <a:cxn ang="0">
                  <a:pos x="174" y="0"/>
                </a:cxn>
                <a:cxn ang="0">
                  <a:pos x="157" y="2"/>
                </a:cxn>
                <a:cxn ang="0">
                  <a:pos x="133" y="10"/>
                </a:cxn>
                <a:cxn ang="0">
                  <a:pos x="107" y="33"/>
                </a:cxn>
                <a:cxn ang="0">
                  <a:pos x="87" y="77"/>
                </a:cxn>
                <a:cxn ang="0">
                  <a:pos x="85" y="68"/>
                </a:cxn>
                <a:cxn ang="0">
                  <a:pos x="75" y="46"/>
                </a:cxn>
                <a:cxn ang="0">
                  <a:pos x="55" y="21"/>
                </a:cxn>
                <a:cxn ang="0">
                  <a:pos x="22" y="3"/>
                </a:cxn>
                <a:cxn ang="0">
                  <a:pos x="1" y="3"/>
                </a:cxn>
                <a:cxn ang="0">
                  <a:pos x="4" y="18"/>
                </a:cxn>
                <a:cxn ang="0">
                  <a:pos x="12" y="42"/>
                </a:cxn>
                <a:cxn ang="0">
                  <a:pos x="31" y="65"/>
                </a:cxn>
                <a:cxn ang="0">
                  <a:pos x="62" y="81"/>
                </a:cxn>
                <a:cxn ang="0">
                  <a:pos x="82" y="238"/>
                </a:cxn>
                <a:cxn ang="0">
                  <a:pos x="80" y="228"/>
                </a:cxn>
                <a:cxn ang="0">
                  <a:pos x="72" y="207"/>
                </a:cxn>
                <a:cxn ang="0">
                  <a:pos x="55" y="185"/>
                </a:cxn>
                <a:cxn ang="0">
                  <a:pos x="21" y="176"/>
                </a:cxn>
                <a:cxn ang="0">
                  <a:pos x="22" y="185"/>
                </a:cxn>
                <a:cxn ang="0">
                  <a:pos x="28" y="205"/>
                </a:cxn>
                <a:cxn ang="0">
                  <a:pos x="41" y="230"/>
                </a:cxn>
                <a:cxn ang="0">
                  <a:pos x="66" y="246"/>
                </a:cxn>
                <a:cxn ang="0">
                  <a:pos x="82" y="402"/>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7" name="Freeform 22"/>
            <p:cNvSpPr/>
            <p:nvPr/>
          </p:nvSpPr>
          <p:spPr bwMode="gray">
            <a:xfrm>
              <a:off x="2161" y="220"/>
              <a:ext cx="97" cy="370"/>
            </a:xfrm>
            <a:custGeom>
              <a:avLst/>
              <a:gdLst/>
              <a:ahLst/>
              <a:cxnLst>
                <a:cxn ang="0">
                  <a:pos x="52" y="237"/>
                </a:cxn>
                <a:cxn ang="0">
                  <a:pos x="59" y="237"/>
                </a:cxn>
                <a:cxn ang="0">
                  <a:pos x="74" y="232"/>
                </a:cxn>
                <a:cxn ang="0">
                  <a:pos x="90" y="218"/>
                </a:cxn>
                <a:cxn ang="0">
                  <a:pos x="97" y="193"/>
                </a:cxn>
                <a:cxn ang="0">
                  <a:pos x="89" y="193"/>
                </a:cxn>
                <a:cxn ang="0">
                  <a:pos x="71" y="197"/>
                </a:cxn>
                <a:cxn ang="0">
                  <a:pos x="56" y="215"/>
                </a:cxn>
                <a:cxn ang="0">
                  <a:pos x="52" y="147"/>
                </a:cxn>
                <a:cxn ang="0">
                  <a:pos x="59" y="147"/>
                </a:cxn>
                <a:cxn ang="0">
                  <a:pos x="74" y="141"/>
                </a:cxn>
                <a:cxn ang="0">
                  <a:pos x="90" y="128"/>
                </a:cxn>
                <a:cxn ang="0">
                  <a:pos x="97" y="102"/>
                </a:cxn>
                <a:cxn ang="0">
                  <a:pos x="89" y="102"/>
                </a:cxn>
                <a:cxn ang="0">
                  <a:pos x="71" y="109"/>
                </a:cxn>
                <a:cxn ang="0">
                  <a:pos x="56" y="126"/>
                </a:cxn>
                <a:cxn ang="0">
                  <a:pos x="52" y="46"/>
                </a:cxn>
                <a:cxn ang="0">
                  <a:pos x="51" y="37"/>
                </a:cxn>
                <a:cxn ang="0">
                  <a:pos x="45" y="23"/>
                </a:cxn>
                <a:cxn ang="0">
                  <a:pos x="32" y="6"/>
                </a:cxn>
                <a:cxn ang="0">
                  <a:pos x="6" y="0"/>
                </a:cxn>
                <a:cxn ang="0">
                  <a:pos x="8" y="9"/>
                </a:cxn>
                <a:cxn ang="0">
                  <a:pos x="16" y="27"/>
                </a:cxn>
                <a:cxn ang="0">
                  <a:pos x="33" y="43"/>
                </a:cxn>
                <a:cxn ang="0">
                  <a:pos x="45" y="113"/>
                </a:cxn>
                <a:cxn ang="0">
                  <a:pos x="45" y="106"/>
                </a:cxn>
                <a:cxn ang="0">
                  <a:pos x="40" y="90"/>
                </a:cxn>
                <a:cxn ang="0">
                  <a:pos x="27" y="75"/>
                </a:cxn>
                <a:cxn ang="0">
                  <a:pos x="1" y="67"/>
                </a:cxn>
                <a:cxn ang="0">
                  <a:pos x="0" y="75"/>
                </a:cxn>
                <a:cxn ang="0">
                  <a:pos x="2" y="91"/>
                </a:cxn>
                <a:cxn ang="0">
                  <a:pos x="14" y="109"/>
                </a:cxn>
                <a:cxn ang="0">
                  <a:pos x="45" y="118"/>
                </a:cxn>
                <a:cxn ang="0">
                  <a:pos x="45" y="207"/>
                </a:cxn>
                <a:cxn ang="0">
                  <a:pos x="43" y="195"/>
                </a:cxn>
                <a:cxn ang="0">
                  <a:pos x="33" y="182"/>
                </a:cxn>
                <a:cxn ang="0">
                  <a:pos x="12" y="175"/>
                </a:cxn>
                <a:cxn ang="0">
                  <a:pos x="10" y="182"/>
                </a:cxn>
                <a:cxn ang="0">
                  <a:pos x="13" y="197"/>
                </a:cxn>
                <a:cxn ang="0">
                  <a:pos x="29" y="211"/>
                </a:cxn>
                <a:cxn ang="0">
                  <a:pos x="45" y="373"/>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8" name="Freeform 23"/>
            <p:cNvSpPr/>
            <p:nvPr/>
          </p:nvSpPr>
          <p:spPr bwMode="gray">
            <a:xfrm>
              <a:off x="2708" y="220"/>
              <a:ext cx="97" cy="370"/>
            </a:xfrm>
            <a:custGeom>
              <a:avLst/>
              <a:gdLst/>
              <a:ahLst/>
              <a:cxnLst>
                <a:cxn ang="0">
                  <a:pos x="51" y="237"/>
                </a:cxn>
                <a:cxn ang="0">
                  <a:pos x="60" y="237"/>
                </a:cxn>
                <a:cxn ang="0">
                  <a:pos x="74" y="232"/>
                </a:cxn>
                <a:cxn ang="0">
                  <a:pos x="91" y="218"/>
                </a:cxn>
                <a:cxn ang="0">
                  <a:pos x="97" y="193"/>
                </a:cxn>
                <a:cxn ang="0">
                  <a:pos x="89" y="193"/>
                </a:cxn>
                <a:cxn ang="0">
                  <a:pos x="72" y="197"/>
                </a:cxn>
                <a:cxn ang="0">
                  <a:pos x="55" y="215"/>
                </a:cxn>
                <a:cxn ang="0">
                  <a:pos x="51" y="147"/>
                </a:cxn>
                <a:cxn ang="0">
                  <a:pos x="60" y="147"/>
                </a:cxn>
                <a:cxn ang="0">
                  <a:pos x="74" y="141"/>
                </a:cxn>
                <a:cxn ang="0">
                  <a:pos x="91" y="128"/>
                </a:cxn>
                <a:cxn ang="0">
                  <a:pos x="97" y="102"/>
                </a:cxn>
                <a:cxn ang="0">
                  <a:pos x="89" y="102"/>
                </a:cxn>
                <a:cxn ang="0">
                  <a:pos x="72" y="109"/>
                </a:cxn>
                <a:cxn ang="0">
                  <a:pos x="55" y="126"/>
                </a:cxn>
                <a:cxn ang="0">
                  <a:pos x="51" y="46"/>
                </a:cxn>
                <a:cxn ang="0">
                  <a:pos x="51" y="37"/>
                </a:cxn>
                <a:cxn ang="0">
                  <a:pos x="46" y="23"/>
                </a:cxn>
                <a:cxn ang="0">
                  <a:pos x="33" y="6"/>
                </a:cxn>
                <a:cxn ang="0">
                  <a:pos x="7" y="0"/>
                </a:cxn>
                <a:cxn ang="0">
                  <a:pos x="8" y="9"/>
                </a:cxn>
                <a:cxn ang="0">
                  <a:pos x="16" y="27"/>
                </a:cxn>
                <a:cxn ang="0">
                  <a:pos x="34" y="43"/>
                </a:cxn>
                <a:cxn ang="0">
                  <a:pos x="46" y="113"/>
                </a:cxn>
                <a:cxn ang="0">
                  <a:pos x="46" y="106"/>
                </a:cxn>
                <a:cxn ang="0">
                  <a:pos x="41" y="90"/>
                </a:cxn>
                <a:cxn ang="0">
                  <a:pos x="27" y="75"/>
                </a:cxn>
                <a:cxn ang="0">
                  <a:pos x="0" y="67"/>
                </a:cxn>
                <a:cxn ang="0">
                  <a:pos x="0" y="75"/>
                </a:cxn>
                <a:cxn ang="0">
                  <a:pos x="3" y="91"/>
                </a:cxn>
                <a:cxn ang="0">
                  <a:pos x="15" y="109"/>
                </a:cxn>
                <a:cxn ang="0">
                  <a:pos x="46" y="118"/>
                </a:cxn>
                <a:cxn ang="0">
                  <a:pos x="46" y="207"/>
                </a:cxn>
                <a:cxn ang="0">
                  <a:pos x="43" y="195"/>
                </a:cxn>
                <a:cxn ang="0">
                  <a:pos x="34" y="182"/>
                </a:cxn>
                <a:cxn ang="0">
                  <a:pos x="12" y="175"/>
                </a:cxn>
                <a:cxn ang="0">
                  <a:pos x="11" y="182"/>
                </a:cxn>
                <a:cxn ang="0">
                  <a:pos x="14" y="197"/>
                </a:cxn>
                <a:cxn ang="0">
                  <a:pos x="30" y="211"/>
                </a:cxn>
                <a:cxn ang="0">
                  <a:pos x="46" y="373"/>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grpSp>
      <p:sp>
        <p:nvSpPr>
          <p:cNvPr id="29" name="Freeform 27" descr="Dark upward diagonal"/>
          <p:cNvSpPr/>
          <p:nvPr/>
        </p:nvSpPr>
        <p:spPr bwMode="gray">
          <a:xfrm>
            <a:off x="85725" y="76200"/>
            <a:ext cx="8977313" cy="500063"/>
          </a:xfrm>
          <a:custGeom>
            <a:avLst/>
            <a:gdLst/>
            <a:ahLst/>
            <a:cxnLst>
              <a:cxn ang="0">
                <a:pos x="0" y="1"/>
              </a:cxn>
              <a:cxn ang="0">
                <a:pos x="5546" y="0"/>
              </a:cxn>
              <a:cxn ang="0">
                <a:pos x="5655" y="84"/>
              </a:cxn>
              <a:cxn ang="0">
                <a:pos x="5649" y="315"/>
              </a:cxn>
              <a:cxn ang="0">
                <a:pos x="1" y="314"/>
              </a:cxn>
              <a:cxn ang="0">
                <a:pos x="0" y="1"/>
              </a:cxn>
            </a:cxnLst>
            <a:rect l="0" t="0" r="r" b="b"/>
            <a:pathLst>
              <a:path w="5655" h="315">
                <a:moveTo>
                  <a:pt x="0" y="1"/>
                </a:moveTo>
                <a:lnTo>
                  <a:pt x="5546" y="0"/>
                </a:lnTo>
                <a:cubicBezTo>
                  <a:pt x="5652" y="0"/>
                  <a:pt x="5655" y="84"/>
                  <a:pt x="5655" y="84"/>
                </a:cubicBezTo>
                <a:lnTo>
                  <a:pt x="5649" y="315"/>
                </a:lnTo>
                <a:lnTo>
                  <a:pt x="1" y="314"/>
                </a:lnTo>
                <a:lnTo>
                  <a:pt x="0" y="1"/>
                </a:lnTo>
                <a:close/>
              </a:path>
            </a:pathLst>
          </a:custGeom>
          <a:pattFill prst="dkUpDiag">
            <a:fgClr>
              <a:schemeClr val="bg1">
                <a:alpha val="77000"/>
              </a:schemeClr>
            </a:fgClr>
            <a:bgClr>
              <a:schemeClr val="tx1">
                <a:alpha val="77000"/>
              </a:schemeClr>
            </a:bgClr>
          </a:patt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0" name="Rectangle 28"/>
          <p:cNvSpPr>
            <a:spLocks noChangeArrowheads="1"/>
          </p:cNvSpPr>
          <p:nvPr/>
        </p:nvSpPr>
        <p:spPr bwMode="gray">
          <a:xfrm>
            <a:off x="114300" y="6610350"/>
            <a:ext cx="8931275" cy="163513"/>
          </a:xfrm>
          <a:prstGeom prst="rect">
            <a:avLst/>
          </a:prstGeom>
          <a:solidFill>
            <a:schemeClr val="accent1"/>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grpSp>
        <p:nvGrpSpPr>
          <p:cNvPr id="31" name="Group 74"/>
          <p:cNvGrpSpPr/>
          <p:nvPr/>
        </p:nvGrpSpPr>
        <p:grpSpPr>
          <a:xfrm>
            <a:off x="85725" y="854075"/>
            <a:ext cx="8982075" cy="1131888"/>
            <a:chOff x="54" y="538"/>
            <a:chExt cx="5658" cy="713"/>
          </a:xfrm>
        </p:grpSpPr>
        <p:sp>
          <p:nvSpPr>
            <p:cNvPr id="32" name="Freeform 30"/>
            <p:cNvSpPr/>
            <p:nvPr/>
          </p:nvSpPr>
          <p:spPr bwMode="gray">
            <a:xfrm>
              <a:off x="54" y="736"/>
              <a:ext cx="5658" cy="515"/>
            </a:xfrm>
            <a:custGeom>
              <a:avLst/>
              <a:gdLst/>
              <a:ahLst/>
              <a:cxnLst>
                <a:cxn ang="0">
                  <a:pos x="0" y="0"/>
                </a:cxn>
                <a:cxn ang="0">
                  <a:pos x="5446" y="0"/>
                </a:cxn>
                <a:cxn ang="0">
                  <a:pos x="5446" y="312"/>
                </a:cxn>
                <a:cxn ang="0">
                  <a:pos x="5446" y="451"/>
                </a:cxn>
                <a:cxn ang="0">
                  <a:pos x="1512" y="443"/>
                </a:cxn>
                <a:cxn ang="0">
                  <a:pos x="1288" y="584"/>
                </a:cxn>
                <a:cxn ang="0">
                  <a:pos x="0" y="590"/>
                </a:cxn>
                <a:cxn ang="0">
                  <a:pos x="0" y="0"/>
                </a:cxn>
              </a:cxnLst>
              <a:rect l="0" t="0" r="r" b="b"/>
              <a:pathLst>
                <a:path w="5446" h="590">
                  <a:moveTo>
                    <a:pt x="0" y="0"/>
                  </a:moveTo>
                  <a:lnTo>
                    <a:pt x="5446" y="0"/>
                  </a:lnTo>
                  <a:lnTo>
                    <a:pt x="5446" y="312"/>
                  </a:lnTo>
                  <a:lnTo>
                    <a:pt x="5446" y="451"/>
                  </a:lnTo>
                  <a:cubicBezTo>
                    <a:pt x="4790" y="473"/>
                    <a:pt x="2205" y="421"/>
                    <a:pt x="1512" y="443"/>
                  </a:cubicBezTo>
                  <a:lnTo>
                    <a:pt x="1288" y="584"/>
                  </a:lnTo>
                  <a:lnTo>
                    <a:pt x="0" y="590"/>
                  </a:lnTo>
                  <a:lnTo>
                    <a:pt x="0" y="0"/>
                  </a:lnTo>
                  <a:close/>
                </a:path>
              </a:pathLst>
            </a:custGeom>
            <a:solidFill>
              <a:schemeClr val="tx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3" name="Freeform 31"/>
            <p:cNvSpPr/>
            <p:nvPr/>
          </p:nvSpPr>
          <p:spPr bwMode="gray">
            <a:xfrm>
              <a:off x="54" y="538"/>
              <a:ext cx="5658" cy="655"/>
            </a:xfrm>
            <a:custGeom>
              <a:avLst/>
              <a:gdLst/>
              <a:ahLst/>
              <a:cxnLst>
                <a:cxn ang="0">
                  <a:pos x="1" y="0"/>
                </a:cxn>
                <a:cxn ang="0">
                  <a:pos x="5657" y="0"/>
                </a:cxn>
                <a:cxn ang="0">
                  <a:pos x="5658" y="534"/>
                </a:cxn>
                <a:cxn ang="0">
                  <a:pos x="1553" y="528"/>
                </a:cxn>
                <a:cxn ang="0">
                  <a:pos x="1317" y="651"/>
                </a:cxn>
                <a:cxn ang="0">
                  <a:pos x="0" y="655"/>
                </a:cxn>
                <a:cxn ang="0">
                  <a:pos x="1" y="0"/>
                </a:cxn>
              </a:cxnLst>
              <a:rect l="0" t="0" r="r" b="b"/>
              <a:pathLst>
                <a:path w="5658" h="655">
                  <a:moveTo>
                    <a:pt x="1" y="0"/>
                  </a:moveTo>
                  <a:lnTo>
                    <a:pt x="5657" y="0"/>
                  </a:lnTo>
                  <a:lnTo>
                    <a:pt x="5658" y="534"/>
                  </a:lnTo>
                  <a:lnTo>
                    <a:pt x="1553" y="528"/>
                  </a:lnTo>
                  <a:lnTo>
                    <a:pt x="1317" y="651"/>
                  </a:lnTo>
                  <a:lnTo>
                    <a:pt x="0" y="655"/>
                  </a:lnTo>
                  <a:lnTo>
                    <a:pt x="1" y="0"/>
                  </a:lnTo>
                  <a:close/>
                </a:path>
              </a:pathLst>
            </a:custGeom>
            <a:solidFill>
              <a:schemeClr val="bg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4" name="Freeform 32"/>
            <p:cNvSpPr/>
            <p:nvPr/>
          </p:nvSpPr>
          <p:spPr bwMode="gray">
            <a:xfrm>
              <a:off x="54" y="1062"/>
              <a:ext cx="1496" cy="98"/>
            </a:xfrm>
            <a:custGeom>
              <a:avLst/>
              <a:gdLst/>
              <a:ahLst/>
              <a:cxnLst>
                <a:cxn ang="0">
                  <a:pos x="1440" y="1"/>
                </a:cxn>
                <a:cxn ang="0">
                  <a:pos x="1261" y="112"/>
                </a:cxn>
                <a:cxn ang="0">
                  <a:pos x="0" y="110"/>
                </a:cxn>
                <a:cxn ang="0">
                  <a:pos x="0" y="49"/>
                </a:cxn>
                <a:cxn ang="0">
                  <a:pos x="1069" y="50"/>
                </a:cxn>
                <a:cxn ang="0">
                  <a:pos x="1142" y="0"/>
                </a:cxn>
                <a:cxn ang="0">
                  <a:pos x="1440" y="1"/>
                </a:cxn>
              </a:cxnLst>
              <a:rect l="0" t="0" r="r" b="b"/>
              <a:pathLst>
                <a:path w="1440" h="112">
                  <a:moveTo>
                    <a:pt x="1440" y="1"/>
                  </a:moveTo>
                  <a:lnTo>
                    <a:pt x="1261" y="112"/>
                  </a:lnTo>
                  <a:lnTo>
                    <a:pt x="0" y="110"/>
                  </a:lnTo>
                  <a:lnTo>
                    <a:pt x="0" y="49"/>
                  </a:lnTo>
                  <a:lnTo>
                    <a:pt x="1069" y="50"/>
                  </a:lnTo>
                  <a:lnTo>
                    <a:pt x="1142" y="0"/>
                  </a:lnTo>
                  <a:lnTo>
                    <a:pt x="1440" y="1"/>
                  </a:lnTo>
                  <a:close/>
                </a:path>
              </a:pathLst>
            </a:custGeom>
            <a:solidFill>
              <a:srgbClr val="FFFFFF">
                <a:alpha val="30000"/>
              </a:srgbClr>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grpSp>
      <p:sp>
        <p:nvSpPr>
          <p:cNvPr id="35" name="Rectangle 33"/>
          <p:cNvSpPr>
            <a:spLocks noChangeArrowheads="1"/>
          </p:cNvSpPr>
          <p:nvPr/>
        </p:nvSpPr>
        <p:spPr bwMode="gray">
          <a:xfrm>
            <a:off x="85725" y="609600"/>
            <a:ext cx="8982075" cy="185738"/>
          </a:xfrm>
          <a:prstGeom prst="rect">
            <a:avLst/>
          </a:prstGeom>
          <a:solidFill>
            <a:schemeClr val="accent1"/>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6" name="Rectangle 38" descr="1"/>
          <p:cNvSpPr>
            <a:spLocks noChangeArrowheads="1"/>
          </p:cNvSpPr>
          <p:nvPr/>
        </p:nvSpPr>
        <p:spPr bwMode="gray">
          <a:xfrm>
            <a:off x="4067175" y="4497388"/>
            <a:ext cx="741363" cy="742950"/>
          </a:xfrm>
          <a:prstGeom prst="rect">
            <a:avLst/>
          </a:prstGeom>
          <a:blipFill dpi="0" rotWithShape="1">
            <a:blip r:embed="rId4" cstate="print"/>
            <a:srcRect/>
            <a:stretch>
              <a:fillRect/>
            </a:stretch>
          </a:blip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7" name="Rectangle 40" descr="7"/>
          <p:cNvSpPr>
            <a:spLocks noChangeArrowheads="1"/>
          </p:cNvSpPr>
          <p:nvPr/>
        </p:nvSpPr>
        <p:spPr bwMode="gray">
          <a:xfrm>
            <a:off x="3275013" y="5314950"/>
            <a:ext cx="742950" cy="742950"/>
          </a:xfrm>
          <a:prstGeom prst="rect">
            <a:avLst/>
          </a:prstGeom>
          <a:blipFill dpi="0" rotWithShape="1">
            <a:blip r:embed="rId5" cstate="print"/>
            <a:srcRect/>
            <a:stretch>
              <a:fillRect/>
            </a:stretch>
          </a:blip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8" name="Rectangle 42"/>
          <p:cNvSpPr>
            <a:spLocks noChangeArrowheads="1"/>
          </p:cNvSpPr>
          <p:nvPr/>
        </p:nvSpPr>
        <p:spPr bwMode="gray">
          <a:xfrm>
            <a:off x="3282950" y="4510088"/>
            <a:ext cx="741363" cy="744538"/>
          </a:xfrm>
          <a:prstGeom prst="rect">
            <a:avLst/>
          </a:prstGeom>
          <a:solidFill>
            <a:srgbClr val="D7D7D7"/>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9" name="Rectangle 37" descr="6"/>
          <p:cNvSpPr>
            <a:spLocks noChangeArrowheads="1"/>
          </p:cNvSpPr>
          <p:nvPr/>
        </p:nvSpPr>
        <p:spPr bwMode="gray">
          <a:xfrm>
            <a:off x="1703388" y="5314950"/>
            <a:ext cx="742950" cy="742950"/>
          </a:xfrm>
          <a:prstGeom prst="rect">
            <a:avLst/>
          </a:prstGeom>
          <a:blipFill dpi="0" rotWithShape="1">
            <a:blip r:embed="rId6" cstate="print"/>
            <a:srcRect/>
            <a:stretch>
              <a:fillRect/>
            </a:stretch>
          </a:blip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40" name="Rectangle 50"/>
          <p:cNvSpPr>
            <a:spLocks noChangeArrowheads="1"/>
          </p:cNvSpPr>
          <p:nvPr/>
        </p:nvSpPr>
        <p:spPr bwMode="gray">
          <a:xfrm>
            <a:off x="128588" y="4511675"/>
            <a:ext cx="741363" cy="742950"/>
          </a:xfrm>
          <a:prstGeom prst="rect">
            <a:avLst/>
          </a:prstGeom>
          <a:solidFill>
            <a:schemeClr val="bg1">
              <a:alpha val="50000"/>
            </a:schemeClr>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pic>
        <p:nvPicPr>
          <p:cNvPr id="41" name="Picture 43" descr="1"/>
          <p:cNvPicPr>
            <a:picLocks noChangeAspect="1"/>
          </p:cNvPicPr>
          <p:nvPr/>
        </p:nvPicPr>
        <p:blipFill>
          <a:blip r:embed="rId7"/>
          <a:stretch>
            <a:fillRect/>
          </a:stretch>
        </p:blipFill>
        <p:spPr>
          <a:xfrm>
            <a:off x="130175" y="2911475"/>
            <a:ext cx="1347788" cy="1531938"/>
          </a:xfrm>
          <a:prstGeom prst="rect">
            <a:avLst/>
          </a:prstGeom>
          <a:noFill/>
          <a:ln w="9525">
            <a:noFill/>
          </a:ln>
        </p:spPr>
      </p:pic>
      <p:sp>
        <p:nvSpPr>
          <p:cNvPr id="42" name="Rectangle 70" descr="2"/>
          <p:cNvSpPr>
            <a:spLocks noChangeArrowheads="1"/>
          </p:cNvSpPr>
          <p:nvPr/>
        </p:nvSpPr>
        <p:spPr bwMode="gray">
          <a:xfrm>
            <a:off x="1701800" y="3705225"/>
            <a:ext cx="744538" cy="742950"/>
          </a:xfrm>
          <a:prstGeom prst="rect">
            <a:avLst/>
          </a:prstGeom>
          <a:blipFill dpi="0" rotWithShape="1">
            <a:blip r:embed="rId8" cstate="print"/>
            <a:srcRect/>
            <a:stretch>
              <a:fillRect/>
            </a:stretch>
          </a:blip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43" name="Rectangle 3"/>
          <p:cNvSpPr>
            <a:spLocks noGrp="1" noChangeArrowheads="1"/>
          </p:cNvSpPr>
          <p:nvPr>
            <p:ph type="subTitle" idx="1"/>
          </p:nvPr>
        </p:nvSpPr>
        <p:spPr>
          <a:xfrm>
            <a:off x="4114800" y="6196013"/>
            <a:ext cx="4811713" cy="403225"/>
          </a:xfrm>
        </p:spPr>
        <p:txBody>
          <a:bodyPr/>
          <a:lstStyle>
            <a:lvl1pPr marL="0" indent="0" algn="r">
              <a:buFontTx/>
              <a:buNone/>
              <a:defRPr sz="1600" i="1">
                <a:solidFill>
                  <a:srgbClr val="FFFFFF"/>
                </a:solidFill>
                <a:latin typeface="Times New Roman" panose="02020603050405020304" pitchFamily="18" charset="0"/>
              </a:defRPr>
            </a:lvl1pPr>
          </a:lstStyle>
          <a:p>
            <a:r>
              <a:rPr lang="zh-CN" altLang="en-US"/>
              <a:t>单击此处编辑母版副标题样式</a:t>
            </a:r>
            <a:endParaRPr lang="en-US" altLang="zh-CN"/>
          </a:p>
        </p:txBody>
      </p:sp>
      <p:sp>
        <p:nvSpPr>
          <p:cNvPr id="44" name="Rectangle 2"/>
          <p:cNvSpPr>
            <a:spLocks noGrp="1" noChangeArrowheads="1"/>
          </p:cNvSpPr>
          <p:nvPr>
            <p:ph type="ctrTitle"/>
          </p:nvPr>
        </p:nvSpPr>
        <p:spPr>
          <a:xfrm>
            <a:off x="2819400" y="2819400"/>
            <a:ext cx="6019800" cy="1470025"/>
          </a:xfrm>
        </p:spPr>
        <p:txBody>
          <a:bodyPr/>
          <a:lstStyle>
            <a:lvl1pPr algn="r">
              <a:defRPr sz="4800">
                <a:solidFill>
                  <a:srgbClr val="000000"/>
                </a:solidFill>
              </a:defRPr>
            </a:lvl1pPr>
          </a:lstStyle>
          <a:p>
            <a:r>
              <a:rPr lang="zh-CN" altLang="en-US"/>
              <a:t>单击此处编辑母版标题样式</a:t>
            </a:r>
            <a:endParaRPr lang="en-US" altLang="zh-CN"/>
          </a:p>
        </p:txBody>
      </p:sp>
      <p:sp>
        <p:nvSpPr>
          <p:cNvPr id="45" name="Rectangle 4"/>
          <p:cNvSpPr>
            <a:spLocks noGrp="1" noChangeArrowheads="1"/>
          </p:cNvSpPr>
          <p:nvPr>
            <p:ph type="dt" sz="half" idx="2"/>
          </p:nvPr>
        </p:nvSpPr>
        <p:spPr bwMode="gray">
          <a:xfrm>
            <a:off x="231775" y="6445250"/>
            <a:ext cx="2205038" cy="317500"/>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6" name="Rectangle 5"/>
          <p:cNvSpPr>
            <a:spLocks noGrp="1" noChangeArrowheads="1"/>
          </p:cNvSpPr>
          <p:nvPr>
            <p:ph type="ftr" sz="quarter" idx="3"/>
          </p:nvPr>
        </p:nvSpPr>
        <p:spPr bwMode="gray">
          <a:xfrm>
            <a:off x="2574925" y="6445250"/>
            <a:ext cx="2990850" cy="317500"/>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7" name="Rectangle 6"/>
          <p:cNvSpPr>
            <a:spLocks noGrp="1" noChangeArrowheads="1"/>
          </p:cNvSpPr>
          <p:nvPr>
            <p:ph type="sldNum" sz="quarter" idx="4"/>
          </p:nvPr>
        </p:nvSpPr>
        <p:spPr bwMode="gray">
          <a:xfrm>
            <a:off x="5700713" y="6445250"/>
            <a:ext cx="2205038" cy="317500"/>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bg>
      <p:bgPr>
        <a:solidFill>
          <a:srgbClr val="FFFFFF"/>
        </a:solidFill>
        <a:effectLst/>
      </p:bgPr>
    </p:bg>
    <p:spTree>
      <p:nvGrpSpPr>
        <p:cNvPr id="1" name=""/>
        <p:cNvGrpSpPr/>
        <p:nvPr/>
      </p:nvGrpSpPr>
      <p:grpSpPr>
        <a:xfrm>
          <a:off x="0" y="0"/>
          <a:ext cx="0" cy="0"/>
          <a:chOff x="0" y="0"/>
          <a:chExt cx="0" cy="0"/>
        </a:xfrm>
      </p:grpSpPr>
      <p:sp>
        <p:nvSpPr>
          <p:cNvPr id="49" name="标题 1"/>
          <p:cNvSpPr>
            <a:spLocks noGrp="1"/>
          </p:cNvSpPr>
          <p:nvPr>
            <p:ph type="title"/>
          </p:nvPr>
        </p:nvSpPr>
        <p:spPr/>
        <p:txBody>
          <a:bodyPr/>
          <a:lstStyle/>
          <a:p>
            <a:r>
              <a:rPr lang="zh-CN" altLang="en-US"/>
              <a:t>单击此处编辑母版标题样式</a:t>
            </a:r>
            <a:endParaRPr/>
          </a:p>
        </p:txBody>
      </p:sp>
      <p:sp>
        <p:nvSpPr>
          <p:cNvPr id="50" name="内容占位符 2"/>
          <p:cNvSpPr>
            <a:spLocks noGrp="1"/>
          </p:cNvSpPr>
          <p:nvPr>
            <p:ph idx="1"/>
          </p:nvPr>
        </p:nvSpPr>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51" name="Rectangle 4"/>
          <p:cNvSpPr>
            <a:spLocks noGrp="1" noChangeArrowheads="1"/>
          </p:cNvSpPr>
          <p:nvPr>
            <p:ph type="dt" sz="half" idx="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2"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3"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bg>
      <p:bgPr>
        <a:solidFill>
          <a:srgbClr val="FFFFFF"/>
        </a:solidFill>
        <a:effectLst/>
      </p:bgPr>
    </p:bg>
    <p:spTree>
      <p:nvGrpSpPr>
        <p:cNvPr id="1" name=""/>
        <p:cNvGrpSpPr/>
        <p:nvPr/>
      </p:nvGrpSpPr>
      <p:grpSpPr>
        <a:xfrm>
          <a:off x="0" y="0"/>
          <a:ext cx="0" cy="0"/>
          <a:chOff x="0" y="0"/>
          <a:chExt cx="0" cy="0"/>
        </a:xfrm>
      </p:grpSpPr>
      <p:sp>
        <p:nvSpPr>
          <p:cNvPr id="68"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a:p>
        </p:txBody>
      </p:sp>
      <p:sp>
        <p:nvSpPr>
          <p:cNvPr id="69"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a:p>
        </p:txBody>
      </p:sp>
      <p:sp>
        <p:nvSpPr>
          <p:cNvPr id="70" name="Rectangle 4"/>
          <p:cNvSpPr>
            <a:spLocks noGrp="1" noChangeArrowheads="1"/>
          </p:cNvSpPr>
          <p:nvPr>
            <p:ph type="dt" sz="half" idx="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1"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2"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bg>
      <p:bgPr>
        <a:solidFill>
          <a:srgbClr val="FFFFFF"/>
        </a:solidFill>
        <a:effectLst/>
      </p:bgPr>
    </p:bg>
    <p:spTree>
      <p:nvGrpSpPr>
        <p:cNvPr id="1" name=""/>
        <p:cNvGrpSpPr/>
        <p:nvPr/>
      </p:nvGrpSpPr>
      <p:grpSpPr>
        <a:xfrm>
          <a:off x="0" y="0"/>
          <a:ext cx="0" cy="0"/>
          <a:chOff x="0" y="0"/>
          <a:chExt cx="0" cy="0"/>
        </a:xfrm>
      </p:grpSpPr>
      <p:sp>
        <p:nvSpPr>
          <p:cNvPr id="74" name="标题 1"/>
          <p:cNvSpPr>
            <a:spLocks noGrp="1"/>
          </p:cNvSpPr>
          <p:nvPr>
            <p:ph type="title"/>
          </p:nvPr>
        </p:nvSpPr>
        <p:spPr/>
        <p:txBody>
          <a:bodyPr/>
          <a:lstStyle/>
          <a:p>
            <a:r>
              <a:rPr lang="zh-CN" altLang="en-US"/>
              <a:t>单击此处编辑母版标题样式</a:t>
            </a:r>
            <a:endParaRPr/>
          </a:p>
        </p:txBody>
      </p:sp>
      <p:sp>
        <p:nvSpPr>
          <p:cNvPr id="75" name="内容占位符 2"/>
          <p:cNvSpPr>
            <a:spLocks noGrp="1"/>
          </p:cNvSpPr>
          <p:nvPr>
            <p:ph sz="half" idx="1"/>
          </p:nvPr>
        </p:nvSpPr>
        <p:spPr>
          <a:xfrm>
            <a:off x="457200" y="1438275"/>
            <a:ext cx="40386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76" name="内容占位符 3"/>
          <p:cNvSpPr>
            <a:spLocks noGrp="1"/>
          </p:cNvSpPr>
          <p:nvPr>
            <p:ph sz="half" idx="2"/>
          </p:nvPr>
        </p:nvSpPr>
        <p:spPr>
          <a:xfrm>
            <a:off x="4648200" y="1438275"/>
            <a:ext cx="40386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77" name="Rectangle 4"/>
          <p:cNvSpPr>
            <a:spLocks noGrp="1" noChangeArrowheads="1"/>
          </p:cNvSpPr>
          <p:nvPr>
            <p:ph type="dt" sz="half" idx="1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8"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9"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bg>
      <p:bgPr>
        <a:solidFill>
          <a:srgbClr val="FFFFFF"/>
        </a:solidFill>
        <a:effectLst/>
      </p:bgPr>
    </p:bg>
    <p:spTree>
      <p:nvGrpSpPr>
        <p:cNvPr id="1" name=""/>
        <p:cNvGrpSpPr/>
        <p:nvPr/>
      </p:nvGrpSpPr>
      <p:grpSpPr>
        <a:xfrm>
          <a:off x="0" y="0"/>
          <a:ext cx="0" cy="0"/>
          <a:chOff x="0" y="0"/>
          <a:chExt cx="0" cy="0"/>
        </a:xfrm>
      </p:grpSpPr>
      <p:sp>
        <p:nvSpPr>
          <p:cNvPr id="81"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a:p>
        </p:txBody>
      </p:sp>
      <p:sp>
        <p:nvSpPr>
          <p:cNvPr id="82"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83"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84"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85"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86" name="Rectangle 4"/>
          <p:cNvSpPr>
            <a:spLocks noGrp="1" noChangeArrowheads="1"/>
          </p:cNvSpPr>
          <p:nvPr>
            <p:ph type="dt" sz="half" idx="1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7" name="Rectangle 5"/>
          <p:cNvSpPr>
            <a:spLocks noGrp="1" noChangeArrowheads="1"/>
          </p:cNvSpPr>
          <p:nvPr>
            <p:ph type="ftr" sz="quarter" idx="1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8" name="Rectangle 6"/>
          <p:cNvSpPr>
            <a:spLocks noGrp="1" noChangeArrowheads="1"/>
          </p:cNvSpPr>
          <p:nvPr>
            <p:ph type="sldNum" sz="quarter" idx="1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bg>
      <p:bgPr>
        <a:solidFill>
          <a:srgbClr val="FFFFFF"/>
        </a:solidFill>
        <a:effectLst/>
      </p:bgPr>
    </p:bg>
    <p:spTree>
      <p:nvGrpSpPr>
        <p:cNvPr id="1" name=""/>
        <p:cNvGrpSpPr/>
        <p:nvPr/>
      </p:nvGrpSpPr>
      <p:grpSpPr>
        <a:xfrm>
          <a:off x="0" y="0"/>
          <a:ext cx="0" cy="0"/>
          <a:chOff x="0" y="0"/>
          <a:chExt cx="0" cy="0"/>
        </a:xfrm>
      </p:grpSpPr>
      <p:sp>
        <p:nvSpPr>
          <p:cNvPr id="90" name="标题 1"/>
          <p:cNvSpPr>
            <a:spLocks noGrp="1"/>
          </p:cNvSpPr>
          <p:nvPr>
            <p:ph type="title"/>
          </p:nvPr>
        </p:nvSpPr>
        <p:spPr/>
        <p:txBody>
          <a:bodyPr/>
          <a:lstStyle/>
          <a:p>
            <a:r>
              <a:rPr lang="zh-CN" altLang="en-US"/>
              <a:t>单击此处编辑母版标题样式</a:t>
            </a:r>
            <a:endParaRPr/>
          </a:p>
        </p:txBody>
      </p:sp>
      <p:sp>
        <p:nvSpPr>
          <p:cNvPr id="91" name="Rectangle 4"/>
          <p:cNvSpPr>
            <a:spLocks noGrp="1" noChangeArrowheads="1"/>
          </p:cNvSpPr>
          <p:nvPr>
            <p:ph type="dt" sz="half" idx="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2"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3"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bg>
      <p:bgPr>
        <a:solidFill>
          <a:srgbClr val="FFFFFF"/>
        </a:solidFill>
        <a:effectLst/>
      </p:bgPr>
    </p:bg>
    <p:spTree>
      <p:nvGrpSpPr>
        <p:cNvPr id="1" name=""/>
        <p:cNvGrpSpPr/>
        <p:nvPr/>
      </p:nvGrpSpPr>
      <p:grpSpPr>
        <a:xfrm>
          <a:off x="0" y="0"/>
          <a:ext cx="0" cy="0"/>
          <a:chOff x="0" y="0"/>
          <a:chExt cx="0" cy="0"/>
        </a:xfrm>
      </p:grpSpPr>
      <p:sp>
        <p:nvSpPr>
          <p:cNvPr id="95" name="Rectangle 4"/>
          <p:cNvSpPr>
            <a:spLocks noGrp="1" noChangeArrowheads="1"/>
          </p:cNvSpPr>
          <p:nvPr>
            <p:ph type="dt" sz="half" idx="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6"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bg>
      <p:bgPr>
        <a:solidFill>
          <a:srgbClr val="FFFFFF"/>
        </a:solidFill>
        <a:effectLst/>
      </p:bgPr>
    </p:bg>
    <p:spTree>
      <p:nvGrpSpPr>
        <p:cNvPr id="1" name=""/>
        <p:cNvGrpSpPr/>
        <p:nvPr/>
      </p:nvGrpSpPr>
      <p:grpSpPr>
        <a:xfrm>
          <a:off x="0" y="0"/>
          <a:ext cx="0" cy="0"/>
          <a:chOff x="0" y="0"/>
          <a:chExt cx="0" cy="0"/>
        </a:xfrm>
      </p:grpSpPr>
      <p:sp>
        <p:nvSpPr>
          <p:cNvPr id="99"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a:p>
        </p:txBody>
      </p:sp>
      <p:sp>
        <p:nvSpPr>
          <p:cNvPr id="100"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101"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a:p>
        </p:txBody>
      </p:sp>
      <p:sp>
        <p:nvSpPr>
          <p:cNvPr id="102" name="Rectangle 4"/>
          <p:cNvSpPr>
            <a:spLocks noGrp="1" noChangeArrowheads="1"/>
          </p:cNvSpPr>
          <p:nvPr>
            <p:ph type="dt" sz="half" idx="1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3"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4"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bg>
      <p:bgPr>
        <a:solidFill>
          <a:srgbClr val="FFFFFF"/>
        </a:solidFill>
        <a:effectLst/>
      </p:bgPr>
    </p:bg>
    <p:spTree>
      <p:nvGrpSpPr>
        <p:cNvPr id="1" name=""/>
        <p:cNvGrpSpPr/>
        <p:nvPr/>
      </p:nvGrpSpPr>
      <p:grpSpPr>
        <a:xfrm>
          <a:off x="0" y="0"/>
          <a:ext cx="0" cy="0"/>
          <a:chOff x="0" y="0"/>
          <a:chExt cx="0" cy="0"/>
        </a:xfrm>
      </p:grpSpPr>
      <p:sp>
        <p:nvSpPr>
          <p:cNvPr id="106"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a:p>
        </p:txBody>
      </p:sp>
      <p:sp>
        <p:nvSpPr>
          <p:cNvPr id="107"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1"/>
              </a:spcAft>
              <a:buClrTx/>
              <a:buSzTx/>
              <a:buFontTx/>
              <a:buNone/>
              <a:defRPr/>
            </a:pPr>
            <a:r>
              <a:rPr kumimoji="0" lang="zh-CN" altLang="en-US" sz="3200" b="0" i="0" u="none" strike="noStrike" kern="0" cap="none" spc="0" normalizeH="0" baseline="0" noProof="0">
                <a:ln>
                  <a:noFill/>
                </a:ln>
                <a:solidFill>
                  <a:srgbClr val="000000"/>
                </a:solidFill>
                <a:effectLst/>
                <a:uLnTx/>
                <a:uFillTx/>
                <a:latin typeface="+mn-lt"/>
                <a:ea typeface="+mn-ea"/>
                <a:cs typeface="+mn-cs"/>
              </a:rPr>
              <a:t>单击图标添加图片</a:t>
            </a:r>
            <a:endParaRPr/>
          </a:p>
        </p:txBody>
      </p:sp>
      <p:sp>
        <p:nvSpPr>
          <p:cNvPr id="108"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a:p>
        </p:txBody>
      </p:sp>
      <p:sp>
        <p:nvSpPr>
          <p:cNvPr id="109" name="Rectangle 4"/>
          <p:cNvSpPr>
            <a:spLocks noGrp="1" noChangeArrowheads="1"/>
          </p:cNvSpPr>
          <p:nvPr>
            <p:ph type="dt" sz="half" idx="1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1"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bg>
      <p:bgPr>
        <a:solidFill>
          <a:srgbClr val="FFFFFF"/>
        </a:solidFill>
        <a:effectLst/>
      </p:bgPr>
    </p:bg>
    <p:spTree>
      <p:nvGrpSpPr>
        <p:cNvPr id="1" name=""/>
        <p:cNvGrpSpPr/>
        <p:nvPr/>
      </p:nvGrpSpPr>
      <p:grpSpPr>
        <a:xfrm>
          <a:off x="0" y="0"/>
          <a:ext cx="0" cy="0"/>
          <a:chOff x="0" y="0"/>
          <a:chExt cx="0" cy="0"/>
        </a:xfrm>
      </p:grpSpPr>
      <p:sp>
        <p:nvSpPr>
          <p:cNvPr id="113" name="标题 1"/>
          <p:cNvSpPr>
            <a:spLocks noGrp="1"/>
          </p:cNvSpPr>
          <p:nvPr>
            <p:ph type="title"/>
          </p:nvPr>
        </p:nvSpPr>
        <p:spPr/>
        <p:txBody>
          <a:bodyPr/>
          <a:lstStyle/>
          <a:p>
            <a:r>
              <a:rPr lang="zh-CN" altLang="en-US"/>
              <a:t>单击此处编辑母版标题样式</a:t>
            </a:r>
            <a:endParaRPr/>
          </a:p>
        </p:txBody>
      </p:sp>
      <p:sp>
        <p:nvSpPr>
          <p:cNvPr id="114" name="竖排文字占位符 2"/>
          <p:cNvSpPr>
            <a:spLocks noGrp="1"/>
          </p:cNvSpPr>
          <p:nvPr>
            <p:ph type="body" orient="vert" idx="1"/>
          </p:nvPr>
        </p:nvSpPr>
        <p:spPr/>
        <p:txBody>
          <a:bodyPr vert="eaVert"/>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115" name="Rectangle 4"/>
          <p:cNvSpPr>
            <a:spLocks noGrp="1" noChangeArrowheads="1"/>
          </p:cNvSpPr>
          <p:nvPr>
            <p:ph type="dt" sz="half" idx="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6"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7"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垂直排列标题与文本">
    <p:bg>
      <p:bgPr>
        <a:solidFill>
          <a:srgbClr val="FFFFFF"/>
        </a:solidFill>
        <a:effectLst/>
      </p:bgPr>
    </p:bg>
    <p:spTree>
      <p:nvGrpSpPr>
        <p:cNvPr id="1" name=""/>
        <p:cNvGrpSpPr/>
        <p:nvPr/>
      </p:nvGrpSpPr>
      <p:grpSpPr>
        <a:xfrm>
          <a:off x="0" y="0"/>
          <a:ext cx="0" cy="0"/>
          <a:chOff x="0" y="0"/>
          <a:chExt cx="0" cy="0"/>
        </a:xfrm>
      </p:grpSpPr>
      <p:sp>
        <p:nvSpPr>
          <p:cNvPr id="55" name="竖排标题 1"/>
          <p:cNvSpPr>
            <a:spLocks noGrp="1"/>
          </p:cNvSpPr>
          <p:nvPr>
            <p:ph type="title" orient="vert"/>
          </p:nvPr>
        </p:nvSpPr>
        <p:spPr>
          <a:xfrm>
            <a:off x="6629400" y="238125"/>
            <a:ext cx="2057400" cy="5934075"/>
          </a:xfrm>
        </p:spPr>
        <p:txBody>
          <a:bodyPr vert="eaVert"/>
          <a:lstStyle/>
          <a:p>
            <a:r>
              <a:rPr lang="zh-CN" altLang="en-US"/>
              <a:t>单击此处编辑母版标题样式</a:t>
            </a:r>
            <a:endParaRPr/>
          </a:p>
        </p:txBody>
      </p:sp>
      <p:sp>
        <p:nvSpPr>
          <p:cNvPr id="56" name="竖排文字占位符 2"/>
          <p:cNvSpPr>
            <a:spLocks noGrp="1"/>
          </p:cNvSpPr>
          <p:nvPr>
            <p:ph type="body" orient="vert" idx="1"/>
          </p:nvPr>
        </p:nvSpPr>
        <p:spPr>
          <a:xfrm>
            <a:off x="457200" y="238125"/>
            <a:ext cx="6019800" cy="5934075"/>
          </a:xfrm>
        </p:spPr>
        <p:txBody>
          <a:bodyPr vert="eaVert"/>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57" name="Rectangle 4"/>
          <p:cNvSpPr>
            <a:spLocks noGrp="1" noChangeArrowheads="1"/>
          </p:cNvSpPr>
          <p:nvPr>
            <p:ph type="dt" sz="half" idx="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rgbClr val="FFFFFF"/>
        </a:solidFill>
        <a:effectLst/>
      </p:bgPr>
    </p:bg>
    <p:spTree>
      <p:nvGrpSpPr>
        <p:cNvPr id="1" name=""/>
        <p:cNvGrpSpPr/>
        <p:nvPr/>
      </p:nvGrpSpPr>
      <p:grpSpPr>
        <a:xfrm>
          <a:off x="0" y="0"/>
          <a:ext cx="0" cy="0"/>
          <a:chOff x="0" y="0"/>
          <a:chExt cx="0" cy="0"/>
        </a:xfrm>
      </p:grpSpPr>
      <p:sp>
        <p:nvSpPr>
          <p:cNvPr id="61" name="标题 1"/>
          <p:cNvSpPr>
            <a:spLocks noGrp="1"/>
          </p:cNvSpPr>
          <p:nvPr>
            <p:ph type="title"/>
          </p:nvPr>
        </p:nvSpPr>
        <p:spPr>
          <a:xfrm>
            <a:off x="457200" y="238125"/>
            <a:ext cx="6477000" cy="868363"/>
          </a:xfrm>
        </p:spPr>
        <p:txBody>
          <a:bodyPr/>
          <a:lstStyle/>
          <a:p>
            <a:r>
              <a:rPr lang="zh-CN" altLang="en-US"/>
              <a:t>单击此处编辑母版标题样式</a:t>
            </a:r>
            <a:endParaRPr/>
          </a:p>
        </p:txBody>
      </p:sp>
      <p:sp>
        <p:nvSpPr>
          <p:cNvPr id="62" name="文本占位符 2"/>
          <p:cNvSpPr>
            <a:spLocks noGrp="1"/>
          </p:cNvSpPr>
          <p:nvPr>
            <p:ph type="body" sz="half" idx="1"/>
          </p:nvPr>
        </p:nvSpPr>
        <p:spPr>
          <a:xfrm>
            <a:off x="457200" y="1438275"/>
            <a:ext cx="4038600" cy="4733925"/>
          </a:xfrm>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3" name="内容占位符 3"/>
          <p:cNvSpPr>
            <a:spLocks noGrp="1"/>
          </p:cNvSpPr>
          <p:nvPr>
            <p:ph sz="half" idx="2"/>
          </p:nvPr>
        </p:nvSpPr>
        <p:spPr>
          <a:xfrm>
            <a:off x="4648200" y="1438275"/>
            <a:ext cx="4038600" cy="4733925"/>
          </a:xfrm>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4" name="Rectangle 4"/>
          <p:cNvSpPr>
            <a:spLocks noGrp="1" noChangeArrowheads="1"/>
          </p:cNvSpPr>
          <p:nvPr>
            <p:ph type="dt" sz="half" idx="12"/>
          </p:nvPr>
        </p:nvSpPr>
        <p:spPr bwMode="gray">
          <a:xfrm>
            <a:off x="3048000" y="6311900"/>
            <a:ext cx="1712913" cy="290513"/>
          </a:xfrm>
          <a:prstGeom prst="rect">
            <a:avLst/>
          </a:prstGeom>
          <a:ln>
            <a:miter lim="800000"/>
          </a:ln>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5" name="Rectangle 5"/>
          <p:cNvSpPr>
            <a:spLocks noGrp="1" noChangeArrowheads="1"/>
          </p:cNvSpPr>
          <p:nvPr>
            <p:ph type="ftr" sz="quarter" idx="3"/>
          </p:nvPr>
        </p:nvSpPr>
        <p:spPr bwMode="gray">
          <a:xfrm>
            <a:off x="4830763" y="6323013"/>
            <a:ext cx="2311400" cy="290513"/>
          </a:xfrm>
          <a:prstGeom prst="rect">
            <a:avLst/>
          </a:prstGeom>
          <a:ln>
            <a:miter lim="800000"/>
          </a:ln>
        </p:spPr>
        <p:txBody>
          <a:bodyPr vert="horz" wrap="square" lIns="91440" tIns="45720" rIns="91440" bIns="45720" numCol="1" anchor="t" anchorCtr="0" compatLnSpc="1"/>
          <a:lstStyle>
            <a:lvl1pPr algn="l"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6" name="Rectangle 6"/>
          <p:cNvSpPr>
            <a:spLocks noGrp="1" noChangeArrowheads="1"/>
          </p:cNvSpPr>
          <p:nvPr>
            <p:ph type="sldNum" sz="quarter" idx="4"/>
          </p:nvPr>
        </p:nvSpPr>
        <p:spPr bwMode="gray">
          <a:xfrm>
            <a:off x="7116763" y="6323013"/>
            <a:ext cx="1616075" cy="290513"/>
          </a:xfrm>
          <a:prstGeom prst="rect">
            <a:avLst/>
          </a:prstGeom>
          <a:ln>
            <a:miter lim="800000"/>
          </a:ln>
        </p:spPr>
        <p:txBody>
          <a:bodyPr vert="horz" wrap="square" lIns="91440" tIns="45720" rIns="91440" bIns="45720" numCol="1" anchor="t" anchorCtr="0" compatLnSpc="1"/>
          <a:lstStyle/>
          <a:p>
            <a:pPr algn="r"/>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7"/>
          <p:cNvGrpSpPr/>
          <p:nvPr/>
        </p:nvGrpSpPr>
        <p:grpSpPr>
          <a:xfrm>
            <a:off x="6553200" y="6013450"/>
            <a:ext cx="2392363" cy="563563"/>
            <a:chOff x="1566" y="164"/>
            <a:chExt cx="1455" cy="425"/>
          </a:xfrm>
        </p:grpSpPr>
        <p:sp>
          <p:nvSpPr>
            <p:cNvPr id="3" name="Freeform 8"/>
            <p:cNvSpPr/>
            <p:nvPr/>
          </p:nvSpPr>
          <p:spPr bwMode="gray">
            <a:xfrm>
              <a:off x="1892" y="468"/>
              <a:ext cx="39" cy="121"/>
            </a:xfrm>
            <a:custGeom>
              <a:avLst/>
              <a:gdLst/>
              <a:ahLst/>
              <a:cxnLst>
                <a:cxn ang="0">
                  <a:pos x="37" y="36"/>
                </a:cxn>
                <a:cxn ang="0">
                  <a:pos x="35" y="36"/>
                </a:cxn>
                <a:cxn ang="0">
                  <a:pos x="30" y="36"/>
                </a:cxn>
                <a:cxn ang="0">
                  <a:pos x="22" y="34"/>
                </a:cxn>
                <a:cxn ang="0">
                  <a:pos x="15" y="30"/>
                </a:cxn>
                <a:cxn ang="0">
                  <a:pos x="7" y="23"/>
                </a:cxn>
                <a:cxn ang="0">
                  <a:pos x="3" y="13"/>
                </a:cxn>
                <a:cxn ang="0">
                  <a:pos x="0" y="0"/>
                </a:cxn>
                <a:cxn ang="0">
                  <a:pos x="3" y="0"/>
                </a:cxn>
                <a:cxn ang="0">
                  <a:pos x="7" y="1"/>
                </a:cxn>
                <a:cxn ang="0">
                  <a:pos x="15" y="3"/>
                </a:cxn>
                <a:cxn ang="0">
                  <a:pos x="23" y="5"/>
                </a:cxn>
                <a:cxn ang="0">
                  <a:pos x="30" y="11"/>
                </a:cxn>
                <a:cxn ang="0">
                  <a:pos x="37" y="20"/>
                </a:cxn>
                <a:cxn ang="0">
                  <a:pos x="39" y="34"/>
                </a:cxn>
                <a:cxn ang="0">
                  <a:pos x="39" y="121"/>
                </a:cxn>
                <a:cxn ang="0">
                  <a:pos x="37" y="121"/>
                </a:cxn>
                <a:cxn ang="0">
                  <a:pos x="37" y="36"/>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4" name="Freeform 9"/>
            <p:cNvSpPr/>
            <p:nvPr/>
          </p:nvSpPr>
          <p:spPr bwMode="gray">
            <a:xfrm>
              <a:off x="2271" y="450"/>
              <a:ext cx="45" cy="139"/>
            </a:xfrm>
            <a:custGeom>
              <a:avLst/>
              <a:gdLst/>
              <a:ahLst/>
              <a:cxnLst>
                <a:cxn ang="0">
                  <a:pos x="3" y="42"/>
                </a:cxn>
                <a:cxn ang="0">
                  <a:pos x="6" y="42"/>
                </a:cxn>
                <a:cxn ang="0">
                  <a:pos x="12" y="42"/>
                </a:cxn>
                <a:cxn ang="0">
                  <a:pos x="20" y="39"/>
                </a:cxn>
                <a:cxn ang="0">
                  <a:pos x="29" y="35"/>
                </a:cxn>
                <a:cxn ang="0">
                  <a:pos x="37" y="27"/>
                </a:cxn>
                <a:cxn ang="0">
                  <a:pos x="43" y="17"/>
                </a:cxn>
                <a:cxn ang="0">
                  <a:pos x="45" y="2"/>
                </a:cxn>
                <a:cxn ang="0">
                  <a:pos x="43" y="0"/>
                </a:cxn>
                <a:cxn ang="0">
                  <a:pos x="37" y="2"/>
                </a:cxn>
                <a:cxn ang="0">
                  <a:pos x="29" y="3"/>
                </a:cxn>
                <a:cxn ang="0">
                  <a:pos x="19" y="7"/>
                </a:cxn>
                <a:cxn ang="0">
                  <a:pos x="11" y="14"/>
                </a:cxn>
                <a:cxn ang="0">
                  <a:pos x="4" y="23"/>
                </a:cxn>
                <a:cxn ang="0">
                  <a:pos x="0" y="39"/>
                </a:cxn>
                <a:cxn ang="0">
                  <a:pos x="0" y="139"/>
                </a:cxn>
                <a:cxn ang="0">
                  <a:pos x="3" y="139"/>
                </a:cxn>
                <a:cxn ang="0">
                  <a:pos x="3" y="42"/>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5" name="Freeform 10"/>
            <p:cNvSpPr/>
            <p:nvPr/>
          </p:nvSpPr>
          <p:spPr bwMode="gray">
            <a:xfrm>
              <a:off x="1765" y="378"/>
              <a:ext cx="146" cy="211"/>
            </a:xfrm>
            <a:custGeom>
              <a:avLst/>
              <a:gdLst/>
              <a:ahLst/>
              <a:cxnLst>
                <a:cxn ang="0">
                  <a:pos x="68" y="67"/>
                </a:cxn>
                <a:cxn ang="0">
                  <a:pos x="67" y="67"/>
                </a:cxn>
                <a:cxn ang="0">
                  <a:pos x="60" y="66"/>
                </a:cxn>
                <a:cxn ang="0">
                  <a:pos x="50" y="64"/>
                </a:cxn>
                <a:cxn ang="0">
                  <a:pos x="41" y="62"/>
                </a:cxn>
                <a:cxn ang="0">
                  <a:pos x="29" y="55"/>
                </a:cxn>
                <a:cxn ang="0">
                  <a:pos x="18" y="47"/>
                </a:cxn>
                <a:cxn ang="0">
                  <a:pos x="10" y="35"/>
                </a:cxn>
                <a:cxn ang="0">
                  <a:pos x="3" y="20"/>
                </a:cxn>
                <a:cxn ang="0">
                  <a:pos x="0" y="0"/>
                </a:cxn>
                <a:cxn ang="0">
                  <a:pos x="3" y="0"/>
                </a:cxn>
                <a:cxn ang="0">
                  <a:pos x="10" y="0"/>
                </a:cxn>
                <a:cxn ang="0">
                  <a:pos x="19" y="0"/>
                </a:cxn>
                <a:cxn ang="0">
                  <a:pos x="30" y="2"/>
                </a:cxn>
                <a:cxn ang="0">
                  <a:pos x="41" y="6"/>
                </a:cxn>
                <a:cxn ang="0">
                  <a:pos x="53" y="14"/>
                </a:cxn>
                <a:cxn ang="0">
                  <a:pos x="62" y="25"/>
                </a:cxn>
                <a:cxn ang="0">
                  <a:pos x="69" y="41"/>
                </a:cxn>
                <a:cxn ang="0">
                  <a:pos x="73" y="62"/>
                </a:cxn>
                <a:cxn ang="0">
                  <a:pos x="73" y="60"/>
                </a:cxn>
                <a:cxn ang="0">
                  <a:pos x="73" y="55"/>
                </a:cxn>
                <a:cxn ang="0">
                  <a:pos x="75" y="45"/>
                </a:cxn>
                <a:cxn ang="0">
                  <a:pos x="79" y="36"/>
                </a:cxn>
                <a:cxn ang="0">
                  <a:pos x="84" y="25"/>
                </a:cxn>
                <a:cxn ang="0">
                  <a:pos x="92" y="16"/>
                </a:cxn>
                <a:cxn ang="0">
                  <a:pos x="106" y="8"/>
                </a:cxn>
                <a:cxn ang="0">
                  <a:pos x="123" y="2"/>
                </a:cxn>
                <a:cxn ang="0">
                  <a:pos x="146" y="0"/>
                </a:cxn>
                <a:cxn ang="0">
                  <a:pos x="145" y="2"/>
                </a:cxn>
                <a:cxn ang="0">
                  <a:pos x="145" y="8"/>
                </a:cxn>
                <a:cxn ang="0">
                  <a:pos x="143" y="17"/>
                </a:cxn>
                <a:cxn ang="0">
                  <a:pos x="139" y="28"/>
                </a:cxn>
                <a:cxn ang="0">
                  <a:pos x="134" y="39"/>
                </a:cxn>
                <a:cxn ang="0">
                  <a:pos x="126" y="49"/>
                </a:cxn>
                <a:cxn ang="0">
                  <a:pos x="114" y="59"/>
                </a:cxn>
                <a:cxn ang="0">
                  <a:pos x="98" y="64"/>
                </a:cxn>
                <a:cxn ang="0">
                  <a:pos x="79" y="67"/>
                </a:cxn>
                <a:cxn ang="0">
                  <a:pos x="79" y="211"/>
                </a:cxn>
                <a:cxn ang="0">
                  <a:pos x="68" y="211"/>
                </a:cxn>
                <a:cxn ang="0">
                  <a:pos x="68" y="67"/>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6" name="Freeform 11"/>
            <p:cNvSpPr/>
            <p:nvPr/>
          </p:nvSpPr>
          <p:spPr bwMode="gray">
            <a:xfrm>
              <a:off x="2792" y="378"/>
              <a:ext cx="144" cy="211"/>
            </a:xfrm>
            <a:custGeom>
              <a:avLst/>
              <a:gdLst/>
              <a:ahLst/>
              <a:cxnLst>
                <a:cxn ang="0">
                  <a:pos x="67" y="67"/>
                </a:cxn>
                <a:cxn ang="0">
                  <a:pos x="66" y="67"/>
                </a:cxn>
                <a:cxn ang="0">
                  <a:pos x="59" y="66"/>
                </a:cxn>
                <a:cxn ang="0">
                  <a:pos x="50" y="64"/>
                </a:cxn>
                <a:cxn ang="0">
                  <a:pos x="39" y="62"/>
                </a:cxn>
                <a:cxn ang="0">
                  <a:pos x="28" y="55"/>
                </a:cxn>
                <a:cxn ang="0">
                  <a:pos x="17" y="47"/>
                </a:cxn>
                <a:cxn ang="0">
                  <a:pos x="9" y="35"/>
                </a:cxn>
                <a:cxn ang="0">
                  <a:pos x="2" y="20"/>
                </a:cxn>
                <a:cxn ang="0">
                  <a:pos x="0" y="0"/>
                </a:cxn>
                <a:cxn ang="0">
                  <a:pos x="2" y="0"/>
                </a:cxn>
                <a:cxn ang="0">
                  <a:pos x="9" y="0"/>
                </a:cxn>
                <a:cxn ang="0">
                  <a:pos x="17" y="0"/>
                </a:cxn>
                <a:cxn ang="0">
                  <a:pos x="28" y="2"/>
                </a:cxn>
                <a:cxn ang="0">
                  <a:pos x="40" y="6"/>
                </a:cxn>
                <a:cxn ang="0">
                  <a:pos x="51" y="14"/>
                </a:cxn>
                <a:cxn ang="0">
                  <a:pos x="62" y="25"/>
                </a:cxn>
                <a:cxn ang="0">
                  <a:pos x="69" y="41"/>
                </a:cxn>
                <a:cxn ang="0">
                  <a:pos x="73" y="62"/>
                </a:cxn>
                <a:cxn ang="0">
                  <a:pos x="73" y="60"/>
                </a:cxn>
                <a:cxn ang="0">
                  <a:pos x="73" y="55"/>
                </a:cxn>
                <a:cxn ang="0">
                  <a:pos x="74" y="45"/>
                </a:cxn>
                <a:cxn ang="0">
                  <a:pos x="77" y="36"/>
                </a:cxn>
                <a:cxn ang="0">
                  <a:pos x="82" y="25"/>
                </a:cxn>
                <a:cxn ang="0">
                  <a:pos x="91" y="16"/>
                </a:cxn>
                <a:cxn ang="0">
                  <a:pos x="105" y="8"/>
                </a:cxn>
                <a:cxn ang="0">
                  <a:pos x="121" y="2"/>
                </a:cxn>
                <a:cxn ang="0">
                  <a:pos x="144" y="0"/>
                </a:cxn>
                <a:cxn ang="0">
                  <a:pos x="144" y="2"/>
                </a:cxn>
                <a:cxn ang="0">
                  <a:pos x="144" y="8"/>
                </a:cxn>
                <a:cxn ang="0">
                  <a:pos x="141" y="17"/>
                </a:cxn>
                <a:cxn ang="0">
                  <a:pos x="139" y="28"/>
                </a:cxn>
                <a:cxn ang="0">
                  <a:pos x="133" y="39"/>
                </a:cxn>
                <a:cxn ang="0">
                  <a:pos x="125" y="49"/>
                </a:cxn>
                <a:cxn ang="0">
                  <a:pos x="113" y="59"/>
                </a:cxn>
                <a:cxn ang="0">
                  <a:pos x="97" y="64"/>
                </a:cxn>
                <a:cxn ang="0">
                  <a:pos x="77" y="67"/>
                </a:cxn>
                <a:cxn ang="0">
                  <a:pos x="77" y="211"/>
                </a:cxn>
                <a:cxn ang="0">
                  <a:pos x="67" y="211"/>
                </a:cxn>
                <a:cxn ang="0">
                  <a:pos x="67" y="67"/>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7" name="Freeform 12"/>
            <p:cNvSpPr/>
            <p:nvPr/>
          </p:nvSpPr>
          <p:spPr bwMode="gray">
            <a:xfrm>
              <a:off x="2631" y="457"/>
              <a:ext cx="89" cy="132"/>
            </a:xfrm>
            <a:custGeom>
              <a:avLst/>
              <a:gdLst/>
              <a:ahLst/>
              <a:cxnLst>
                <a:cxn ang="0">
                  <a:pos x="42" y="43"/>
                </a:cxn>
                <a:cxn ang="0">
                  <a:pos x="39" y="42"/>
                </a:cxn>
                <a:cxn ang="0">
                  <a:pos x="33" y="42"/>
                </a:cxn>
                <a:cxn ang="0">
                  <a:pos x="25" y="39"/>
                </a:cxn>
                <a:cxn ang="0">
                  <a:pos x="16" y="35"/>
                </a:cxn>
                <a:cxn ang="0">
                  <a:pos x="8" y="27"/>
                </a:cxn>
                <a:cxn ang="0">
                  <a:pos x="2" y="16"/>
                </a:cxn>
                <a:cxn ang="0">
                  <a:pos x="0" y="0"/>
                </a:cxn>
                <a:cxn ang="0">
                  <a:pos x="2" y="0"/>
                </a:cxn>
                <a:cxn ang="0">
                  <a:pos x="6" y="0"/>
                </a:cxn>
                <a:cxn ang="0">
                  <a:pos x="12" y="1"/>
                </a:cxn>
                <a:cxn ang="0">
                  <a:pos x="21" y="3"/>
                </a:cxn>
                <a:cxn ang="0">
                  <a:pos x="29" y="8"/>
                </a:cxn>
                <a:cxn ang="0">
                  <a:pos x="37" y="15"/>
                </a:cxn>
                <a:cxn ang="0">
                  <a:pos x="42" y="26"/>
                </a:cxn>
                <a:cxn ang="0">
                  <a:pos x="45" y="39"/>
                </a:cxn>
                <a:cxn ang="0">
                  <a:pos x="45" y="38"/>
                </a:cxn>
                <a:cxn ang="0">
                  <a:pos x="45" y="34"/>
                </a:cxn>
                <a:cxn ang="0">
                  <a:pos x="46" y="27"/>
                </a:cxn>
                <a:cxn ang="0">
                  <a:pos x="49" y="20"/>
                </a:cxn>
                <a:cxn ang="0">
                  <a:pos x="54" y="14"/>
                </a:cxn>
                <a:cxn ang="0">
                  <a:pos x="62" y="7"/>
                </a:cxn>
                <a:cxn ang="0">
                  <a:pos x="73" y="3"/>
                </a:cxn>
                <a:cxn ang="0">
                  <a:pos x="89" y="0"/>
                </a:cxn>
                <a:cxn ang="0">
                  <a:pos x="89" y="3"/>
                </a:cxn>
                <a:cxn ang="0">
                  <a:pos x="88" y="10"/>
                </a:cxn>
                <a:cxn ang="0">
                  <a:pos x="87" y="18"/>
                </a:cxn>
                <a:cxn ang="0">
                  <a:pos x="81" y="26"/>
                </a:cxn>
                <a:cxn ang="0">
                  <a:pos x="74" y="34"/>
                </a:cxn>
                <a:cxn ang="0">
                  <a:pos x="64" y="41"/>
                </a:cxn>
                <a:cxn ang="0">
                  <a:pos x="47" y="43"/>
                </a:cxn>
                <a:cxn ang="0">
                  <a:pos x="47" y="132"/>
                </a:cxn>
                <a:cxn ang="0">
                  <a:pos x="42" y="132"/>
                </a:cxn>
                <a:cxn ang="0">
                  <a:pos x="42" y="43"/>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8" name="Freeform 13"/>
            <p:cNvSpPr/>
            <p:nvPr/>
          </p:nvSpPr>
          <p:spPr bwMode="gray">
            <a:xfrm>
              <a:off x="2430" y="403"/>
              <a:ext cx="88" cy="186"/>
            </a:xfrm>
            <a:custGeom>
              <a:avLst/>
              <a:gdLst/>
              <a:ahLst/>
              <a:cxnLst>
                <a:cxn ang="0">
                  <a:pos x="43" y="43"/>
                </a:cxn>
                <a:cxn ang="0">
                  <a:pos x="41" y="43"/>
                </a:cxn>
                <a:cxn ang="0">
                  <a:pos x="35" y="43"/>
                </a:cxn>
                <a:cxn ang="0">
                  <a:pos x="27" y="41"/>
                </a:cxn>
                <a:cxn ang="0">
                  <a:pos x="18" y="35"/>
                </a:cxn>
                <a:cxn ang="0">
                  <a:pos x="8" y="28"/>
                </a:cxn>
                <a:cxn ang="0">
                  <a:pos x="3" y="16"/>
                </a:cxn>
                <a:cxn ang="0">
                  <a:pos x="0" y="0"/>
                </a:cxn>
                <a:cxn ang="0">
                  <a:pos x="3" y="0"/>
                </a:cxn>
                <a:cxn ang="0">
                  <a:pos x="8" y="0"/>
                </a:cxn>
                <a:cxn ang="0">
                  <a:pos x="17" y="1"/>
                </a:cxn>
                <a:cxn ang="0">
                  <a:pos x="26" y="6"/>
                </a:cxn>
                <a:cxn ang="0">
                  <a:pos x="35" y="12"/>
                </a:cxn>
                <a:cxn ang="0">
                  <a:pos x="42" y="24"/>
                </a:cxn>
                <a:cxn ang="0">
                  <a:pos x="48" y="41"/>
                </a:cxn>
                <a:cxn ang="0">
                  <a:pos x="48" y="90"/>
                </a:cxn>
                <a:cxn ang="0">
                  <a:pos x="48" y="88"/>
                </a:cxn>
                <a:cxn ang="0">
                  <a:pos x="48" y="82"/>
                </a:cxn>
                <a:cxn ang="0">
                  <a:pos x="50" y="74"/>
                </a:cxn>
                <a:cxn ang="0">
                  <a:pos x="54" y="66"/>
                </a:cxn>
                <a:cxn ang="0">
                  <a:pos x="61" y="58"/>
                </a:cxn>
                <a:cxn ang="0">
                  <a:pos x="72" y="53"/>
                </a:cxn>
                <a:cxn ang="0">
                  <a:pos x="87" y="50"/>
                </a:cxn>
                <a:cxn ang="0">
                  <a:pos x="88" y="51"/>
                </a:cxn>
                <a:cxn ang="0">
                  <a:pos x="88" y="57"/>
                </a:cxn>
                <a:cxn ang="0">
                  <a:pos x="87" y="64"/>
                </a:cxn>
                <a:cxn ang="0">
                  <a:pos x="84" y="72"/>
                </a:cxn>
                <a:cxn ang="0">
                  <a:pos x="80" y="80"/>
                </a:cxn>
                <a:cxn ang="0">
                  <a:pos x="73" y="86"/>
                </a:cxn>
                <a:cxn ang="0">
                  <a:pos x="62" y="92"/>
                </a:cxn>
                <a:cxn ang="0">
                  <a:pos x="48" y="93"/>
                </a:cxn>
                <a:cxn ang="0">
                  <a:pos x="48" y="186"/>
                </a:cxn>
                <a:cxn ang="0">
                  <a:pos x="43" y="186"/>
                </a:cxn>
                <a:cxn ang="0">
                  <a:pos x="43" y="143"/>
                </a:cxn>
                <a:cxn ang="0">
                  <a:pos x="42" y="143"/>
                </a:cxn>
                <a:cxn ang="0">
                  <a:pos x="37" y="142"/>
                </a:cxn>
                <a:cxn ang="0">
                  <a:pos x="29" y="140"/>
                </a:cxn>
                <a:cxn ang="0">
                  <a:pos x="22" y="136"/>
                </a:cxn>
                <a:cxn ang="0">
                  <a:pos x="14" y="130"/>
                </a:cxn>
                <a:cxn ang="0">
                  <a:pos x="8" y="120"/>
                </a:cxn>
                <a:cxn ang="0">
                  <a:pos x="7" y="105"/>
                </a:cxn>
                <a:cxn ang="0">
                  <a:pos x="8" y="105"/>
                </a:cxn>
                <a:cxn ang="0">
                  <a:pos x="12" y="107"/>
                </a:cxn>
                <a:cxn ang="0">
                  <a:pos x="19" y="108"/>
                </a:cxn>
                <a:cxn ang="0">
                  <a:pos x="26" y="111"/>
                </a:cxn>
                <a:cxn ang="0">
                  <a:pos x="34" y="117"/>
                </a:cxn>
                <a:cxn ang="0">
                  <a:pos x="39" y="127"/>
                </a:cxn>
                <a:cxn ang="0">
                  <a:pos x="43" y="140"/>
                </a:cxn>
                <a:cxn ang="0">
                  <a:pos x="43" y="43"/>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9" name="Freeform 14"/>
            <p:cNvSpPr/>
            <p:nvPr/>
          </p:nvSpPr>
          <p:spPr bwMode="gray">
            <a:xfrm>
              <a:off x="1914" y="233"/>
              <a:ext cx="166" cy="356"/>
            </a:xfrm>
            <a:custGeom>
              <a:avLst/>
              <a:gdLst/>
              <a:ahLst/>
              <a:cxnLst>
                <a:cxn ang="0">
                  <a:pos x="85" y="84"/>
                </a:cxn>
                <a:cxn ang="0">
                  <a:pos x="101" y="81"/>
                </a:cxn>
                <a:cxn ang="0">
                  <a:pos x="124" y="73"/>
                </a:cxn>
                <a:cxn ang="0">
                  <a:pos x="148" y="56"/>
                </a:cxn>
                <a:cxn ang="0">
                  <a:pos x="163" y="23"/>
                </a:cxn>
                <a:cxn ang="0">
                  <a:pos x="163" y="0"/>
                </a:cxn>
                <a:cxn ang="0">
                  <a:pos x="148" y="0"/>
                </a:cxn>
                <a:cxn ang="0">
                  <a:pos x="125" y="6"/>
                </a:cxn>
                <a:cxn ang="0">
                  <a:pos x="101" y="22"/>
                </a:cxn>
                <a:cxn ang="0">
                  <a:pos x="82" y="54"/>
                </a:cxn>
                <a:cxn ang="0">
                  <a:pos x="77" y="173"/>
                </a:cxn>
                <a:cxn ang="0">
                  <a:pos x="77" y="165"/>
                </a:cxn>
                <a:cxn ang="0">
                  <a:pos x="71" y="146"/>
                </a:cxn>
                <a:cxn ang="0">
                  <a:pos x="60" y="123"/>
                </a:cxn>
                <a:cxn ang="0">
                  <a:pos x="38" y="104"/>
                </a:cxn>
                <a:cxn ang="0">
                  <a:pos x="0" y="96"/>
                </a:cxn>
                <a:cxn ang="0">
                  <a:pos x="0" y="103"/>
                </a:cxn>
                <a:cxn ang="0">
                  <a:pos x="0" y="120"/>
                </a:cxn>
                <a:cxn ang="0">
                  <a:pos x="8" y="143"/>
                </a:cxn>
                <a:cxn ang="0">
                  <a:pos x="24" y="163"/>
                </a:cxn>
                <a:cxn ang="0">
                  <a:pos x="55" y="177"/>
                </a:cxn>
                <a:cxn ang="0">
                  <a:pos x="77" y="356"/>
                </a:cxn>
                <a:cxn ang="0">
                  <a:pos x="82" y="274"/>
                </a:cxn>
                <a:cxn ang="0">
                  <a:pos x="91" y="273"/>
                </a:cxn>
                <a:cxn ang="0">
                  <a:pos x="112" y="267"/>
                </a:cxn>
                <a:cxn ang="0">
                  <a:pos x="135" y="252"/>
                </a:cxn>
                <a:cxn ang="0">
                  <a:pos x="151" y="224"/>
                </a:cxn>
                <a:cxn ang="0">
                  <a:pos x="152" y="203"/>
                </a:cxn>
                <a:cxn ang="0">
                  <a:pos x="137" y="204"/>
                </a:cxn>
                <a:cxn ang="0">
                  <a:pos x="117" y="211"/>
                </a:cxn>
                <a:cxn ang="0">
                  <a:pos x="97" y="231"/>
                </a:cxn>
                <a:cxn ang="0">
                  <a:pos x="82" y="267"/>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0" name="Freeform 15"/>
            <p:cNvSpPr/>
            <p:nvPr/>
          </p:nvSpPr>
          <p:spPr bwMode="gray">
            <a:xfrm>
              <a:off x="2514" y="379"/>
              <a:ext cx="92" cy="210"/>
            </a:xfrm>
            <a:custGeom>
              <a:avLst/>
              <a:gdLst/>
              <a:ahLst/>
              <a:cxnLst>
                <a:cxn ang="0">
                  <a:pos x="43" y="162"/>
                </a:cxn>
                <a:cxn ang="0">
                  <a:pos x="36" y="160"/>
                </a:cxn>
                <a:cxn ang="0">
                  <a:pos x="23" y="155"/>
                </a:cxn>
                <a:cxn ang="0">
                  <a:pos x="12" y="141"/>
                </a:cxn>
                <a:cxn ang="0">
                  <a:pos x="12" y="129"/>
                </a:cxn>
                <a:cxn ang="0">
                  <a:pos x="23" y="132"/>
                </a:cxn>
                <a:cxn ang="0">
                  <a:pos x="38" y="145"/>
                </a:cxn>
                <a:cxn ang="0">
                  <a:pos x="43" y="108"/>
                </a:cxn>
                <a:cxn ang="0">
                  <a:pos x="35" y="106"/>
                </a:cxn>
                <a:cxn ang="0">
                  <a:pos x="20" y="101"/>
                </a:cxn>
                <a:cxn ang="0">
                  <a:pos x="7" y="83"/>
                </a:cxn>
                <a:cxn ang="0">
                  <a:pos x="7" y="70"/>
                </a:cxn>
                <a:cxn ang="0">
                  <a:pos x="17" y="71"/>
                </a:cxn>
                <a:cxn ang="0">
                  <a:pos x="31" y="81"/>
                </a:cxn>
                <a:cxn ang="0">
                  <a:pos x="43" y="105"/>
                </a:cxn>
                <a:cxn ang="0">
                  <a:pos x="40" y="43"/>
                </a:cxn>
                <a:cxn ang="0">
                  <a:pos x="26" y="39"/>
                </a:cxn>
                <a:cxn ang="0">
                  <a:pos x="8" y="27"/>
                </a:cxn>
                <a:cxn ang="0">
                  <a:pos x="0" y="0"/>
                </a:cxn>
                <a:cxn ang="0">
                  <a:pos x="7" y="0"/>
                </a:cxn>
                <a:cxn ang="0">
                  <a:pos x="23" y="5"/>
                </a:cxn>
                <a:cxn ang="0">
                  <a:pos x="39" y="23"/>
                </a:cxn>
                <a:cxn ang="0">
                  <a:pos x="46" y="38"/>
                </a:cxn>
                <a:cxn ang="0">
                  <a:pos x="51" y="24"/>
                </a:cxn>
                <a:cxn ang="0">
                  <a:pos x="66" y="8"/>
                </a:cxn>
                <a:cxn ang="0">
                  <a:pos x="92" y="0"/>
                </a:cxn>
                <a:cxn ang="0">
                  <a:pos x="90" y="8"/>
                </a:cxn>
                <a:cxn ang="0">
                  <a:pos x="82" y="25"/>
                </a:cxn>
                <a:cxn ang="0">
                  <a:pos x="63" y="40"/>
                </a:cxn>
                <a:cxn ang="0">
                  <a:pos x="49" y="124"/>
                </a:cxn>
                <a:cxn ang="0">
                  <a:pos x="50" y="116"/>
                </a:cxn>
                <a:cxn ang="0">
                  <a:pos x="59" y="100"/>
                </a:cxn>
                <a:cxn ang="0">
                  <a:pos x="81" y="92"/>
                </a:cxn>
                <a:cxn ang="0">
                  <a:pos x="80" y="98"/>
                </a:cxn>
                <a:cxn ang="0">
                  <a:pos x="73" y="114"/>
                </a:cxn>
                <a:cxn ang="0">
                  <a:pos x="59" y="127"/>
                </a:cxn>
                <a:cxn ang="0">
                  <a:pos x="49" y="210"/>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1" name="Freeform 16"/>
            <p:cNvSpPr/>
            <p:nvPr/>
          </p:nvSpPr>
          <p:spPr bwMode="gray">
            <a:xfrm>
              <a:off x="1566" y="297"/>
              <a:ext cx="128" cy="292"/>
            </a:xfrm>
            <a:custGeom>
              <a:avLst/>
              <a:gdLst/>
              <a:ahLst/>
              <a:cxnLst>
                <a:cxn ang="0">
                  <a:pos x="61" y="225"/>
                </a:cxn>
                <a:cxn ang="0">
                  <a:pos x="54" y="225"/>
                </a:cxn>
                <a:cxn ang="0">
                  <a:pos x="38" y="219"/>
                </a:cxn>
                <a:cxn ang="0">
                  <a:pos x="23" y="206"/>
                </a:cxn>
                <a:cxn ang="0">
                  <a:pos x="15" y="180"/>
                </a:cxn>
                <a:cxn ang="0">
                  <a:pos x="23" y="180"/>
                </a:cxn>
                <a:cxn ang="0">
                  <a:pos x="38" y="186"/>
                </a:cxn>
                <a:cxn ang="0">
                  <a:pos x="54" y="205"/>
                </a:cxn>
                <a:cxn ang="0">
                  <a:pos x="61" y="151"/>
                </a:cxn>
                <a:cxn ang="0">
                  <a:pos x="52" y="149"/>
                </a:cxn>
                <a:cxn ang="0">
                  <a:pos x="34" y="144"/>
                </a:cxn>
                <a:cxn ang="0">
                  <a:pos x="16" y="128"/>
                </a:cxn>
                <a:cxn ang="0">
                  <a:pos x="8" y="98"/>
                </a:cxn>
                <a:cxn ang="0">
                  <a:pos x="15" y="97"/>
                </a:cxn>
                <a:cxn ang="0">
                  <a:pos x="29" y="101"/>
                </a:cxn>
                <a:cxn ang="0">
                  <a:pos x="47" y="116"/>
                </a:cxn>
                <a:cxn ang="0">
                  <a:pos x="61" y="147"/>
                </a:cxn>
                <a:cxn ang="0">
                  <a:pos x="58" y="60"/>
                </a:cxn>
                <a:cxn ang="0">
                  <a:pos x="44" y="58"/>
                </a:cxn>
                <a:cxn ang="0">
                  <a:pos x="25" y="50"/>
                </a:cxn>
                <a:cxn ang="0">
                  <a:pos x="8" y="32"/>
                </a:cxn>
                <a:cxn ang="0">
                  <a:pos x="0" y="0"/>
                </a:cxn>
                <a:cxn ang="0">
                  <a:pos x="8" y="0"/>
                </a:cxn>
                <a:cxn ang="0">
                  <a:pos x="27" y="5"/>
                </a:cxn>
                <a:cxn ang="0">
                  <a:pos x="48" y="21"/>
                </a:cxn>
                <a:cxn ang="0">
                  <a:pos x="65" y="56"/>
                </a:cxn>
                <a:cxn ang="0">
                  <a:pos x="66" y="48"/>
                </a:cxn>
                <a:cxn ang="0">
                  <a:pos x="77" y="28"/>
                </a:cxn>
                <a:cxn ang="0">
                  <a:pos x="96" y="9"/>
                </a:cxn>
                <a:cxn ang="0">
                  <a:pos x="128" y="0"/>
                </a:cxn>
                <a:cxn ang="0">
                  <a:pos x="127" y="9"/>
                </a:cxn>
                <a:cxn ang="0">
                  <a:pos x="119" y="31"/>
                </a:cxn>
                <a:cxn ang="0">
                  <a:pos x="101" y="51"/>
                </a:cxn>
                <a:cxn ang="0">
                  <a:pos x="67" y="60"/>
                </a:cxn>
                <a:cxn ang="0">
                  <a:pos x="69" y="170"/>
                </a:cxn>
                <a:cxn ang="0">
                  <a:pos x="73" y="155"/>
                </a:cxn>
                <a:cxn ang="0">
                  <a:pos x="86" y="136"/>
                </a:cxn>
                <a:cxn ang="0">
                  <a:pos x="113" y="128"/>
                </a:cxn>
                <a:cxn ang="0">
                  <a:pos x="112" y="136"/>
                </a:cxn>
                <a:cxn ang="0">
                  <a:pos x="105" y="153"/>
                </a:cxn>
                <a:cxn ang="0">
                  <a:pos x="92" y="172"/>
                </a:cxn>
                <a:cxn ang="0">
                  <a:pos x="67" y="180"/>
                </a:cxn>
                <a:cxn ang="0">
                  <a:pos x="61" y="292"/>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2" name="Freeform 17"/>
            <p:cNvSpPr/>
            <p:nvPr/>
          </p:nvSpPr>
          <p:spPr bwMode="gray">
            <a:xfrm>
              <a:off x="2596" y="332"/>
              <a:ext cx="68" cy="257"/>
            </a:xfrm>
            <a:custGeom>
              <a:avLst/>
              <a:gdLst/>
              <a:ahLst/>
              <a:cxnLst>
                <a:cxn ang="0">
                  <a:pos x="31" y="164"/>
                </a:cxn>
                <a:cxn ang="0">
                  <a:pos x="23" y="163"/>
                </a:cxn>
                <a:cxn ang="0">
                  <a:pos x="8" y="155"/>
                </a:cxn>
                <a:cxn ang="0">
                  <a:pos x="0" y="132"/>
                </a:cxn>
                <a:cxn ang="0">
                  <a:pos x="7" y="132"/>
                </a:cxn>
                <a:cxn ang="0">
                  <a:pos x="22" y="139"/>
                </a:cxn>
                <a:cxn ang="0">
                  <a:pos x="31" y="160"/>
                </a:cxn>
                <a:cxn ang="0">
                  <a:pos x="29" y="101"/>
                </a:cxn>
                <a:cxn ang="0">
                  <a:pos x="16" y="97"/>
                </a:cxn>
                <a:cxn ang="0">
                  <a:pos x="3" y="83"/>
                </a:cxn>
                <a:cxn ang="0">
                  <a:pos x="3" y="70"/>
                </a:cxn>
                <a:cxn ang="0">
                  <a:pos x="15" y="74"/>
                </a:cxn>
                <a:cxn ang="0">
                  <a:pos x="27" y="86"/>
                </a:cxn>
                <a:cxn ang="0">
                  <a:pos x="31" y="31"/>
                </a:cxn>
                <a:cxn ang="0">
                  <a:pos x="33" y="23"/>
                </a:cxn>
                <a:cxn ang="0">
                  <a:pos x="41" y="8"/>
                </a:cxn>
                <a:cxn ang="0">
                  <a:pos x="62" y="0"/>
                </a:cxn>
                <a:cxn ang="0">
                  <a:pos x="61" y="8"/>
                </a:cxn>
                <a:cxn ang="0">
                  <a:pos x="53" y="23"/>
                </a:cxn>
                <a:cxn ang="0">
                  <a:pos x="35" y="31"/>
                </a:cxn>
                <a:cxn ang="0">
                  <a:pos x="35" y="75"/>
                </a:cxn>
                <a:cxn ang="0">
                  <a:pos x="39" y="62"/>
                </a:cxn>
                <a:cxn ang="0">
                  <a:pos x="54" y="48"/>
                </a:cxn>
                <a:cxn ang="0">
                  <a:pos x="68" y="48"/>
                </a:cxn>
                <a:cxn ang="0">
                  <a:pos x="66" y="59"/>
                </a:cxn>
                <a:cxn ang="0">
                  <a:pos x="58" y="72"/>
                </a:cxn>
                <a:cxn ang="0">
                  <a:pos x="35" y="82"/>
                </a:cxn>
                <a:cxn ang="0">
                  <a:pos x="35" y="143"/>
                </a:cxn>
                <a:cxn ang="0">
                  <a:pos x="38" y="132"/>
                </a:cxn>
                <a:cxn ang="0">
                  <a:pos x="49" y="122"/>
                </a:cxn>
                <a:cxn ang="0">
                  <a:pos x="60" y="122"/>
                </a:cxn>
                <a:cxn ang="0">
                  <a:pos x="58" y="133"/>
                </a:cxn>
                <a:cxn ang="0">
                  <a:pos x="47" y="144"/>
                </a:cxn>
                <a:cxn ang="0">
                  <a:pos x="35" y="25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3" name="Freeform 18"/>
            <p:cNvSpPr/>
            <p:nvPr/>
          </p:nvSpPr>
          <p:spPr bwMode="gray">
            <a:xfrm>
              <a:off x="1672" y="164"/>
              <a:ext cx="111" cy="425"/>
            </a:xfrm>
            <a:custGeom>
              <a:avLst/>
              <a:gdLst/>
              <a:ahLst/>
              <a:cxnLst>
                <a:cxn ang="0">
                  <a:pos x="52" y="272"/>
                </a:cxn>
                <a:cxn ang="0">
                  <a:pos x="44" y="270"/>
                </a:cxn>
                <a:cxn ang="0">
                  <a:pos x="26" y="265"/>
                </a:cxn>
                <a:cxn ang="0">
                  <a:pos x="8" y="249"/>
                </a:cxn>
                <a:cxn ang="0">
                  <a:pos x="0" y="219"/>
                </a:cxn>
                <a:cxn ang="0">
                  <a:pos x="8" y="219"/>
                </a:cxn>
                <a:cxn ang="0">
                  <a:pos x="25" y="223"/>
                </a:cxn>
                <a:cxn ang="0">
                  <a:pos x="41" y="235"/>
                </a:cxn>
                <a:cxn ang="0">
                  <a:pos x="52" y="265"/>
                </a:cxn>
                <a:cxn ang="0">
                  <a:pos x="50" y="168"/>
                </a:cxn>
                <a:cxn ang="0">
                  <a:pos x="35" y="165"/>
                </a:cxn>
                <a:cxn ang="0">
                  <a:pos x="17" y="156"/>
                </a:cxn>
                <a:cxn ang="0">
                  <a:pos x="3" y="134"/>
                </a:cxn>
                <a:cxn ang="0">
                  <a:pos x="3" y="116"/>
                </a:cxn>
                <a:cxn ang="0">
                  <a:pos x="19" y="120"/>
                </a:cxn>
                <a:cxn ang="0">
                  <a:pos x="39" y="133"/>
                </a:cxn>
                <a:cxn ang="0">
                  <a:pos x="52" y="161"/>
                </a:cxn>
                <a:cxn ang="0">
                  <a:pos x="53" y="50"/>
                </a:cxn>
                <a:cxn ang="0">
                  <a:pos x="54" y="36"/>
                </a:cxn>
                <a:cxn ang="0">
                  <a:pos x="65" y="17"/>
                </a:cxn>
                <a:cxn ang="0">
                  <a:pos x="87" y="3"/>
                </a:cxn>
                <a:cxn ang="0">
                  <a:pos x="103" y="3"/>
                </a:cxn>
                <a:cxn ang="0">
                  <a:pos x="99" y="21"/>
                </a:cxn>
                <a:cxn ang="0">
                  <a:pos x="84" y="42"/>
                </a:cxn>
                <a:cxn ang="0">
                  <a:pos x="58" y="52"/>
                </a:cxn>
                <a:cxn ang="0">
                  <a:pos x="58" y="127"/>
                </a:cxn>
                <a:cxn ang="0">
                  <a:pos x="61" y="112"/>
                </a:cxn>
                <a:cxn ang="0">
                  <a:pos x="72" y="94"/>
                </a:cxn>
                <a:cxn ang="0">
                  <a:pos x="93" y="80"/>
                </a:cxn>
                <a:cxn ang="0">
                  <a:pos x="111" y="80"/>
                </a:cxn>
                <a:cxn ang="0">
                  <a:pos x="111" y="91"/>
                </a:cxn>
                <a:cxn ang="0">
                  <a:pos x="107" y="108"/>
                </a:cxn>
                <a:cxn ang="0">
                  <a:pos x="91" y="126"/>
                </a:cxn>
                <a:cxn ang="0">
                  <a:pos x="58" y="135"/>
                </a:cxn>
                <a:cxn ang="0">
                  <a:pos x="58" y="236"/>
                </a:cxn>
                <a:cxn ang="0">
                  <a:pos x="61" y="223"/>
                </a:cxn>
                <a:cxn ang="0">
                  <a:pos x="73" y="208"/>
                </a:cxn>
                <a:cxn ang="0">
                  <a:pos x="97" y="200"/>
                </a:cxn>
                <a:cxn ang="0">
                  <a:pos x="99" y="207"/>
                </a:cxn>
                <a:cxn ang="0">
                  <a:pos x="97" y="220"/>
                </a:cxn>
                <a:cxn ang="0">
                  <a:pos x="87" y="235"/>
                </a:cxn>
                <a:cxn ang="0">
                  <a:pos x="58" y="245"/>
                </a:cxn>
                <a:cxn ang="0">
                  <a:pos x="52" y="42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4" name="Freeform 19"/>
            <p:cNvSpPr/>
            <p:nvPr/>
          </p:nvSpPr>
          <p:spPr bwMode="gray">
            <a:xfrm>
              <a:off x="2065" y="362"/>
              <a:ext cx="98" cy="227"/>
            </a:xfrm>
            <a:custGeom>
              <a:avLst/>
              <a:gdLst/>
              <a:ahLst/>
              <a:cxnLst>
                <a:cxn ang="0">
                  <a:pos x="52" y="176"/>
                </a:cxn>
                <a:cxn ang="0">
                  <a:pos x="59" y="176"/>
                </a:cxn>
                <a:cxn ang="0">
                  <a:pos x="74" y="169"/>
                </a:cxn>
                <a:cxn ang="0">
                  <a:pos x="86" y="154"/>
                </a:cxn>
                <a:cxn ang="0">
                  <a:pos x="86" y="141"/>
                </a:cxn>
                <a:cxn ang="0">
                  <a:pos x="74" y="143"/>
                </a:cxn>
                <a:cxn ang="0">
                  <a:pos x="58" y="158"/>
                </a:cxn>
                <a:cxn ang="0">
                  <a:pos x="52" y="118"/>
                </a:cxn>
                <a:cxn ang="0">
                  <a:pos x="61" y="116"/>
                </a:cxn>
                <a:cxn ang="0">
                  <a:pos x="78" y="110"/>
                </a:cxn>
                <a:cxn ang="0">
                  <a:pos x="92" y="92"/>
                </a:cxn>
                <a:cxn ang="0">
                  <a:pos x="92" y="77"/>
                </a:cxn>
                <a:cxn ang="0">
                  <a:pos x="81" y="79"/>
                </a:cxn>
                <a:cxn ang="0">
                  <a:pos x="65" y="88"/>
                </a:cxn>
                <a:cxn ang="0">
                  <a:pos x="52" y="115"/>
                </a:cxn>
                <a:cxn ang="0">
                  <a:pos x="55" y="48"/>
                </a:cxn>
                <a:cxn ang="0">
                  <a:pos x="67" y="45"/>
                </a:cxn>
                <a:cxn ang="0">
                  <a:pos x="85" y="37"/>
                </a:cxn>
                <a:cxn ang="0">
                  <a:pos x="97" y="17"/>
                </a:cxn>
                <a:cxn ang="0">
                  <a:pos x="97" y="0"/>
                </a:cxn>
                <a:cxn ang="0">
                  <a:pos x="83" y="3"/>
                </a:cxn>
                <a:cxn ang="0">
                  <a:pos x="65" y="14"/>
                </a:cxn>
                <a:cxn ang="0">
                  <a:pos x="50" y="45"/>
                </a:cxn>
                <a:cxn ang="0">
                  <a:pos x="47" y="35"/>
                </a:cxn>
                <a:cxn ang="0">
                  <a:pos x="38" y="18"/>
                </a:cxn>
                <a:cxn ang="0">
                  <a:pos x="16" y="3"/>
                </a:cxn>
                <a:cxn ang="0">
                  <a:pos x="1" y="3"/>
                </a:cxn>
                <a:cxn ang="0">
                  <a:pos x="5" y="19"/>
                </a:cxn>
                <a:cxn ang="0">
                  <a:pos x="19" y="38"/>
                </a:cxn>
                <a:cxn ang="0">
                  <a:pos x="47" y="48"/>
                </a:cxn>
                <a:cxn ang="0">
                  <a:pos x="47" y="132"/>
                </a:cxn>
                <a:cxn ang="0">
                  <a:pos x="42" y="118"/>
                </a:cxn>
                <a:cxn ang="0">
                  <a:pos x="25" y="103"/>
                </a:cxn>
                <a:cxn ang="0">
                  <a:pos x="12" y="103"/>
                </a:cxn>
                <a:cxn ang="0">
                  <a:pos x="16" y="116"/>
                </a:cxn>
                <a:cxn ang="0">
                  <a:pos x="25" y="132"/>
                </a:cxn>
                <a:cxn ang="0">
                  <a:pos x="47" y="141"/>
                </a:cxn>
                <a:cxn ang="0">
                  <a:pos x="52" y="228"/>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5" name="Freeform 20"/>
            <p:cNvSpPr/>
            <p:nvPr/>
          </p:nvSpPr>
          <p:spPr bwMode="gray">
            <a:xfrm>
              <a:off x="2921" y="362"/>
              <a:ext cx="100" cy="227"/>
            </a:xfrm>
            <a:custGeom>
              <a:avLst/>
              <a:gdLst/>
              <a:ahLst/>
              <a:cxnLst>
                <a:cxn ang="0">
                  <a:pos x="53" y="176"/>
                </a:cxn>
                <a:cxn ang="0">
                  <a:pos x="60" y="176"/>
                </a:cxn>
                <a:cxn ang="0">
                  <a:pos x="74" y="169"/>
                </a:cxn>
                <a:cxn ang="0">
                  <a:pos x="87" y="154"/>
                </a:cxn>
                <a:cxn ang="0">
                  <a:pos x="87" y="141"/>
                </a:cxn>
                <a:cxn ang="0">
                  <a:pos x="74" y="143"/>
                </a:cxn>
                <a:cxn ang="0">
                  <a:pos x="60" y="158"/>
                </a:cxn>
                <a:cxn ang="0">
                  <a:pos x="53" y="118"/>
                </a:cxn>
                <a:cxn ang="0">
                  <a:pos x="61" y="116"/>
                </a:cxn>
                <a:cxn ang="0">
                  <a:pos x="78" y="110"/>
                </a:cxn>
                <a:cxn ang="0">
                  <a:pos x="92" y="92"/>
                </a:cxn>
                <a:cxn ang="0">
                  <a:pos x="92" y="77"/>
                </a:cxn>
                <a:cxn ang="0">
                  <a:pos x="81" y="79"/>
                </a:cxn>
                <a:cxn ang="0">
                  <a:pos x="65" y="88"/>
                </a:cxn>
                <a:cxn ang="0">
                  <a:pos x="53" y="115"/>
                </a:cxn>
                <a:cxn ang="0">
                  <a:pos x="56" y="48"/>
                </a:cxn>
                <a:cxn ang="0">
                  <a:pos x="68" y="45"/>
                </a:cxn>
                <a:cxn ang="0">
                  <a:pos x="85" y="37"/>
                </a:cxn>
                <a:cxn ang="0">
                  <a:pos x="97" y="17"/>
                </a:cxn>
                <a:cxn ang="0">
                  <a:pos x="97" y="0"/>
                </a:cxn>
                <a:cxn ang="0">
                  <a:pos x="84" y="3"/>
                </a:cxn>
                <a:cxn ang="0">
                  <a:pos x="65" y="14"/>
                </a:cxn>
                <a:cxn ang="0">
                  <a:pos x="50" y="45"/>
                </a:cxn>
                <a:cxn ang="0">
                  <a:pos x="47" y="35"/>
                </a:cxn>
                <a:cxn ang="0">
                  <a:pos x="38" y="18"/>
                </a:cxn>
                <a:cxn ang="0">
                  <a:pos x="16" y="3"/>
                </a:cxn>
                <a:cxn ang="0">
                  <a:pos x="2" y="3"/>
                </a:cxn>
                <a:cxn ang="0">
                  <a:pos x="6" y="19"/>
                </a:cxn>
                <a:cxn ang="0">
                  <a:pos x="19" y="38"/>
                </a:cxn>
                <a:cxn ang="0">
                  <a:pos x="47" y="48"/>
                </a:cxn>
                <a:cxn ang="0">
                  <a:pos x="47" y="132"/>
                </a:cxn>
                <a:cxn ang="0">
                  <a:pos x="42" y="118"/>
                </a:cxn>
                <a:cxn ang="0">
                  <a:pos x="26" y="103"/>
                </a:cxn>
                <a:cxn ang="0">
                  <a:pos x="12" y="103"/>
                </a:cxn>
                <a:cxn ang="0">
                  <a:pos x="16" y="116"/>
                </a:cxn>
                <a:cxn ang="0">
                  <a:pos x="26" y="132"/>
                </a:cxn>
                <a:cxn ang="0">
                  <a:pos x="47" y="141"/>
                </a:cxn>
                <a:cxn ang="0">
                  <a:pos x="53" y="228"/>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6" name="Freeform 21"/>
            <p:cNvSpPr/>
            <p:nvPr/>
          </p:nvSpPr>
          <p:spPr bwMode="gray">
            <a:xfrm>
              <a:off x="2273" y="187"/>
              <a:ext cx="181" cy="402"/>
            </a:xfrm>
            <a:custGeom>
              <a:avLst/>
              <a:gdLst/>
              <a:ahLst/>
              <a:cxnLst>
                <a:cxn ang="0">
                  <a:pos x="93" y="309"/>
                </a:cxn>
                <a:cxn ang="0">
                  <a:pos x="101" y="309"/>
                </a:cxn>
                <a:cxn ang="0">
                  <a:pos x="118" y="304"/>
                </a:cxn>
                <a:cxn ang="0">
                  <a:pos x="138" y="292"/>
                </a:cxn>
                <a:cxn ang="0">
                  <a:pos x="152" y="266"/>
                </a:cxn>
                <a:cxn ang="0">
                  <a:pos x="152" y="247"/>
                </a:cxn>
                <a:cxn ang="0">
                  <a:pos x="138" y="250"/>
                </a:cxn>
                <a:cxn ang="0">
                  <a:pos x="120" y="259"/>
                </a:cxn>
                <a:cxn ang="0">
                  <a:pos x="99" y="285"/>
                </a:cxn>
                <a:cxn ang="0">
                  <a:pos x="93" y="207"/>
                </a:cxn>
                <a:cxn ang="0">
                  <a:pos x="102" y="205"/>
                </a:cxn>
                <a:cxn ang="0">
                  <a:pos x="122" y="200"/>
                </a:cxn>
                <a:cxn ang="0">
                  <a:pos x="147" y="185"/>
                </a:cxn>
                <a:cxn ang="0">
                  <a:pos x="163" y="155"/>
                </a:cxn>
                <a:cxn ang="0">
                  <a:pos x="163" y="134"/>
                </a:cxn>
                <a:cxn ang="0">
                  <a:pos x="149" y="135"/>
                </a:cxn>
                <a:cxn ang="0">
                  <a:pos x="129" y="142"/>
                </a:cxn>
                <a:cxn ang="0">
                  <a:pos x="107" y="162"/>
                </a:cxn>
                <a:cxn ang="0">
                  <a:pos x="93" y="201"/>
                </a:cxn>
                <a:cxn ang="0">
                  <a:pos x="95" y="83"/>
                </a:cxn>
                <a:cxn ang="0">
                  <a:pos x="110" y="81"/>
                </a:cxn>
                <a:cxn ang="0">
                  <a:pos x="134" y="73"/>
                </a:cxn>
                <a:cxn ang="0">
                  <a:pos x="157" y="54"/>
                </a:cxn>
                <a:cxn ang="0">
                  <a:pos x="174" y="23"/>
                </a:cxn>
                <a:cxn ang="0">
                  <a:pos x="174" y="0"/>
                </a:cxn>
                <a:cxn ang="0">
                  <a:pos x="157" y="2"/>
                </a:cxn>
                <a:cxn ang="0">
                  <a:pos x="133" y="10"/>
                </a:cxn>
                <a:cxn ang="0">
                  <a:pos x="107" y="33"/>
                </a:cxn>
                <a:cxn ang="0">
                  <a:pos x="87" y="77"/>
                </a:cxn>
                <a:cxn ang="0">
                  <a:pos x="85" y="68"/>
                </a:cxn>
                <a:cxn ang="0">
                  <a:pos x="75" y="46"/>
                </a:cxn>
                <a:cxn ang="0">
                  <a:pos x="55" y="21"/>
                </a:cxn>
                <a:cxn ang="0">
                  <a:pos x="22" y="3"/>
                </a:cxn>
                <a:cxn ang="0">
                  <a:pos x="1" y="3"/>
                </a:cxn>
                <a:cxn ang="0">
                  <a:pos x="4" y="18"/>
                </a:cxn>
                <a:cxn ang="0">
                  <a:pos x="12" y="42"/>
                </a:cxn>
                <a:cxn ang="0">
                  <a:pos x="31" y="65"/>
                </a:cxn>
                <a:cxn ang="0">
                  <a:pos x="62" y="81"/>
                </a:cxn>
                <a:cxn ang="0">
                  <a:pos x="82" y="238"/>
                </a:cxn>
                <a:cxn ang="0">
                  <a:pos x="80" y="228"/>
                </a:cxn>
                <a:cxn ang="0">
                  <a:pos x="72" y="207"/>
                </a:cxn>
                <a:cxn ang="0">
                  <a:pos x="55" y="185"/>
                </a:cxn>
                <a:cxn ang="0">
                  <a:pos x="21" y="176"/>
                </a:cxn>
                <a:cxn ang="0">
                  <a:pos x="22" y="185"/>
                </a:cxn>
                <a:cxn ang="0">
                  <a:pos x="28" y="205"/>
                </a:cxn>
                <a:cxn ang="0">
                  <a:pos x="41" y="230"/>
                </a:cxn>
                <a:cxn ang="0">
                  <a:pos x="66" y="246"/>
                </a:cxn>
                <a:cxn ang="0">
                  <a:pos x="82" y="402"/>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7" name="Freeform 22"/>
            <p:cNvSpPr/>
            <p:nvPr/>
          </p:nvSpPr>
          <p:spPr bwMode="gray">
            <a:xfrm>
              <a:off x="2161" y="215"/>
              <a:ext cx="98" cy="374"/>
            </a:xfrm>
            <a:custGeom>
              <a:avLst/>
              <a:gdLst/>
              <a:ahLst/>
              <a:cxnLst>
                <a:cxn ang="0">
                  <a:pos x="52" y="237"/>
                </a:cxn>
                <a:cxn ang="0">
                  <a:pos x="59" y="237"/>
                </a:cxn>
                <a:cxn ang="0">
                  <a:pos x="74" y="232"/>
                </a:cxn>
                <a:cxn ang="0">
                  <a:pos x="90" y="218"/>
                </a:cxn>
                <a:cxn ang="0">
                  <a:pos x="97" y="193"/>
                </a:cxn>
                <a:cxn ang="0">
                  <a:pos x="89" y="193"/>
                </a:cxn>
                <a:cxn ang="0">
                  <a:pos x="71" y="197"/>
                </a:cxn>
                <a:cxn ang="0">
                  <a:pos x="56" y="215"/>
                </a:cxn>
                <a:cxn ang="0">
                  <a:pos x="52" y="147"/>
                </a:cxn>
                <a:cxn ang="0">
                  <a:pos x="59" y="147"/>
                </a:cxn>
                <a:cxn ang="0">
                  <a:pos x="74" y="141"/>
                </a:cxn>
                <a:cxn ang="0">
                  <a:pos x="90" y="128"/>
                </a:cxn>
                <a:cxn ang="0">
                  <a:pos x="97" y="102"/>
                </a:cxn>
                <a:cxn ang="0">
                  <a:pos x="89" y="102"/>
                </a:cxn>
                <a:cxn ang="0">
                  <a:pos x="71" y="109"/>
                </a:cxn>
                <a:cxn ang="0">
                  <a:pos x="56" y="126"/>
                </a:cxn>
                <a:cxn ang="0">
                  <a:pos x="52" y="46"/>
                </a:cxn>
                <a:cxn ang="0">
                  <a:pos x="51" y="37"/>
                </a:cxn>
                <a:cxn ang="0">
                  <a:pos x="45" y="23"/>
                </a:cxn>
                <a:cxn ang="0">
                  <a:pos x="32" y="6"/>
                </a:cxn>
                <a:cxn ang="0">
                  <a:pos x="6" y="0"/>
                </a:cxn>
                <a:cxn ang="0">
                  <a:pos x="8" y="9"/>
                </a:cxn>
                <a:cxn ang="0">
                  <a:pos x="16" y="27"/>
                </a:cxn>
                <a:cxn ang="0">
                  <a:pos x="33" y="43"/>
                </a:cxn>
                <a:cxn ang="0">
                  <a:pos x="45" y="113"/>
                </a:cxn>
                <a:cxn ang="0">
                  <a:pos x="45" y="106"/>
                </a:cxn>
                <a:cxn ang="0">
                  <a:pos x="40" y="90"/>
                </a:cxn>
                <a:cxn ang="0">
                  <a:pos x="27" y="75"/>
                </a:cxn>
                <a:cxn ang="0">
                  <a:pos x="1" y="67"/>
                </a:cxn>
                <a:cxn ang="0">
                  <a:pos x="0" y="75"/>
                </a:cxn>
                <a:cxn ang="0">
                  <a:pos x="2" y="91"/>
                </a:cxn>
                <a:cxn ang="0">
                  <a:pos x="14" y="109"/>
                </a:cxn>
                <a:cxn ang="0">
                  <a:pos x="45" y="118"/>
                </a:cxn>
                <a:cxn ang="0">
                  <a:pos x="45" y="207"/>
                </a:cxn>
                <a:cxn ang="0">
                  <a:pos x="43" y="195"/>
                </a:cxn>
                <a:cxn ang="0">
                  <a:pos x="33" y="182"/>
                </a:cxn>
                <a:cxn ang="0">
                  <a:pos x="12" y="175"/>
                </a:cxn>
                <a:cxn ang="0">
                  <a:pos x="10" y="182"/>
                </a:cxn>
                <a:cxn ang="0">
                  <a:pos x="13" y="197"/>
                </a:cxn>
                <a:cxn ang="0">
                  <a:pos x="29" y="211"/>
                </a:cxn>
                <a:cxn ang="0">
                  <a:pos x="45" y="373"/>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18" name="Freeform 23"/>
            <p:cNvSpPr/>
            <p:nvPr/>
          </p:nvSpPr>
          <p:spPr bwMode="gray">
            <a:xfrm>
              <a:off x="2708" y="215"/>
              <a:ext cx="97" cy="374"/>
            </a:xfrm>
            <a:custGeom>
              <a:avLst/>
              <a:gdLst/>
              <a:ahLst/>
              <a:cxnLst>
                <a:cxn ang="0">
                  <a:pos x="51" y="237"/>
                </a:cxn>
                <a:cxn ang="0">
                  <a:pos x="60" y="237"/>
                </a:cxn>
                <a:cxn ang="0">
                  <a:pos x="74" y="232"/>
                </a:cxn>
                <a:cxn ang="0">
                  <a:pos x="91" y="218"/>
                </a:cxn>
                <a:cxn ang="0">
                  <a:pos x="97" y="193"/>
                </a:cxn>
                <a:cxn ang="0">
                  <a:pos x="89" y="193"/>
                </a:cxn>
                <a:cxn ang="0">
                  <a:pos x="72" y="197"/>
                </a:cxn>
                <a:cxn ang="0">
                  <a:pos x="55" y="215"/>
                </a:cxn>
                <a:cxn ang="0">
                  <a:pos x="51" y="147"/>
                </a:cxn>
                <a:cxn ang="0">
                  <a:pos x="60" y="147"/>
                </a:cxn>
                <a:cxn ang="0">
                  <a:pos x="74" y="141"/>
                </a:cxn>
                <a:cxn ang="0">
                  <a:pos x="91" y="128"/>
                </a:cxn>
                <a:cxn ang="0">
                  <a:pos x="97" y="102"/>
                </a:cxn>
                <a:cxn ang="0">
                  <a:pos x="89" y="102"/>
                </a:cxn>
                <a:cxn ang="0">
                  <a:pos x="72" y="109"/>
                </a:cxn>
                <a:cxn ang="0">
                  <a:pos x="55" y="126"/>
                </a:cxn>
                <a:cxn ang="0">
                  <a:pos x="51" y="46"/>
                </a:cxn>
                <a:cxn ang="0">
                  <a:pos x="51" y="37"/>
                </a:cxn>
                <a:cxn ang="0">
                  <a:pos x="46" y="23"/>
                </a:cxn>
                <a:cxn ang="0">
                  <a:pos x="33" y="6"/>
                </a:cxn>
                <a:cxn ang="0">
                  <a:pos x="7" y="0"/>
                </a:cxn>
                <a:cxn ang="0">
                  <a:pos x="8" y="9"/>
                </a:cxn>
                <a:cxn ang="0">
                  <a:pos x="16" y="27"/>
                </a:cxn>
                <a:cxn ang="0">
                  <a:pos x="34" y="43"/>
                </a:cxn>
                <a:cxn ang="0">
                  <a:pos x="46" y="113"/>
                </a:cxn>
                <a:cxn ang="0">
                  <a:pos x="46" y="106"/>
                </a:cxn>
                <a:cxn ang="0">
                  <a:pos x="41" y="90"/>
                </a:cxn>
                <a:cxn ang="0">
                  <a:pos x="27" y="75"/>
                </a:cxn>
                <a:cxn ang="0">
                  <a:pos x="0" y="67"/>
                </a:cxn>
                <a:cxn ang="0">
                  <a:pos x="0" y="75"/>
                </a:cxn>
                <a:cxn ang="0">
                  <a:pos x="3" y="91"/>
                </a:cxn>
                <a:cxn ang="0">
                  <a:pos x="15" y="109"/>
                </a:cxn>
                <a:cxn ang="0">
                  <a:pos x="46" y="118"/>
                </a:cxn>
                <a:cxn ang="0">
                  <a:pos x="46" y="207"/>
                </a:cxn>
                <a:cxn ang="0">
                  <a:pos x="43" y="195"/>
                </a:cxn>
                <a:cxn ang="0">
                  <a:pos x="34" y="182"/>
                </a:cxn>
                <a:cxn ang="0">
                  <a:pos x="12" y="175"/>
                </a:cxn>
                <a:cxn ang="0">
                  <a:pos x="11" y="182"/>
                </a:cxn>
                <a:cxn ang="0">
                  <a:pos x="14" y="197"/>
                </a:cxn>
                <a:cxn ang="0">
                  <a:pos x="30" y="211"/>
                </a:cxn>
                <a:cxn ang="0">
                  <a:pos x="46" y="373"/>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grpSp>
      <p:sp>
        <p:nvSpPr>
          <p:cNvPr id="19" name="Freeform 25"/>
          <p:cNvSpPr/>
          <p:nvPr/>
        </p:nvSpPr>
        <p:spPr bwMode="gray">
          <a:xfrm>
            <a:off x="95250" y="6446838"/>
            <a:ext cx="8970963" cy="314325"/>
          </a:xfrm>
          <a:custGeom>
            <a:avLst/>
            <a:gdLst/>
            <a:ahLst/>
            <a:cxnLst>
              <a:cxn ang="0">
                <a:pos x="4" y="198"/>
              </a:cxn>
              <a:cxn ang="0">
                <a:pos x="5651" y="198"/>
              </a:cxn>
              <a:cxn ang="0">
                <a:pos x="5646" y="94"/>
              </a:cxn>
              <a:cxn ang="0">
                <a:pos x="1491" y="94"/>
              </a:cxn>
              <a:cxn ang="0">
                <a:pos x="1343" y="2"/>
              </a:cxn>
              <a:cxn ang="0">
                <a:pos x="0" y="0"/>
              </a:cxn>
              <a:cxn ang="0">
                <a:pos x="4" y="198"/>
              </a:cxn>
            </a:cxnLst>
            <a:rect l="0" t="0" r="r" b="b"/>
            <a:pathLst>
              <a:path w="5651" h="198">
                <a:moveTo>
                  <a:pt x="4" y="198"/>
                </a:moveTo>
                <a:lnTo>
                  <a:pt x="5651" y="198"/>
                </a:lnTo>
                <a:lnTo>
                  <a:pt x="5646" y="94"/>
                </a:lnTo>
                <a:lnTo>
                  <a:pt x="1491" y="94"/>
                </a:lnTo>
                <a:lnTo>
                  <a:pt x="1343" y="2"/>
                </a:lnTo>
                <a:lnTo>
                  <a:pt x="0" y="0"/>
                </a:lnTo>
                <a:lnTo>
                  <a:pt x="4" y="198"/>
                </a:lnTo>
                <a:close/>
              </a:path>
            </a:pathLst>
          </a:custGeom>
          <a:solidFill>
            <a:schemeClr val="tx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0" name="Freeform 26"/>
          <p:cNvSpPr/>
          <p:nvPr/>
        </p:nvSpPr>
        <p:spPr bwMode="gray">
          <a:xfrm>
            <a:off x="95250" y="6491288"/>
            <a:ext cx="8975725" cy="279400"/>
          </a:xfrm>
          <a:custGeom>
            <a:avLst/>
            <a:gdLst/>
            <a:ahLst/>
            <a:cxnLst>
              <a:cxn ang="0">
                <a:pos x="0" y="176"/>
              </a:cxn>
              <a:cxn ang="0">
                <a:pos x="5650" y="169"/>
              </a:cxn>
              <a:cxn ang="0">
                <a:pos x="5646" y="95"/>
              </a:cxn>
              <a:cxn ang="0">
                <a:pos x="1478" y="95"/>
              </a:cxn>
              <a:cxn ang="0">
                <a:pos x="1317" y="3"/>
              </a:cxn>
              <a:cxn ang="0">
                <a:pos x="0" y="0"/>
              </a:cxn>
              <a:cxn ang="0">
                <a:pos x="0" y="176"/>
              </a:cxn>
            </a:cxnLst>
            <a:rect l="0" t="0" r="r" b="b"/>
            <a:pathLst>
              <a:path w="5650" h="176">
                <a:moveTo>
                  <a:pt x="0" y="176"/>
                </a:moveTo>
                <a:lnTo>
                  <a:pt x="5650" y="169"/>
                </a:lnTo>
                <a:lnTo>
                  <a:pt x="5646" y="95"/>
                </a:lnTo>
                <a:lnTo>
                  <a:pt x="1478" y="95"/>
                </a:lnTo>
                <a:lnTo>
                  <a:pt x="1317" y="3"/>
                </a:lnTo>
                <a:lnTo>
                  <a:pt x="0" y="0"/>
                </a:lnTo>
                <a:lnTo>
                  <a:pt x="0" y="176"/>
                </a:lnTo>
                <a:close/>
              </a:path>
            </a:pathLst>
          </a:custGeom>
          <a:solidFill>
            <a:schemeClr val="bg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1" name="Freeform 27" descr="Dark upward diagonal"/>
          <p:cNvSpPr/>
          <p:nvPr/>
        </p:nvSpPr>
        <p:spPr bwMode="gray">
          <a:xfrm>
            <a:off x="92075" y="98425"/>
            <a:ext cx="8956675" cy="179388"/>
          </a:xfrm>
          <a:custGeom>
            <a:avLst/>
            <a:gdLst/>
            <a:ahLst/>
            <a:cxnLst>
              <a:cxn ang="0">
                <a:pos x="0" y="0"/>
              </a:cxn>
              <a:cxn ang="0">
                <a:pos x="5582" y="0"/>
              </a:cxn>
              <a:cxn ang="0">
                <a:pos x="5639" y="45"/>
              </a:cxn>
              <a:cxn ang="0">
                <a:pos x="5636" y="113"/>
              </a:cxn>
              <a:cxn ang="0">
                <a:pos x="0" y="113"/>
              </a:cxn>
              <a:cxn ang="0">
                <a:pos x="0" y="0"/>
              </a:cxn>
            </a:cxnLst>
            <a:rect l="0" t="0" r="r" b="b"/>
            <a:pathLst>
              <a:path w="5639" h="113">
                <a:moveTo>
                  <a:pt x="0" y="0"/>
                </a:moveTo>
                <a:lnTo>
                  <a:pt x="5582" y="0"/>
                </a:lnTo>
                <a:cubicBezTo>
                  <a:pt x="5630" y="3"/>
                  <a:pt x="5639" y="45"/>
                  <a:pt x="5639" y="45"/>
                </a:cubicBezTo>
                <a:lnTo>
                  <a:pt x="5636" y="113"/>
                </a:lnTo>
                <a:lnTo>
                  <a:pt x="0" y="113"/>
                </a:lnTo>
                <a:lnTo>
                  <a:pt x="0" y="0"/>
                </a:lnTo>
                <a:close/>
              </a:path>
            </a:pathLst>
          </a:custGeom>
          <a:pattFill prst="dkUpDiag">
            <a:fgClr>
              <a:schemeClr val="accent1"/>
            </a:fgClr>
            <a:bgClr>
              <a:schemeClr val="bg1"/>
            </a:bgClr>
          </a:patt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2" name="Freeform 28"/>
          <p:cNvSpPr/>
          <p:nvPr/>
        </p:nvSpPr>
        <p:spPr bwMode="gray">
          <a:xfrm>
            <a:off x="92075" y="307975"/>
            <a:ext cx="8955088" cy="938213"/>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solidFill>
            <a:schemeClr val="tx1"/>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3" name="Freeform 29"/>
          <p:cNvSpPr/>
          <p:nvPr/>
        </p:nvSpPr>
        <p:spPr bwMode="gray">
          <a:xfrm>
            <a:off x="92075" y="306388"/>
            <a:ext cx="8955088" cy="836613"/>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gradFill rotWithShape="0">
            <a:gsLst>
              <a:gs pos="0">
                <a:schemeClr val="bg1"/>
              </a:gs>
              <a:gs pos="100000">
                <a:schemeClr val="bg1">
                  <a:gamma/>
                  <a:tint val="66667"/>
                  <a:invGamma/>
                </a:schemeClr>
              </a:gs>
            </a:gsLst>
            <a:lin ang="0" scaled="1"/>
          </a:gra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4" name="Rectangle 32"/>
          <p:cNvSpPr>
            <a:spLocks noChangeArrowheads="1"/>
          </p:cNvSpPr>
          <p:nvPr/>
        </p:nvSpPr>
        <p:spPr bwMode="gray">
          <a:xfrm flipV="1">
            <a:off x="95250" y="6723063"/>
            <a:ext cx="8977313" cy="55563"/>
          </a:xfrm>
          <a:prstGeom prst="rect">
            <a:avLst/>
          </a:prstGeom>
          <a:solidFill>
            <a:schemeClr val="accent1"/>
          </a:solidFill>
          <a:ln w="9525">
            <a:no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5" name="Freeform 35"/>
          <p:cNvSpPr/>
          <p:nvPr/>
        </p:nvSpPr>
        <p:spPr bwMode="gray">
          <a:xfrm>
            <a:off x="6896100" y="1047750"/>
            <a:ext cx="2155825" cy="52388"/>
          </a:xfrm>
          <a:custGeom>
            <a:avLst/>
            <a:gdLst/>
            <a:ahLst/>
            <a:cxnLst>
              <a:cxn ang="0">
                <a:pos x="0" y="2"/>
              </a:cxn>
              <a:cxn ang="0">
                <a:pos x="1358" y="0"/>
              </a:cxn>
              <a:cxn ang="0">
                <a:pos x="1356" y="32"/>
              </a:cxn>
              <a:cxn ang="0">
                <a:pos x="60" y="33"/>
              </a:cxn>
              <a:cxn ang="0">
                <a:pos x="0" y="2"/>
              </a:cxn>
            </a:cxnLst>
            <a:rect l="0" t="0" r="r" b="b"/>
            <a:pathLst>
              <a:path w="1358" h="33">
                <a:moveTo>
                  <a:pt x="0" y="2"/>
                </a:moveTo>
                <a:lnTo>
                  <a:pt x="1358" y="0"/>
                </a:lnTo>
                <a:lnTo>
                  <a:pt x="1356" y="32"/>
                </a:lnTo>
                <a:lnTo>
                  <a:pt x="60" y="33"/>
                </a:lnTo>
                <a:lnTo>
                  <a:pt x="0" y="2"/>
                </a:lnTo>
                <a:close/>
              </a:path>
            </a:pathLst>
          </a:custGeom>
          <a:solidFill>
            <a:srgbClr val="FFFFFF">
              <a:alpha val="30000"/>
            </a:srgbClr>
          </a:solidFill>
          <a:ln w="9525">
            <a:noFill/>
            <a:round/>
          </a:ln>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26" name="Rectangle 2"/>
          <p:cNvSpPr>
            <a:spLocks noGrp="1"/>
          </p:cNvSpPr>
          <p:nvPr>
            <p:ph type="title"/>
          </p:nvPr>
        </p:nvSpPr>
        <p:spPr>
          <a:xfrm>
            <a:off x="457200" y="238125"/>
            <a:ext cx="6477000" cy="868363"/>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27" name="Rectangle 3"/>
          <p:cNvSpPr>
            <a:spLocks noGrp="1"/>
          </p:cNvSpPr>
          <p:nvPr>
            <p:ph type="body" idx="1"/>
          </p:nvPr>
        </p:nvSpPr>
        <p:spPr>
          <a:xfrm>
            <a:off x="457200" y="1438275"/>
            <a:ext cx="8229600" cy="4733925"/>
          </a:xfrm>
          <a:prstGeom prst="rect">
            <a:avLst/>
          </a:prstGeom>
          <a:noFill/>
          <a:ln w="9525">
            <a:noFill/>
          </a:ln>
        </p:spPr>
        <p:txBody>
          <a:bodyPr/>
          <a:lstStyle/>
          <a:p>
            <a:pPr lvl="0"/>
            <a:r>
              <a:rPr lang="zh-CN" altLang="en-US" dirty="0"/>
              <a:t>单击此处编辑母版文本样式</a:t>
            </a:r>
            <a:endParaRPr/>
          </a:p>
          <a:p>
            <a:pPr lvl="1"/>
            <a:r>
              <a:rPr lang="zh-CN" altLang="en-US" dirty="0"/>
              <a:t>第二级</a:t>
            </a:r>
            <a:endParaRPr/>
          </a:p>
          <a:p>
            <a:pPr lvl="2"/>
            <a:r>
              <a:rPr lang="zh-CN" altLang="en-US" dirty="0"/>
              <a:t>第三级</a:t>
            </a:r>
            <a:endParaRPr/>
          </a:p>
          <a:p>
            <a:pPr lvl="3"/>
            <a:r>
              <a:rPr lang="zh-CN" altLang="en-US" dirty="0"/>
              <a:t>第四级</a:t>
            </a:r>
            <a:endParaRPr/>
          </a:p>
          <a:p>
            <a:pPr lvl="4"/>
            <a:r>
              <a:rPr lang="zh-CN" altLang="en-US" dirty="0"/>
              <a:t>第五级</a:t>
            </a:r>
            <a:endParaRPr lang="en-US" altLang="zh-CN" dirty="0"/>
          </a:p>
        </p:txBody>
      </p:sp>
      <p:sp>
        <p:nvSpPr>
          <p:cNvPr id="28" name="Rectangle 4"/>
          <p:cNvSpPr>
            <a:spLocks noGrp="1" noChangeArrowheads="1"/>
          </p:cNvSpPr>
          <p:nvPr>
            <p:ph type="dt" sz="half" idx="2"/>
          </p:nvPr>
        </p:nvSpPr>
        <p:spPr bwMode="gray">
          <a:xfrm>
            <a:off x="3048000" y="6311900"/>
            <a:ext cx="1712913" cy="290513"/>
          </a:xfrm>
          <a:prstGeom prst="rect">
            <a:avLst/>
          </a:prstGeom>
          <a:noFill/>
          <a:ln w="9525">
            <a:noFill/>
            <a:miter lim="800000"/>
          </a:ln>
          <a:effectLst/>
        </p:spPr>
        <p:txBody>
          <a:bodyPr vert="horz" wrap="square" lIns="91440" tIns="45720" rIns="91440" bIns="45720" numCol="1" anchor="t" anchorCtr="0" compatLnSpc="1"/>
          <a:lstStyle>
            <a:lvl1pPr algn="l">
              <a:defRPr sz="1000">
                <a:solidFill>
                  <a:srgbClr val="000000"/>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1"/>
              </a:spcBef>
              <a:spcAft>
                <a:spcPct val="1"/>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 name="Rectangle 5"/>
          <p:cNvSpPr>
            <a:spLocks noGrp="1" noChangeArrowheads="1"/>
          </p:cNvSpPr>
          <p:nvPr>
            <p:ph type="ftr" sz="quarter" idx="3"/>
          </p:nvPr>
        </p:nvSpPr>
        <p:spPr bwMode="gray">
          <a:xfrm>
            <a:off x="4830763" y="6323013"/>
            <a:ext cx="2311400" cy="290513"/>
          </a:xfrm>
          <a:prstGeom prst="rect">
            <a:avLst/>
          </a:prstGeom>
          <a:noFill/>
          <a:ln w="9525">
            <a:noFill/>
            <a:miter lim="800000"/>
          </a:ln>
          <a:effectLst/>
        </p:spPr>
        <p:txBody>
          <a:bodyPr vert="horz" wrap="square" lIns="91440" tIns="45720" rIns="91440" bIns="45720" numCol="1" anchor="t" anchorCtr="0" compatLnSpc="1"/>
          <a:lstStyle>
            <a:lvl1pPr algn="ctr">
              <a:defRPr sz="1000">
                <a:solidFill>
                  <a:srgbClr val="000000"/>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0" name="Rectangle 6"/>
          <p:cNvSpPr>
            <a:spLocks noGrp="1" noChangeArrowheads="1"/>
          </p:cNvSpPr>
          <p:nvPr>
            <p:ph type="sldNum" sz="quarter" idx="4"/>
          </p:nvPr>
        </p:nvSpPr>
        <p:spPr bwMode="gray">
          <a:xfrm>
            <a:off x="7116763" y="6323013"/>
            <a:ext cx="1616075" cy="290513"/>
          </a:xfrm>
          <a:prstGeom prst="rect">
            <a:avLst/>
          </a:prstGeom>
          <a:noFill/>
          <a:ln w="9525">
            <a:noFill/>
            <a:miter lim="800000"/>
          </a:ln>
          <a:effectLst/>
        </p:spPr>
        <p:txBody>
          <a:bodyPr vert="horz" wrap="square" lIns="91440" tIns="45720" rIns="91440" bIns="45720" numCol="1" anchor="t" anchorCtr="0" compatLnSpc="1"/>
          <a:lstStyle>
            <a:lvl1pPr algn="r">
              <a:defRPr sz="1000">
                <a:solidFill>
                  <a:srgbClr val="000000"/>
                </a:solidFill>
                <a:ea typeface="宋体" panose="02010600030101010101" pitchFamily="2" charset="-122"/>
              </a:defRPr>
            </a:lvl1pPr>
          </a:lstStyle>
          <a:p>
            <a:pPr lvl="0"/>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
        <p:nvSpPr>
          <p:cNvPr id="31" name="Rectangle 30" descr="7"/>
          <p:cNvSpPr>
            <a:spLocks noChangeArrowheads="1"/>
          </p:cNvSpPr>
          <p:nvPr/>
        </p:nvSpPr>
        <p:spPr bwMode="gray">
          <a:xfrm>
            <a:off x="8245475" y="415925"/>
            <a:ext cx="534988" cy="546100"/>
          </a:xfrm>
          <a:prstGeom prst="rect">
            <a:avLst/>
          </a:prstGeom>
          <a:blipFill dpi="0" rotWithShape="1">
            <a:blip r:embed="rId14" cstate="print"/>
            <a:srcRect/>
            <a:stretch>
              <a:fillRect/>
            </a:stretch>
          </a:blipFill>
          <a:ln w="9525">
            <a:solidFill>
              <a:srgbClr val="FFFFFF"/>
            </a:solid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2" name="Rectangle 31" descr="4"/>
          <p:cNvSpPr>
            <a:spLocks noChangeArrowheads="1"/>
          </p:cNvSpPr>
          <p:nvPr/>
        </p:nvSpPr>
        <p:spPr bwMode="gray">
          <a:xfrm>
            <a:off x="7620000" y="415925"/>
            <a:ext cx="534988" cy="546100"/>
          </a:xfrm>
          <a:prstGeom prst="rect">
            <a:avLst/>
          </a:prstGeom>
          <a:blipFill dpi="0" rotWithShape="1">
            <a:blip r:embed="rId15" cstate="print"/>
            <a:srcRect/>
            <a:stretch>
              <a:fillRect/>
            </a:stretch>
          </a:blipFill>
          <a:ln w="9525">
            <a:solidFill>
              <a:srgbClr val="FFFFFF"/>
            </a:solid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
        <p:nvSpPr>
          <p:cNvPr id="33" name="Rectangle 36"/>
          <p:cNvSpPr>
            <a:spLocks noChangeArrowheads="1"/>
          </p:cNvSpPr>
          <p:nvPr/>
        </p:nvSpPr>
        <p:spPr bwMode="gray">
          <a:xfrm>
            <a:off x="7000875" y="415925"/>
            <a:ext cx="534988" cy="546100"/>
          </a:xfrm>
          <a:prstGeom prst="rect">
            <a:avLst/>
          </a:prstGeom>
          <a:solidFill>
            <a:srgbClr val="FFFFFF">
              <a:alpha val="30000"/>
            </a:srgbClr>
          </a:solidFill>
          <a:ln w="9525">
            <a:solidFill>
              <a:srgbClr val="FFFFFF"/>
            </a:solidFill>
            <a:miter lim="800000"/>
          </a:ln>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1"/>
              </a:spcBef>
              <a:spcAft>
                <a:spcPct val="1"/>
              </a:spcAft>
              <a:defRPr>
                <a:solidFill>
                  <a:schemeClr val="tx1"/>
                </a:solidFill>
                <a:latin typeface="Arial" panose="020B0604020202020204" pitchFamily="34" charset="0"/>
              </a:defRPr>
            </a:lvl6pPr>
            <a:lvl7pPr marL="2971800" indent="-228600" algn="ctr" eaLnBrk="0" fontAlgn="base" hangingPunct="0">
              <a:spcBef>
                <a:spcPct val="1"/>
              </a:spcBef>
              <a:spcAft>
                <a:spcPct val="1"/>
              </a:spcAft>
              <a:defRPr>
                <a:solidFill>
                  <a:schemeClr val="tx1"/>
                </a:solidFill>
                <a:latin typeface="Arial" panose="020B0604020202020204" pitchFamily="34" charset="0"/>
              </a:defRPr>
            </a:lvl7pPr>
            <a:lvl8pPr marL="3429000" indent="-228600" algn="ctr" eaLnBrk="0" fontAlgn="base" hangingPunct="0">
              <a:spcBef>
                <a:spcPct val="1"/>
              </a:spcBef>
              <a:spcAft>
                <a:spcPct val="1"/>
              </a:spcAft>
              <a:defRPr>
                <a:solidFill>
                  <a:schemeClr val="tx1"/>
                </a:solidFill>
                <a:latin typeface="Arial" panose="020B0604020202020204" pitchFamily="34" charset="0"/>
              </a:defRPr>
            </a:lvl8pPr>
            <a:lvl9pPr marL="3886200" indent="-228600" algn="ctr" eaLnBrk="0" fontAlgn="base" hangingPunct="0">
              <a:spcBef>
                <a:spcPct val="1"/>
              </a:spcBef>
              <a:spcAft>
                <a:spcPct val="1"/>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1"/>
              </a:spcBef>
              <a:spcAft>
                <a:spcPct val="1"/>
              </a:spcAft>
              <a:buClrTx/>
              <a:buSzTx/>
              <a:buFontTx/>
              <a:buNone/>
              <a:defRPr/>
            </a:pPr>
            <a:endParaRPr kumimoji="0" lang="zh-CN" altLang="en-US" sz="1800" b="0" i="0" u="none" strike="noStrike" kern="1200" cap="none" spc="0" normalizeH="0" baseline="0" noProof="0">
              <a:ln>
                <a:noFill/>
              </a:ln>
              <a:solidFill>
                <a:srgbClr val="9BD3E5"/>
              </a:solidFill>
              <a:effectLst/>
              <a:uLnTx/>
              <a:uFillTx/>
              <a:latin typeface="Arial" panose="020B0604020202020204" pitchFamily="34"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1"/>
        </a:spcBef>
        <a:spcAft>
          <a:spcPct val="1"/>
        </a:spcAft>
        <a:defRPr sz="4400" b="1">
          <a:solidFill>
            <a:srgbClr val="FFFFFF"/>
          </a:solidFill>
          <a:latin typeface="+mj-lt"/>
          <a:ea typeface="+mj-ea"/>
          <a:cs typeface="+mj-cs"/>
        </a:defRPr>
      </a:lvl1pPr>
      <a:lvl2pPr algn="l" rtl="0" eaLnBrk="0" fontAlgn="base" hangingPunct="0">
        <a:spcBef>
          <a:spcPct val="1"/>
        </a:spcBef>
        <a:spcAft>
          <a:spcPct val="1"/>
        </a:spcAft>
        <a:defRPr sz="4400" b="1">
          <a:solidFill>
            <a:srgbClr val="FFFFFF"/>
          </a:solidFill>
          <a:latin typeface="Arial" panose="020B0604020202020204" pitchFamily="34" charset="0"/>
        </a:defRPr>
      </a:lvl2pPr>
      <a:lvl3pPr algn="l" rtl="0" eaLnBrk="0" fontAlgn="base" hangingPunct="0">
        <a:spcBef>
          <a:spcPct val="1"/>
        </a:spcBef>
        <a:spcAft>
          <a:spcPct val="1"/>
        </a:spcAft>
        <a:defRPr sz="4400" b="1">
          <a:solidFill>
            <a:srgbClr val="FFFFFF"/>
          </a:solidFill>
          <a:latin typeface="Arial" panose="020B0604020202020204" pitchFamily="34" charset="0"/>
        </a:defRPr>
      </a:lvl3pPr>
      <a:lvl4pPr algn="l" rtl="0" eaLnBrk="0" fontAlgn="base" hangingPunct="0">
        <a:spcBef>
          <a:spcPct val="1"/>
        </a:spcBef>
        <a:spcAft>
          <a:spcPct val="1"/>
        </a:spcAft>
        <a:defRPr sz="4400" b="1">
          <a:solidFill>
            <a:srgbClr val="FFFFFF"/>
          </a:solidFill>
          <a:latin typeface="Arial" panose="020B0604020202020204" pitchFamily="34" charset="0"/>
        </a:defRPr>
      </a:lvl4pPr>
      <a:lvl5pPr algn="l" rtl="0" eaLnBrk="0" fontAlgn="base" hangingPunct="0">
        <a:spcBef>
          <a:spcPct val="1"/>
        </a:spcBef>
        <a:spcAft>
          <a:spcPct val="1"/>
        </a:spcAft>
        <a:defRPr sz="4400" b="1">
          <a:solidFill>
            <a:srgbClr val="FFFFFF"/>
          </a:solidFill>
          <a:latin typeface="Arial" panose="020B0604020202020204" pitchFamily="34" charset="0"/>
        </a:defRPr>
      </a:lvl5pPr>
      <a:lvl6pPr marL="457200" algn="l" rtl="0" eaLnBrk="1" fontAlgn="base" hangingPunct="1">
        <a:spcBef>
          <a:spcPct val="1"/>
        </a:spcBef>
        <a:spcAft>
          <a:spcPct val="1"/>
        </a:spcAft>
        <a:defRPr sz="4400" b="1">
          <a:solidFill>
            <a:srgbClr val="FFFFFF"/>
          </a:solidFill>
          <a:latin typeface="Arial" panose="020B0604020202020204" pitchFamily="34" charset="0"/>
        </a:defRPr>
      </a:lvl6pPr>
      <a:lvl7pPr marL="914400" algn="l" rtl="0" eaLnBrk="1" fontAlgn="base" hangingPunct="1">
        <a:spcBef>
          <a:spcPct val="1"/>
        </a:spcBef>
        <a:spcAft>
          <a:spcPct val="1"/>
        </a:spcAft>
        <a:defRPr sz="4400" b="1">
          <a:solidFill>
            <a:srgbClr val="FFFFFF"/>
          </a:solidFill>
          <a:latin typeface="Arial" panose="020B0604020202020204" pitchFamily="34" charset="0"/>
        </a:defRPr>
      </a:lvl7pPr>
      <a:lvl8pPr marL="1371600" algn="l" rtl="0" eaLnBrk="1" fontAlgn="base" hangingPunct="1">
        <a:spcBef>
          <a:spcPct val="1"/>
        </a:spcBef>
        <a:spcAft>
          <a:spcPct val="1"/>
        </a:spcAft>
        <a:defRPr sz="4400" b="1">
          <a:solidFill>
            <a:srgbClr val="FFFFFF"/>
          </a:solidFill>
          <a:latin typeface="Arial" panose="020B0604020202020204" pitchFamily="34" charset="0"/>
        </a:defRPr>
      </a:lvl8pPr>
      <a:lvl9pPr marL="1828800" algn="l" rtl="0" eaLnBrk="1" fontAlgn="base" hangingPunct="1">
        <a:spcBef>
          <a:spcPct val="1"/>
        </a:spcBef>
        <a:spcAft>
          <a:spcPct val="1"/>
        </a:spcAft>
        <a:defRPr sz="4400" b="1">
          <a:solidFill>
            <a:srgbClr val="FFFFFF"/>
          </a:solidFill>
          <a:latin typeface="Arial" panose="020B0604020202020204" pitchFamily="34" charset="0"/>
        </a:defRPr>
      </a:lvl9pPr>
    </p:titleStyle>
    <p:body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vl6pPr marL="2514600" indent="-228600" algn="l" rtl="0" eaLnBrk="1" fontAlgn="base" hangingPunct="1">
        <a:spcBef>
          <a:spcPct val="20000"/>
        </a:spcBef>
        <a:spcAft>
          <a:spcPct val="1"/>
        </a:spcAft>
        <a:buChar char="»"/>
        <a:defRPr sz="2000">
          <a:solidFill>
            <a:srgbClr val="000000"/>
          </a:solidFill>
          <a:latin typeface="+mn-lt"/>
        </a:defRPr>
      </a:lvl6pPr>
      <a:lvl7pPr marL="2971800" indent="-228600" algn="l" rtl="0" eaLnBrk="1" fontAlgn="base" hangingPunct="1">
        <a:spcBef>
          <a:spcPct val="20000"/>
        </a:spcBef>
        <a:spcAft>
          <a:spcPct val="1"/>
        </a:spcAft>
        <a:buChar char="»"/>
        <a:defRPr sz="2000">
          <a:solidFill>
            <a:srgbClr val="000000"/>
          </a:solidFill>
          <a:latin typeface="+mn-lt"/>
        </a:defRPr>
      </a:lvl7pPr>
      <a:lvl8pPr marL="3429000" indent="-228600" algn="l" rtl="0" eaLnBrk="1" fontAlgn="base" hangingPunct="1">
        <a:spcBef>
          <a:spcPct val="20000"/>
        </a:spcBef>
        <a:spcAft>
          <a:spcPct val="1"/>
        </a:spcAft>
        <a:buChar char="»"/>
        <a:defRPr sz="2000">
          <a:solidFill>
            <a:srgbClr val="000000"/>
          </a:solidFill>
          <a:latin typeface="+mn-lt"/>
        </a:defRPr>
      </a:lvl8pPr>
      <a:lvl9pPr marL="3886200" indent="-228600" algn="l" rtl="0" eaLnBrk="1" fontAlgn="base" hangingPunct="1">
        <a:spcBef>
          <a:spcPct val="20000"/>
        </a:spcBef>
        <a:spcAft>
          <a:spcPct val="1"/>
        </a:spcAft>
        <a:buChar char="»"/>
        <a:defRPr sz="2000">
          <a:solidFill>
            <a:srgbClr val="000000"/>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p:nvPr/>
        </p:nvSpPr>
        <p:spPr>
          <a:xfrm>
            <a:off x="1619250" y="2432050"/>
            <a:ext cx="7772400" cy="822325"/>
          </a:xfrm>
          <a:prstGeom prst="rect">
            <a:avLst/>
          </a:prstGeom>
          <a:noFill/>
          <a:ln w="9525">
            <a:noFill/>
          </a:ln>
          <a:effectLst>
            <a:outerShdw dist="28398" dir="1593903" algn="ctr" rotWithShape="0">
              <a:schemeClr val="tx1"/>
            </a:outerShdw>
          </a:effectLst>
        </p:spPr>
        <p:txBody>
          <a:bodyPr anchor="ct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algn="ctr" eaLnBrk="1" hangingPunct="1">
              <a:spcBef>
                <a:spcPct val="1"/>
              </a:spcBef>
              <a:buNone/>
            </a:pPr>
            <a:r>
              <a:rPr lang="zh-CN" altLang="en-US" sz="4400" b="1" dirty="0">
                <a:solidFill>
                  <a:srgbClr val="FF6600"/>
                </a:solidFill>
                <a:ea typeface="黑体" panose="02010609060101010101" pitchFamily="2" charset="-122"/>
              </a:rPr>
              <a:t>异常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3"/>
          <p:cNvSpPr>
            <a:spLocks noGrp="1"/>
          </p:cNvSpPr>
          <p:nvPr>
            <p:ph idx="1"/>
          </p:nvPr>
        </p:nvSpPr>
        <p:spPr>
          <a:xfrm>
            <a:off x="817563" y="1816100"/>
            <a:ext cx="7848600" cy="3600450"/>
          </a:xfrm>
          <a:ln/>
        </p:spPr>
        <p:txBody>
          <a:bodyPr vert="horz" wrap="square" lIns="91440" tIns="45720" rIns="91440" bIns="45720" anchor="t"/>
          <a:lstStyle/>
          <a:p>
            <a:pPr eaLnBrk="1" hangingPunct="1"/>
            <a:r>
              <a:rPr lang="zh-CN" altLang="en-US" dirty="0"/>
              <a:t>掌握</a:t>
            </a:r>
            <a:r>
              <a:rPr lang="en-US" altLang="zh-CN" dirty="0"/>
              <a:t>Java</a:t>
            </a:r>
            <a:r>
              <a:rPr lang="zh-CN" altLang="en-US" dirty="0"/>
              <a:t>的异常处理机制</a:t>
            </a:r>
            <a:endParaRPr/>
          </a:p>
          <a:p>
            <a:pPr lvl="1" eaLnBrk="1" hangingPunct="1"/>
            <a:r>
              <a:rPr lang="zh-CN" altLang="en-US" dirty="0"/>
              <a:t>运用 </a:t>
            </a:r>
            <a:r>
              <a:rPr lang="en-US" altLang="zh-CN" dirty="0"/>
              <a:t>try </a:t>
            </a:r>
            <a:r>
              <a:rPr lang="zh-CN" altLang="en-US" dirty="0"/>
              <a:t>、</a:t>
            </a:r>
            <a:r>
              <a:rPr lang="en-US" altLang="zh-CN" dirty="0"/>
              <a:t>catch </a:t>
            </a:r>
            <a:r>
              <a:rPr lang="zh-CN" altLang="en-US" dirty="0"/>
              <a:t>、 </a:t>
            </a:r>
            <a:r>
              <a:rPr lang="en-US" altLang="zh-CN" dirty="0"/>
              <a:t>finally </a:t>
            </a:r>
            <a:r>
              <a:rPr lang="zh-CN" altLang="en-US" dirty="0"/>
              <a:t>处理异常</a:t>
            </a:r>
            <a:endParaRPr/>
          </a:p>
          <a:p>
            <a:pPr lvl="1" eaLnBrk="1" hangingPunct="1"/>
            <a:r>
              <a:rPr lang="zh-CN" altLang="en-US" dirty="0"/>
              <a:t>运用 </a:t>
            </a:r>
            <a:r>
              <a:rPr lang="en-US" altLang="zh-CN" dirty="0"/>
              <a:t>throw </a:t>
            </a:r>
            <a:r>
              <a:rPr lang="zh-CN" altLang="en-US" dirty="0"/>
              <a:t>抛出异常</a:t>
            </a:r>
            <a:endParaRPr/>
          </a:p>
          <a:p>
            <a:pPr lvl="1" eaLnBrk="1" hangingPunct="1"/>
            <a:r>
              <a:rPr lang="zh-CN" altLang="en-US" dirty="0"/>
              <a:t>运用 </a:t>
            </a:r>
            <a:r>
              <a:rPr lang="en-US" altLang="zh-CN" dirty="0"/>
              <a:t>throws </a:t>
            </a:r>
            <a:r>
              <a:rPr lang="zh-CN" altLang="en-US" dirty="0"/>
              <a:t>声明异常</a:t>
            </a:r>
            <a:endParaRPr/>
          </a:p>
          <a:p>
            <a:pPr eaLnBrk="1" hangingPunct="1">
              <a:buNone/>
            </a:pPr>
            <a:endParaRPr lang="zh-CN" altLang="en-US" dirty="0"/>
          </a:p>
        </p:txBody>
      </p:sp>
      <p:sp>
        <p:nvSpPr>
          <p:cNvPr id="74" name="Rectangle 6"/>
          <p:cNvSpPr>
            <a:spLocks noGrp="1"/>
          </p:cNvSpPr>
          <p:nvPr>
            <p:ph type="title"/>
          </p:nvPr>
        </p:nvSpPr>
        <p:spPr>
          <a:ln/>
        </p:spPr>
        <p:txBody>
          <a:bodyPr vert="horz" wrap="square" lIns="91440" tIns="45720" rIns="91440" bIns="45720" anchor="ctr"/>
          <a:lstStyle/>
          <a:p>
            <a:pPr eaLnBrk="1" hangingPunct="1"/>
            <a:r>
              <a:rPr lang="zh-CN" altLang="en-US" dirty="0">
                <a:solidFill>
                  <a:srgbClr val="003300"/>
                </a:solidFill>
              </a:rPr>
              <a:t>本章目标</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2"/>
          <p:cNvSpPr>
            <a:spLocks noGrp="1"/>
          </p:cNvSpPr>
          <p:nvPr>
            <p:ph type="title"/>
          </p:nvPr>
        </p:nvSpPr>
        <p:spPr>
          <a:ln/>
        </p:spPr>
        <p:txBody>
          <a:bodyPr vert="horz" wrap="square" lIns="91440" tIns="45720" rIns="91440" bIns="45720" anchor="ctr"/>
          <a:lstStyle/>
          <a:p>
            <a:pPr eaLnBrk="1" hangingPunct="1"/>
            <a:r>
              <a:rPr lang="zh-CN" altLang="en-US" dirty="0"/>
              <a:t>程序中的异常</a:t>
            </a:r>
            <a:endParaRPr/>
          </a:p>
        </p:txBody>
      </p:sp>
      <p:sp>
        <p:nvSpPr>
          <p:cNvPr id="134" name="AutoShape 4"/>
          <p:cNvSpPr/>
          <p:nvPr/>
        </p:nvSpPr>
        <p:spPr>
          <a:xfrm>
            <a:off x="584200" y="838200"/>
            <a:ext cx="7005638" cy="5764213"/>
          </a:xfrm>
          <a:prstGeom prst="roundRect">
            <a:avLst>
              <a:gd name="adj" fmla="val 314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p>
            <a:pPr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public class HelloAccp {</a:t>
            </a:r>
            <a:endParaRPr/>
          </a:p>
          <a:p>
            <a:pPr lvl="1"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public static void main(String[] args) {</a:t>
            </a:r>
            <a:endParaRPr/>
          </a:p>
          <a:p>
            <a:pPr lvl="2"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System.out.print(</a:t>
            </a:r>
            <a:r>
              <a:rPr lang="en-US" altLang="zh-CN" b="1" dirty="0">
                <a:solidFill>
                  <a:srgbClr val="003300"/>
                </a:solidFill>
                <a:latin typeface="Arial" panose="020B0604020202020204" pitchFamily="34" charset="0"/>
                <a:ea typeface="宋体" panose="02010600030101010101" pitchFamily="2" charset="-122"/>
              </a:rPr>
              <a:t>"</a:t>
            </a:r>
            <a:r>
              <a:rPr lang="zh-CN" altLang="en-US" b="1" dirty="0">
                <a:solidFill>
                  <a:srgbClr val="003300"/>
                </a:solidFill>
                <a:latin typeface="Arial" panose="020B0604020202020204" pitchFamily="34" charset="0"/>
                <a:ea typeface="黑体" panose="02010609060101010101" pitchFamily="2" charset="-122"/>
              </a:rPr>
              <a:t>请输入课程代号</a:t>
            </a:r>
            <a:r>
              <a:rPr lang="en-US" altLang="zh-CN" b="1" dirty="0">
                <a:solidFill>
                  <a:srgbClr val="003300"/>
                </a:solidFill>
                <a:latin typeface="Arial" panose="020B0604020202020204" pitchFamily="34" charset="0"/>
                <a:ea typeface="黑体" panose="02010609060101010101" pitchFamily="2" charset="-122"/>
              </a:rPr>
              <a:t>(1</a:t>
            </a:r>
            <a:r>
              <a:rPr lang="zh-CN" altLang="en-US" b="1" dirty="0">
                <a:solidFill>
                  <a:srgbClr val="003300"/>
                </a:solidFill>
                <a:latin typeface="Arial" panose="020B0604020202020204" pitchFamily="34" charset="0"/>
                <a:ea typeface="黑体" panose="02010609060101010101" pitchFamily="2" charset="-122"/>
              </a:rPr>
              <a:t>至</a:t>
            </a:r>
            <a:r>
              <a:rPr lang="en-US" altLang="zh-CN" b="1" dirty="0">
                <a:solidFill>
                  <a:srgbClr val="003300"/>
                </a:solidFill>
                <a:latin typeface="Arial" panose="020B0604020202020204" pitchFamily="34" charset="0"/>
                <a:ea typeface="黑体" panose="02010609060101010101" pitchFamily="2" charset="-122"/>
              </a:rPr>
              <a:t>3</a:t>
            </a:r>
            <a:r>
              <a:rPr lang="zh-CN" altLang="en-US" b="1" dirty="0">
                <a:solidFill>
                  <a:srgbClr val="003300"/>
                </a:solidFill>
                <a:latin typeface="Arial" panose="020B0604020202020204" pitchFamily="34" charset="0"/>
                <a:ea typeface="黑体" panose="02010609060101010101" pitchFamily="2" charset="-122"/>
              </a:rPr>
              <a:t>之间的数字</a:t>
            </a:r>
            <a:r>
              <a:rPr lang="en-US" altLang="zh-CN" b="1" dirty="0">
                <a:solidFill>
                  <a:srgbClr val="003300"/>
                </a:solidFill>
                <a:latin typeface="Arial" panose="020B0604020202020204" pitchFamily="34" charset="0"/>
                <a:ea typeface="黑体" panose="02010609060101010101" pitchFamily="2" charset="-122"/>
              </a:rPr>
              <a:t>):");</a:t>
            </a:r>
            <a:endParaRPr/>
          </a:p>
          <a:p>
            <a:pPr lvl="2"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Scanner in = new Scanner(System.in);</a:t>
            </a:r>
            <a:endParaRPr/>
          </a:p>
          <a:p>
            <a:pPr lvl="2"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int courseCode = in.nextInt(); // </a:t>
            </a:r>
            <a:r>
              <a:rPr lang="zh-CN" altLang="en-US" b="1" dirty="0">
                <a:solidFill>
                  <a:srgbClr val="003300"/>
                </a:solidFill>
                <a:latin typeface="Arial" panose="020B0604020202020204" pitchFamily="34" charset="0"/>
                <a:ea typeface="黑体" panose="02010609060101010101" pitchFamily="2" charset="-122"/>
              </a:rPr>
              <a:t>从键盘输入整数</a:t>
            </a:r>
            <a:endParaRPr/>
          </a:p>
          <a:p>
            <a:pPr lvl="2"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switch (courseCode) {</a:t>
            </a:r>
            <a:endParaRPr/>
          </a:p>
          <a:p>
            <a:pPr lvl="3"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case 1:</a:t>
            </a:r>
            <a:endParaRPr/>
          </a:p>
          <a:p>
            <a:pPr lvl="4"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System.out.println("C#</a:t>
            </a:r>
            <a:r>
              <a:rPr lang="zh-CN" altLang="en-US" b="1" dirty="0">
                <a:solidFill>
                  <a:srgbClr val="003300"/>
                </a:solidFill>
                <a:latin typeface="Arial" panose="020B0604020202020204" pitchFamily="34" charset="0"/>
                <a:ea typeface="黑体" panose="02010609060101010101" pitchFamily="2" charset="-122"/>
              </a:rPr>
              <a:t>编程</a:t>
            </a:r>
            <a:r>
              <a:rPr lang="en-US" altLang="zh-CN" b="1" dirty="0">
                <a:solidFill>
                  <a:srgbClr val="003300"/>
                </a:solidFill>
                <a:latin typeface="Arial" panose="020B0604020202020204" pitchFamily="34" charset="0"/>
                <a:ea typeface="黑体" panose="02010609060101010101" pitchFamily="2" charset="-122"/>
              </a:rPr>
              <a:t>"); </a:t>
            </a:r>
            <a:endParaRPr/>
          </a:p>
          <a:p>
            <a:pPr lvl="4"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break;</a:t>
            </a:r>
            <a:endParaRPr/>
          </a:p>
          <a:p>
            <a:pPr lvl="3"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case 2:</a:t>
            </a:r>
            <a:endParaRPr/>
          </a:p>
          <a:p>
            <a:pPr lvl="4"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System.out.println("Java</a:t>
            </a:r>
            <a:r>
              <a:rPr lang="zh-CN" altLang="en-US" b="1" dirty="0">
                <a:solidFill>
                  <a:srgbClr val="003300"/>
                </a:solidFill>
                <a:latin typeface="Arial" panose="020B0604020202020204" pitchFamily="34" charset="0"/>
                <a:ea typeface="黑体" panose="02010609060101010101" pitchFamily="2" charset="-122"/>
              </a:rPr>
              <a:t>编程</a:t>
            </a:r>
            <a:r>
              <a:rPr lang="en-US" altLang="zh-CN" b="1" dirty="0">
                <a:solidFill>
                  <a:srgbClr val="003300"/>
                </a:solidFill>
                <a:latin typeface="Arial" panose="020B0604020202020204" pitchFamily="34" charset="0"/>
                <a:ea typeface="黑体" panose="02010609060101010101" pitchFamily="2" charset="-122"/>
              </a:rPr>
              <a:t>"); </a:t>
            </a:r>
            <a:endParaRPr/>
          </a:p>
          <a:p>
            <a:pPr lvl="4"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break;</a:t>
            </a:r>
            <a:endParaRPr/>
          </a:p>
          <a:p>
            <a:pPr lvl="3"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case 3:</a:t>
            </a:r>
            <a:endParaRPr/>
          </a:p>
          <a:p>
            <a:pPr lvl="4"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System.out.println("SQL</a:t>
            </a:r>
            <a:r>
              <a:rPr lang="zh-CN" altLang="en-US" b="1" dirty="0">
                <a:solidFill>
                  <a:srgbClr val="003300"/>
                </a:solidFill>
                <a:latin typeface="Arial" panose="020B0604020202020204" pitchFamily="34" charset="0"/>
                <a:ea typeface="黑体" panose="02010609060101010101" pitchFamily="2" charset="-122"/>
              </a:rPr>
              <a:t>基础</a:t>
            </a:r>
            <a:r>
              <a:rPr lang="en-US" altLang="zh-CN" b="1" dirty="0">
                <a:solidFill>
                  <a:srgbClr val="003300"/>
                </a:solidFill>
                <a:latin typeface="Arial" panose="020B0604020202020204" pitchFamily="34" charset="0"/>
                <a:ea typeface="黑体" panose="02010609060101010101" pitchFamily="2" charset="-122"/>
              </a:rPr>
              <a:t>"); </a:t>
            </a:r>
            <a:endParaRPr/>
          </a:p>
          <a:p>
            <a:pPr lvl="2"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a:t>
            </a:r>
            <a:endParaRPr/>
          </a:p>
          <a:p>
            <a:pPr lvl="1" fontAlgn="b">
              <a:spcBef>
                <a:spcPct val="20000"/>
              </a:spcBef>
              <a:buClr>
                <a:schemeClr val="folHlink"/>
              </a:buClr>
              <a:buSzPct val="60000"/>
              <a:buFont typeface="Wingdings" panose="05000000000000000000" pitchFamily="2" charset="2"/>
              <a:buNone/>
            </a:pPr>
            <a:r>
              <a:rPr lang="en-US" altLang="zh-CN" b="1" dirty="0">
                <a:solidFill>
                  <a:srgbClr val="003300"/>
                </a:solidFill>
                <a:latin typeface="Arial" panose="020B0604020202020204" pitchFamily="34" charset="0"/>
                <a:ea typeface="黑体" panose="02010609060101010101" pitchFamily="2" charset="-122"/>
              </a:rPr>
              <a:t>}</a:t>
            </a:r>
            <a:endParaRPr/>
          </a:p>
          <a:p>
            <a:pPr fontAlgn="b">
              <a:spcBef>
                <a:spcPct val="20000"/>
              </a:spcBef>
              <a:buClr>
                <a:schemeClr val="folHlink"/>
              </a:buClr>
              <a:buSzPct val="60000"/>
              <a:buFont typeface="Wingdings" panose="05000000000000000000" pitchFamily="2" charset="2"/>
              <a:buNone/>
            </a:pPr>
            <a:r>
              <a:rPr lang="en-US" altLang="zh-CN" b="1" dirty="0">
                <a:latin typeface="Arial" panose="020B0604020202020204" pitchFamily="34" charset="0"/>
                <a:ea typeface="黑体" panose="02010609060101010101" pitchFamily="2" charset="-122"/>
              </a:rPr>
              <a:t>}</a:t>
            </a:r>
            <a:endParaRPr/>
          </a:p>
        </p:txBody>
      </p:sp>
      <p:sp>
        <p:nvSpPr>
          <p:cNvPr id="135" name="AutoShape 6"/>
          <p:cNvSpPr/>
          <p:nvPr/>
        </p:nvSpPr>
        <p:spPr>
          <a:xfrm>
            <a:off x="6948488" y="2709863"/>
            <a:ext cx="1871662" cy="792162"/>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2</a:t>
            </a:r>
            <a:endParaRPr/>
          </a:p>
          <a:p>
            <a:pPr eaLnBrk="0" hangingPunct="0"/>
            <a:r>
              <a:rPr lang="zh-CN" altLang="en-US" b="1" dirty="0">
                <a:solidFill>
                  <a:srgbClr val="003300"/>
                </a:solidFill>
                <a:latin typeface="Arial" panose="020B0604020202020204" pitchFamily="34" charset="0"/>
                <a:ea typeface="黑体" panose="02010609060101010101" pitchFamily="2" charset="-122"/>
              </a:rPr>
              <a:t>输出：</a:t>
            </a:r>
            <a:r>
              <a:rPr lang="en-US" altLang="zh-CN" b="1" dirty="0">
                <a:solidFill>
                  <a:srgbClr val="003300"/>
                </a:solidFill>
                <a:latin typeface="Arial" panose="020B0604020202020204" pitchFamily="34" charset="0"/>
                <a:ea typeface="黑体" panose="02010609060101010101" pitchFamily="2" charset="-122"/>
              </a:rPr>
              <a:t>Java</a:t>
            </a:r>
            <a:r>
              <a:rPr lang="zh-CN" altLang="en-US" b="1" dirty="0">
                <a:solidFill>
                  <a:srgbClr val="003300"/>
                </a:solidFill>
                <a:latin typeface="Arial" panose="020B0604020202020204" pitchFamily="34" charset="0"/>
                <a:ea typeface="黑体" panose="02010609060101010101" pitchFamily="2" charset="-122"/>
              </a:rPr>
              <a:t>编程</a:t>
            </a:r>
            <a:endParaRPr/>
          </a:p>
        </p:txBody>
      </p:sp>
      <p:sp>
        <p:nvSpPr>
          <p:cNvPr id="136" name="AutoShape 9"/>
          <p:cNvSpPr/>
          <p:nvPr/>
        </p:nvSpPr>
        <p:spPr>
          <a:xfrm>
            <a:off x="7021513" y="4799013"/>
            <a:ext cx="1871662" cy="792162"/>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B</a:t>
            </a:r>
            <a:endParaRPr/>
          </a:p>
          <a:p>
            <a:pPr eaLnBrk="0" hangingPunct="0"/>
            <a:r>
              <a:rPr lang="zh-CN" altLang="en-US" b="1" dirty="0">
                <a:solidFill>
                  <a:srgbClr val="003300"/>
                </a:solidFill>
                <a:latin typeface="Arial" panose="020B0604020202020204" pitchFamily="34" charset="0"/>
                <a:ea typeface="黑体" panose="02010609060101010101" pitchFamily="2" charset="-122"/>
              </a:rPr>
              <a:t>程序中断运行！</a:t>
            </a:r>
            <a:endParaRPr/>
          </a:p>
        </p:txBody>
      </p:sp>
      <p:sp>
        <p:nvSpPr>
          <p:cNvPr id="137" name="AutoShape 5"/>
          <p:cNvSpPr/>
          <p:nvPr/>
        </p:nvSpPr>
        <p:spPr>
          <a:xfrm>
            <a:off x="6948488" y="2133600"/>
            <a:ext cx="1871662" cy="504825"/>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正常情况：</a:t>
            </a:r>
            <a:endParaRPr/>
          </a:p>
        </p:txBody>
      </p:sp>
      <p:sp>
        <p:nvSpPr>
          <p:cNvPr id="138" name="AutoShape 8"/>
          <p:cNvSpPr/>
          <p:nvPr/>
        </p:nvSpPr>
        <p:spPr>
          <a:xfrm>
            <a:off x="7021513" y="4222750"/>
            <a:ext cx="1871662" cy="504825"/>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异常情况：</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wipe(left)">
                                      <p:cBhvr>
                                        <p:cTn id="7" dur="500"/>
                                        <p:tgtEl>
                                          <p:spTgt spid="137"/>
                                        </p:tgtEl>
                                      </p:cBhvr>
                                    </p:animEffect>
                                  </p:childTnLst>
                                </p:cTn>
                              </p:par>
                              <p:par>
                                <p:cTn id="8" presetID="22" presetClass="entr" presetSubtype="8"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wipe(left)">
                                      <p:cBhvr>
                                        <p:cTn id="10" dur="500"/>
                                        <p:tgtEl>
                                          <p:spTgt spid="13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8"/>
                                        </p:tgtEl>
                                        <p:attrNameLst>
                                          <p:attrName>style.visibility</p:attrName>
                                        </p:attrNameLst>
                                      </p:cBhvr>
                                      <p:to>
                                        <p:strVal val="visible"/>
                                      </p:to>
                                    </p:set>
                                    <p:animEffect transition="in" filter="wipe(left)">
                                      <p:cBhvr>
                                        <p:cTn id="15" dur="500"/>
                                        <p:tgtEl>
                                          <p:spTgt spid="138"/>
                                        </p:tgtEl>
                                      </p:cBhvr>
                                    </p:animEffect>
                                  </p:childTnLst>
                                </p:cTn>
                              </p:par>
                              <p:par>
                                <p:cTn id="16" presetID="22" presetClass="entr" presetSubtype="8" fill="hold" nodeType="with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wipe(left)">
                                      <p:cBhvr>
                                        <p:cTn id="18" dur="500"/>
                                        <p:tgtEl>
                                          <p:spTgt spid="136"/>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标题 1"/>
          <p:cNvSpPr>
            <a:spLocks noGrp="1"/>
          </p:cNvSpPr>
          <p:nvPr>
            <p:ph type="title"/>
          </p:nvPr>
        </p:nvSpPr>
        <p:spPr/>
        <p:txBody>
          <a:bodyPr/>
          <a:lstStyle/>
          <a:p>
            <a:r>
              <a:rPr lang="zh-CN" altLang="en-US" dirty="0"/>
              <a:t>错误和异常的区别</a:t>
            </a:r>
            <a:endParaRPr/>
          </a:p>
        </p:txBody>
      </p:sp>
      <p:sp>
        <p:nvSpPr>
          <p:cNvPr id="173" name="内容占位符 2"/>
          <p:cNvSpPr>
            <a:spLocks noGrp="1"/>
          </p:cNvSpPr>
          <p:nvPr>
            <p:ph idx="1"/>
          </p:nvPr>
        </p:nvSpPr>
        <p:spPr>
          <a:xfrm>
            <a:off x="467544" y="1340768"/>
            <a:ext cx="8229600" cy="4733925"/>
          </a:xfrm>
        </p:spPr>
        <p:txBody>
          <a:bodyPr/>
          <a:lstStyle/>
          <a:p>
            <a:pPr marL="0" indent="0">
              <a:lnSpc>
                <a:spcPct val="150000"/>
              </a:lnSpc>
              <a:buNone/>
            </a:pPr>
            <a:r>
              <a:rPr lang="zh-CN" altLang="en-US" dirty="0"/>
              <a:t>错误：程序编译时检测的语法问题。</a:t>
            </a:r>
            <a:endParaRPr lang="en-US" altLang="zh-CN" dirty="0"/>
          </a:p>
          <a:p>
            <a:pPr marL="0" indent="0">
              <a:lnSpc>
                <a:spcPct val="150000"/>
              </a:lnSpc>
              <a:buNone/>
            </a:pPr>
            <a:r>
              <a:rPr lang="zh-CN" altLang="en-US" dirty="0"/>
              <a:t>异常：程序运行时</a:t>
            </a:r>
            <a:r>
              <a:rPr lang="zh-CN" altLang="en-US" dirty="0">
                <a:solidFill>
                  <a:srgbClr val="FF0000"/>
                </a:solidFill>
              </a:rPr>
              <a:t>可能</a:t>
            </a:r>
            <a:r>
              <a:rPr lang="zh-CN" altLang="en-US" dirty="0"/>
              <a:t>出现的终止。</a:t>
            </a:r>
            <a:endParaRPr lang="en-US" altLang="zh-CN" dirty="0"/>
          </a:p>
          <a:p>
            <a:pPr marL="0" indent="0">
              <a:lnSpc>
                <a:spcPct val="150000"/>
              </a:lnSpc>
              <a:buNone/>
            </a:pPr>
            <a:r>
              <a:rPr lang="zh-CN" altLang="en-US" dirty="0"/>
              <a:t> 正常程序流程所不能处理或没有处理的异常情况或异常事件。</a:t>
            </a:r>
            <a:endParaRPr/>
          </a:p>
          <a:p>
            <a:pPr marL="0" indent="0">
              <a:lnSpc>
                <a:spcPct val="150000"/>
              </a:lnSpc>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3">
                                            <p:txEl>
                                              <p:pRg st="0" end="0"/>
                                            </p:txEl>
                                          </p:spTgt>
                                        </p:tgtEl>
                                        <p:attrNameLst>
                                          <p:attrName>style.visibility</p:attrName>
                                        </p:attrNameLst>
                                      </p:cBhvr>
                                      <p:to>
                                        <p:strVal val="visible"/>
                                      </p:to>
                                    </p:set>
                                    <p:anim calcmode="lin" valueType="num">
                                      <p:cBhvr additive="base">
                                        <p:cTn id="7" dur="500" fill="hold"/>
                                        <p:tgtEl>
                                          <p:spTgt spid="1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3">
                                            <p:txEl>
                                              <p:pRg st="1" end="1"/>
                                            </p:txEl>
                                          </p:spTgt>
                                        </p:tgtEl>
                                        <p:attrNameLst>
                                          <p:attrName>style.visibility</p:attrName>
                                        </p:attrNameLst>
                                      </p:cBhvr>
                                      <p:to>
                                        <p:strVal val="visible"/>
                                      </p:to>
                                    </p:set>
                                    <p:anim calcmode="lin" valueType="num">
                                      <p:cBhvr additive="base">
                                        <p:cTn id="13" dur="500" fill="hold"/>
                                        <p:tgtEl>
                                          <p:spTgt spid="17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3">
                                            <p:txEl>
                                              <p:pRg st="2" end="2"/>
                                            </p:txEl>
                                          </p:spTgt>
                                        </p:tgtEl>
                                        <p:attrNameLst>
                                          <p:attrName>style.visibility</p:attrName>
                                        </p:attrNameLst>
                                      </p:cBhvr>
                                      <p:to>
                                        <p:strVal val="visible"/>
                                      </p:to>
                                    </p:set>
                                    <p:anim calcmode="lin" valueType="num">
                                      <p:cBhvr additive="base">
                                        <p:cTn id="19" dur="500" fill="hold"/>
                                        <p:tgtEl>
                                          <p:spTgt spid="17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Rectangle 2"/>
          <p:cNvSpPr>
            <a:spLocks noGrp="1"/>
          </p:cNvSpPr>
          <p:nvPr>
            <p:ph type="title"/>
          </p:nvPr>
        </p:nvSpPr>
        <p:spPr>
          <a:ln/>
        </p:spPr>
        <p:txBody>
          <a:bodyPr vert="horz" wrap="square" lIns="91440" tIns="45720" rIns="91440" bIns="45720" anchor="ctr"/>
          <a:lstStyle/>
          <a:p>
            <a:pPr eaLnBrk="1" hangingPunct="1"/>
            <a:r>
              <a:rPr lang="zh-CN" altLang="en-US" dirty="0"/>
              <a:t>什么是异常处理</a:t>
            </a:r>
            <a:endParaRPr/>
          </a:p>
        </p:txBody>
      </p:sp>
      <p:sp>
        <p:nvSpPr>
          <p:cNvPr id="176" name="Rectangle 3"/>
          <p:cNvSpPr>
            <a:spLocks noGrp="1"/>
          </p:cNvSpPr>
          <p:nvPr>
            <p:ph idx="1"/>
          </p:nvPr>
        </p:nvSpPr>
        <p:spPr>
          <a:xfrm>
            <a:off x="457200" y="1600200"/>
            <a:ext cx="8229600" cy="936625"/>
          </a:xfrm>
          <a:ln/>
        </p:spPr>
        <p:txBody>
          <a:bodyPr vert="horz" wrap="square" lIns="91440" tIns="45720" rIns="91440" bIns="45720" anchor="t"/>
          <a:lstStyle/>
          <a:p>
            <a:pPr eaLnBrk="1" hangingPunct="1">
              <a:lnSpc>
                <a:spcPct val="90000"/>
              </a:lnSpc>
            </a:pPr>
            <a:r>
              <a:rPr lang="en-US" altLang="zh-CN" dirty="0"/>
              <a:t>Java</a:t>
            </a:r>
            <a:r>
              <a:rPr lang="zh-CN" altLang="en-US" dirty="0"/>
              <a:t>编程语言使用异常处理机制为程序提供了错误处理的能力</a:t>
            </a:r>
            <a:endParaRPr/>
          </a:p>
        </p:txBody>
      </p:sp>
      <p:sp>
        <p:nvSpPr>
          <p:cNvPr id="177" name="AutoShape 6"/>
          <p:cNvSpPr/>
          <p:nvPr/>
        </p:nvSpPr>
        <p:spPr>
          <a:xfrm>
            <a:off x="1187450" y="2973388"/>
            <a:ext cx="2376488" cy="671512"/>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程序中预先想好了 </a:t>
            </a:r>
            <a:endParaRPr/>
          </a:p>
          <a:p>
            <a:pPr eaLnBrk="0" hangingPunct="0"/>
            <a:r>
              <a:rPr lang="zh-CN" altLang="en-US" b="1" dirty="0">
                <a:solidFill>
                  <a:srgbClr val="003300"/>
                </a:solidFill>
                <a:latin typeface="Arial" panose="020B0604020202020204" pitchFamily="34" charset="0"/>
                <a:ea typeface="黑体" panose="02010609060101010101" pitchFamily="2" charset="-122"/>
              </a:rPr>
              <a:t>对付异常的处理办法 </a:t>
            </a:r>
            <a:endParaRPr/>
          </a:p>
        </p:txBody>
      </p:sp>
      <p:sp>
        <p:nvSpPr>
          <p:cNvPr id="178" name="AutoShape 15"/>
          <p:cNvSpPr/>
          <p:nvPr/>
        </p:nvSpPr>
        <p:spPr>
          <a:xfrm>
            <a:off x="5940425" y="3068638"/>
            <a:ext cx="1079500" cy="504825"/>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异常！</a:t>
            </a:r>
            <a:r>
              <a:rPr lang="zh-CN" altLang="en-US" b="1" dirty="0">
                <a:latin typeface="Arial" panose="020B0604020202020204" pitchFamily="34" charset="0"/>
                <a:ea typeface="黑体" panose="02010609060101010101" pitchFamily="2" charset="-122"/>
              </a:rPr>
              <a:t> </a:t>
            </a:r>
            <a:endParaRPr/>
          </a:p>
        </p:txBody>
      </p:sp>
      <p:sp>
        <p:nvSpPr>
          <p:cNvPr id="179" name="AutoShape 16"/>
          <p:cNvSpPr/>
          <p:nvPr/>
        </p:nvSpPr>
        <p:spPr>
          <a:xfrm>
            <a:off x="3779838" y="3009900"/>
            <a:ext cx="2016125" cy="549275"/>
          </a:xfrm>
          <a:prstGeom prst="rightArrow">
            <a:avLst>
              <a:gd name="adj1" fmla="val 50000"/>
              <a:gd name="adj2" fmla="val 91763"/>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程序运行</a:t>
            </a:r>
            <a:endParaRPr/>
          </a:p>
        </p:txBody>
      </p:sp>
      <p:sp>
        <p:nvSpPr>
          <p:cNvPr id="180" name="AutoShape 18"/>
          <p:cNvSpPr/>
          <p:nvPr/>
        </p:nvSpPr>
        <p:spPr>
          <a:xfrm>
            <a:off x="4427538" y="4306888"/>
            <a:ext cx="3170237" cy="549275"/>
          </a:xfrm>
          <a:prstGeom prst="rightArrow">
            <a:avLst>
              <a:gd name="adj1" fmla="val 50000"/>
              <a:gd name="adj2" fmla="val 144291"/>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处理完毕，程序继续运行</a:t>
            </a:r>
            <a:endParaRPr/>
          </a:p>
        </p:txBody>
      </p:sp>
      <p:sp>
        <p:nvSpPr>
          <p:cNvPr id="181" name="AutoShape 19"/>
          <p:cNvSpPr/>
          <p:nvPr/>
        </p:nvSpPr>
        <p:spPr>
          <a:xfrm>
            <a:off x="1042988" y="4306888"/>
            <a:ext cx="3170237" cy="549275"/>
          </a:xfrm>
          <a:prstGeom prst="rightArrow">
            <a:avLst>
              <a:gd name="adj1" fmla="val 50000"/>
              <a:gd name="adj2" fmla="val 144291"/>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对异常进行处理</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wipe(left)">
                                      <p:cBhvr>
                                        <p:cTn id="7" dur="500"/>
                                        <p:tgtEl>
                                          <p:spTgt spid="177"/>
                                        </p:tgtEl>
                                      </p:cBhvr>
                                    </p:animEffect>
                                  </p:childTnLst>
                                </p:cTn>
                              </p:par>
                              <p:par>
                                <p:cTn id="8" presetID="22" presetClass="entr" presetSubtype="8" fill="hold" nodeType="withEffect">
                                  <p:stCondLst>
                                    <p:cond delay="0"/>
                                  </p:stCondLst>
                                  <p:childTnLst>
                                    <p:set>
                                      <p:cBhvr>
                                        <p:cTn id="9" dur="1" fill="hold">
                                          <p:stCondLst>
                                            <p:cond delay="0"/>
                                          </p:stCondLst>
                                        </p:cTn>
                                        <p:tgtEl>
                                          <p:spTgt spid="179"/>
                                        </p:tgtEl>
                                        <p:attrNameLst>
                                          <p:attrName>style.visibility</p:attrName>
                                        </p:attrNameLst>
                                      </p:cBhvr>
                                      <p:to>
                                        <p:strVal val="visible"/>
                                      </p:to>
                                    </p:set>
                                    <p:animEffect transition="in" filter="wipe(left)">
                                      <p:cBhvr>
                                        <p:cTn id="10" dur="500"/>
                                        <p:tgtEl>
                                          <p:spTgt spid="179"/>
                                        </p:tgtEl>
                                      </p:cBhvr>
                                    </p:animEffect>
                                  </p:childTnLst>
                                </p:cTn>
                              </p:par>
                              <p:par>
                                <p:cTn id="11" presetID="22" presetClass="entr" presetSubtype="8" fill="hold" nodeType="withEffect">
                                  <p:stCondLst>
                                    <p:cond delay="0"/>
                                  </p:stCondLst>
                                  <p:childTnLst>
                                    <p:set>
                                      <p:cBhvr>
                                        <p:cTn id="12" dur="1" fill="hold">
                                          <p:stCondLst>
                                            <p:cond delay="0"/>
                                          </p:stCondLst>
                                        </p:cTn>
                                        <p:tgtEl>
                                          <p:spTgt spid="178"/>
                                        </p:tgtEl>
                                        <p:attrNameLst>
                                          <p:attrName>style.visibility</p:attrName>
                                        </p:attrNameLst>
                                      </p:cBhvr>
                                      <p:to>
                                        <p:strVal val="visible"/>
                                      </p:to>
                                    </p:set>
                                    <p:animEffect transition="in" filter="wipe(left)">
                                      <p:cBhvr>
                                        <p:cTn id="13" dur="500"/>
                                        <p:tgtEl>
                                          <p:spTgt spid="17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80"/>
                                        </p:tgtEl>
                                        <p:attrNameLst>
                                          <p:attrName>style.visibility</p:attrName>
                                        </p:attrNameLst>
                                      </p:cBhvr>
                                      <p:to>
                                        <p:strVal val="visible"/>
                                      </p:to>
                                    </p:set>
                                    <p:animEffect transition="in" filter="wipe(left)">
                                      <p:cBhvr>
                                        <p:cTn id="18" dur="500"/>
                                        <p:tgtEl>
                                          <p:spTgt spid="180"/>
                                        </p:tgtEl>
                                      </p:cBhvr>
                                    </p:animEffect>
                                  </p:childTnLst>
                                </p:cTn>
                              </p:par>
                              <p:par>
                                <p:cTn id="19" presetID="22" presetClass="entr" presetSubtype="8" fill="hold" nodeType="withEffect">
                                  <p:stCondLst>
                                    <p:cond delay="0"/>
                                  </p:stCondLst>
                                  <p:childTnLst>
                                    <p:set>
                                      <p:cBhvr>
                                        <p:cTn id="20" dur="1" fill="hold">
                                          <p:stCondLst>
                                            <p:cond delay="0"/>
                                          </p:stCondLst>
                                        </p:cTn>
                                        <p:tgtEl>
                                          <p:spTgt spid="181"/>
                                        </p:tgtEl>
                                        <p:attrNameLst>
                                          <p:attrName>style.visibility</p:attrName>
                                        </p:attrNameLst>
                                      </p:cBhvr>
                                      <p:to>
                                        <p:strVal val="visible"/>
                                      </p:to>
                                    </p:set>
                                    <p:animEffect transition="in" filter="wipe(left)">
                                      <p:cBhvr>
                                        <p:cTn id="21" dur="500"/>
                                        <p:tgtEl>
                                          <p:spTgt spid="181"/>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Rectangle 2"/>
          <p:cNvSpPr>
            <a:spLocks noGrp="1"/>
          </p:cNvSpPr>
          <p:nvPr>
            <p:ph type="title"/>
          </p:nvPr>
        </p:nvSpPr>
        <p:spPr>
          <a:xfrm>
            <a:off x="-31750" y="-53975"/>
            <a:ext cx="8204200" cy="814388"/>
          </a:xfrm>
          <a:ln/>
        </p:spPr>
        <p:txBody>
          <a:bodyPr vert="horz" wrap="square" lIns="91440" tIns="45720" rIns="91440" bIns="45720" anchor="ctr"/>
          <a:lstStyle/>
          <a:p>
            <a:pPr eaLnBrk="1" hangingPunct="1"/>
            <a:r>
              <a:rPr lang="en-US" altLang="zh-CN" b="0" dirty="0">
                <a:solidFill>
                  <a:srgbClr val="0000FF"/>
                </a:solidFill>
              </a:rPr>
              <a:t>                                     </a:t>
            </a:r>
            <a:br>
              <a:rPr lang="en-US" altLang="zh-CN" b="0" dirty="0">
                <a:solidFill>
                  <a:srgbClr val="0000FF"/>
                </a:solidFill>
              </a:rPr>
            </a:br>
            <a:r>
              <a:rPr lang="zh-CN" altLang="en-US" b="0" dirty="0">
                <a:solidFill>
                  <a:schemeClr val="accent5">
                    <a:lumMod val="20000"/>
                    <a:lumOff val="80000"/>
                  </a:schemeClr>
                </a:solidFill>
              </a:rPr>
              <a:t>常见异常</a:t>
            </a:r>
            <a:endParaRPr lang="en-US" altLang="zh-CN" b="0" dirty="0">
              <a:solidFill>
                <a:schemeClr val="accent5">
                  <a:lumMod val="20000"/>
                  <a:lumOff val="80000"/>
                </a:schemeClr>
              </a:solidFill>
            </a:endParaRPr>
          </a:p>
        </p:txBody>
      </p:sp>
      <p:sp>
        <p:nvSpPr>
          <p:cNvPr id="184" name="Rectangle 3"/>
          <p:cNvSpPr>
            <a:spLocks noGrp="1"/>
          </p:cNvSpPr>
          <p:nvPr>
            <p:ph type="body"/>
          </p:nvPr>
        </p:nvSpPr>
        <p:spPr>
          <a:xfrm>
            <a:off x="533400" y="1676400"/>
            <a:ext cx="7845425" cy="3910013"/>
          </a:xfrm>
          <a:ln/>
        </p:spPr>
        <p:txBody>
          <a:bodyPr vert="horz" wrap="square" lIns="91440" tIns="45720" rIns="91440" bIns="45720" anchor="t"/>
          <a:lstStyle/>
          <a:p>
            <a:pPr eaLnBrk="1" hangingPunct="1"/>
            <a:r>
              <a:rPr lang="zh-CN" altLang="en-US" dirty="0"/>
              <a:t>数组的下标越界</a:t>
            </a:r>
            <a:endParaRPr dirty="0"/>
          </a:p>
          <a:p>
            <a:pPr eaLnBrk="1" hangingPunct="1"/>
            <a:r>
              <a:rPr lang="zh-CN" altLang="en-US" dirty="0"/>
              <a:t>打开不存在的文件</a:t>
            </a:r>
            <a:endParaRPr dirty="0"/>
          </a:p>
          <a:p>
            <a:pPr eaLnBrk="1" hangingPunct="1"/>
            <a:r>
              <a:rPr lang="zh-CN" altLang="en-US" dirty="0"/>
              <a:t>网络无法连接</a:t>
            </a:r>
            <a:endParaRPr dirty="0"/>
          </a:p>
          <a:p>
            <a:pPr eaLnBrk="1" hangingPunct="1"/>
            <a:r>
              <a:rPr lang="zh-CN" altLang="en-US" dirty="0"/>
              <a:t>操作数超出所要求的范围</a:t>
            </a:r>
            <a:endParaRPr dirty="0"/>
          </a:p>
          <a:p>
            <a:pPr eaLnBrk="1" hangingPunct="1"/>
            <a:r>
              <a:rPr lang="zh-CN" altLang="en-US" dirty="0"/>
              <a:t>少了所需加载的类</a:t>
            </a:r>
            <a:endParaRPr dirty="0"/>
          </a:p>
          <a:p>
            <a:pPr eaLnBrk="1" hangingPunct="1"/>
            <a:r>
              <a:rPr lang="zh-CN" altLang="en-US" dirty="0"/>
              <a:t>自定义异常，要求程序处理</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
                                            <p:txEl>
                                              <p:pRg st="0" end="0"/>
                                            </p:txEl>
                                          </p:spTgt>
                                        </p:tgtEl>
                                        <p:attrNameLst>
                                          <p:attrName>style.visibility</p:attrName>
                                        </p:attrNameLst>
                                      </p:cBhvr>
                                      <p:to>
                                        <p:strVal val="visible"/>
                                      </p:to>
                                    </p:set>
                                    <p:anim calcmode="lin" valueType="num">
                                      <p:cBhvr additive="base">
                                        <p:cTn id="7" dur="500" fill="hold"/>
                                        <p:tgtEl>
                                          <p:spTgt spid="1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
                                            <p:txEl>
                                              <p:pRg st="1" end="1"/>
                                            </p:txEl>
                                          </p:spTgt>
                                        </p:tgtEl>
                                        <p:attrNameLst>
                                          <p:attrName>style.visibility</p:attrName>
                                        </p:attrNameLst>
                                      </p:cBhvr>
                                      <p:to>
                                        <p:strVal val="visible"/>
                                      </p:to>
                                    </p:set>
                                    <p:anim calcmode="lin" valueType="num">
                                      <p:cBhvr additive="base">
                                        <p:cTn id="13" dur="500" fill="hold"/>
                                        <p:tgtEl>
                                          <p:spTgt spid="1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4">
                                            <p:txEl>
                                              <p:pRg st="2" end="2"/>
                                            </p:txEl>
                                          </p:spTgt>
                                        </p:tgtEl>
                                        <p:attrNameLst>
                                          <p:attrName>style.visibility</p:attrName>
                                        </p:attrNameLst>
                                      </p:cBhvr>
                                      <p:to>
                                        <p:strVal val="visible"/>
                                      </p:to>
                                    </p:set>
                                    <p:anim calcmode="lin" valueType="num">
                                      <p:cBhvr additive="base">
                                        <p:cTn id="19" dur="500" fill="hold"/>
                                        <p:tgtEl>
                                          <p:spTgt spid="18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4">
                                            <p:txEl>
                                              <p:pRg st="3" end="3"/>
                                            </p:txEl>
                                          </p:spTgt>
                                        </p:tgtEl>
                                        <p:attrNameLst>
                                          <p:attrName>style.visibility</p:attrName>
                                        </p:attrNameLst>
                                      </p:cBhvr>
                                      <p:to>
                                        <p:strVal val="visible"/>
                                      </p:to>
                                    </p:set>
                                    <p:anim calcmode="lin" valueType="num">
                                      <p:cBhvr additive="base">
                                        <p:cTn id="25" dur="500" fill="hold"/>
                                        <p:tgtEl>
                                          <p:spTgt spid="18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4">
                                            <p:txEl>
                                              <p:pRg st="4" end="4"/>
                                            </p:txEl>
                                          </p:spTgt>
                                        </p:tgtEl>
                                        <p:attrNameLst>
                                          <p:attrName>style.visibility</p:attrName>
                                        </p:attrNameLst>
                                      </p:cBhvr>
                                      <p:to>
                                        <p:strVal val="visible"/>
                                      </p:to>
                                    </p:set>
                                    <p:anim calcmode="lin" valueType="num">
                                      <p:cBhvr additive="base">
                                        <p:cTn id="31" dur="500" fill="hold"/>
                                        <p:tgtEl>
                                          <p:spTgt spid="18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4">
                                            <p:txEl>
                                              <p:pRg st="5" end="5"/>
                                            </p:txEl>
                                          </p:spTgt>
                                        </p:tgtEl>
                                        <p:attrNameLst>
                                          <p:attrName>style.visibility</p:attrName>
                                        </p:attrNameLst>
                                      </p:cBhvr>
                                      <p:to>
                                        <p:strVal val="visible"/>
                                      </p:to>
                                    </p:set>
                                    <p:anim calcmode="lin" valueType="num">
                                      <p:cBhvr additive="base">
                                        <p:cTn id="37" dur="500" fill="hold"/>
                                        <p:tgtEl>
                                          <p:spTgt spid="18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标题 1"/>
          <p:cNvSpPr>
            <a:spLocks noGrp="1"/>
          </p:cNvSpPr>
          <p:nvPr>
            <p:ph type="title"/>
          </p:nvPr>
        </p:nvSpPr>
        <p:spPr>
          <a:ln/>
        </p:spPr>
        <p:txBody>
          <a:bodyPr vert="horz" wrap="square" lIns="91440" tIns="45720" rIns="91440" bIns="45720" anchor="ctr"/>
          <a:lstStyle/>
          <a:p>
            <a:br>
              <a:rPr lang="en-US" altLang="zh-CN" dirty="0"/>
            </a:br>
            <a:br>
              <a:rPr lang="en-US" altLang="zh-CN" dirty="0"/>
            </a:br>
            <a:r>
              <a:rPr lang="en-US" altLang="zh-CN" dirty="0"/>
              <a:t> </a:t>
            </a:r>
            <a:r>
              <a:rPr lang="zh-CN" altLang="en-US" dirty="0"/>
              <a:t>异常类</a:t>
            </a:r>
            <a:r>
              <a:rPr lang="en-US" altLang="zh-CN" dirty="0"/>
              <a:t>Exception</a:t>
            </a:r>
            <a:endParaRPr lang="zh-CN" altLang="en-US" dirty="0"/>
          </a:p>
        </p:txBody>
      </p:sp>
      <p:sp>
        <p:nvSpPr>
          <p:cNvPr id="187" name="内容占位符 2"/>
          <p:cNvSpPr>
            <a:spLocks noGrp="1"/>
          </p:cNvSpPr>
          <p:nvPr>
            <p:ph idx="1"/>
          </p:nvPr>
        </p:nvSpPr>
        <p:spPr>
          <a:xfrm>
            <a:off x="428625" y="1285875"/>
            <a:ext cx="8229600" cy="4525963"/>
          </a:xfrm>
          <a:ln/>
        </p:spPr>
        <p:txBody>
          <a:bodyPr vert="horz" wrap="square" lIns="91440" tIns="45720" rIns="91440" bIns="45720" anchor="t"/>
          <a:lstStyle/>
          <a:p>
            <a:r>
              <a:rPr lang="zh-CN" altLang="en-US" dirty="0"/>
              <a:t>构造函数为：</a:t>
            </a:r>
            <a:endParaRPr/>
          </a:p>
          <a:p>
            <a:pPr lvl="1"/>
            <a:r>
              <a:rPr lang="en-US" altLang="zh-CN" dirty="0"/>
              <a:t>public Exception();</a:t>
            </a:r>
            <a:endParaRPr/>
          </a:p>
          <a:p>
            <a:pPr lvl="1"/>
            <a:r>
              <a:rPr lang="en-US" altLang="zh-CN" dirty="0"/>
              <a:t>public Exception(String s);</a:t>
            </a:r>
            <a:endParaRPr/>
          </a:p>
          <a:p>
            <a:r>
              <a:rPr lang="zh-CN" altLang="en-US" dirty="0"/>
              <a:t>常用的方法（）：</a:t>
            </a:r>
            <a:endParaRPr/>
          </a:p>
          <a:p>
            <a:pPr lvl="1"/>
            <a:r>
              <a:rPr lang="en-US" altLang="zh-CN" dirty="0"/>
              <a:t>public String toString()</a:t>
            </a:r>
            <a:r>
              <a:rPr lang="zh-CN" altLang="en-US" dirty="0"/>
              <a:t>：返回异常类信息</a:t>
            </a:r>
            <a:endParaRPr/>
          </a:p>
          <a:p>
            <a:pPr lvl="1"/>
            <a:r>
              <a:rPr lang="en-US" altLang="zh-CN" dirty="0"/>
              <a:t>public void printStackTrace()</a:t>
            </a:r>
            <a:r>
              <a:rPr lang="zh-CN" altLang="en-US" dirty="0"/>
              <a:t>：在当前标准输出上输出当前例外对象的堆栈使用轨迹。</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标题 1"/>
          <p:cNvSpPr>
            <a:spLocks noGrp="1"/>
          </p:cNvSpPr>
          <p:nvPr>
            <p:ph type="title"/>
          </p:nvPr>
        </p:nvSpPr>
        <p:spPr/>
        <p:txBody>
          <a:bodyPr/>
          <a:lstStyle/>
          <a:p>
            <a:r>
              <a:rPr lang="zh-CN" altLang="en-US" dirty="0"/>
              <a:t>常见异常类型</a:t>
            </a:r>
            <a:endParaRPr/>
          </a:p>
        </p:txBody>
      </p:sp>
      <p:sp>
        <p:nvSpPr>
          <p:cNvPr id="190" name="内容占位符 2"/>
          <p:cNvSpPr>
            <a:spLocks noGrp="1"/>
          </p:cNvSpPr>
          <p:nvPr>
            <p:ph idx="1"/>
          </p:nvPr>
        </p:nvSpPr>
        <p:spPr/>
        <p:txBody>
          <a:bodyPr/>
          <a:lstStyle/>
          <a:p>
            <a:pPr>
              <a:buFont typeface="Wingdings" panose="05000000000000000000" pitchFamily="2" charset="2"/>
              <a:buChar char="u"/>
            </a:pPr>
            <a:r>
              <a:rPr lang="zh-CN" altLang="en-US" dirty="0"/>
              <a:t>异常父类</a:t>
            </a:r>
            <a:endParaRPr lang="en-US" altLang="zh-CN" dirty="0"/>
          </a:p>
          <a:p>
            <a:pPr marL="0" indent="0">
              <a:buNone/>
            </a:pPr>
            <a:r>
              <a:rPr lang="en-US" altLang="zh-CN" dirty="0"/>
              <a:t>     Exception</a:t>
            </a:r>
            <a:endParaRPr/>
          </a:p>
          <a:p>
            <a:pPr>
              <a:buFont typeface="Wingdings" panose="05000000000000000000" pitchFamily="2" charset="2"/>
              <a:buChar char="u"/>
            </a:pPr>
            <a:r>
              <a:rPr lang="zh-CN" altLang="en-US" dirty="0"/>
              <a:t>算数异常  </a:t>
            </a:r>
            <a:endParaRPr lang="en-US" altLang="zh-CN" dirty="0"/>
          </a:p>
          <a:p>
            <a:pPr marL="0" indent="0">
              <a:buNone/>
            </a:pPr>
            <a:r>
              <a:rPr lang="zh-CN" altLang="en-US" dirty="0"/>
              <a:t>     </a:t>
            </a:r>
            <a:r>
              <a:rPr lang="en-US" altLang="zh-CN" dirty="0" err="1"/>
              <a:t>ArithmeticException</a:t>
            </a:r>
            <a:endParaRPr lang="en-US" altLang="zh-CN" dirty="0"/>
          </a:p>
          <a:p>
            <a:pPr>
              <a:buFont typeface="Wingdings" panose="05000000000000000000" pitchFamily="2" charset="2"/>
              <a:buChar char="u"/>
            </a:pPr>
            <a:r>
              <a:rPr lang="zh-CN" altLang="en-US" dirty="0"/>
              <a:t>索引越界异常 </a:t>
            </a:r>
            <a:endParaRPr lang="en-US" altLang="zh-CN" dirty="0"/>
          </a:p>
          <a:p>
            <a:pPr marL="0" indent="0">
              <a:buNone/>
            </a:pPr>
            <a:r>
              <a:rPr lang="en-US" altLang="zh-CN" dirty="0"/>
              <a:t> </a:t>
            </a:r>
            <a:r>
              <a:rPr lang="zh-CN" altLang="en-US" dirty="0"/>
              <a:t>  </a:t>
            </a:r>
            <a:r>
              <a:rPr lang="en-US" altLang="zh-CN" dirty="0" err="1"/>
              <a:t>IndexOutOfBoundsException</a:t>
            </a:r>
            <a:endParaRPr lang="en-US" altLang="zh-CN" dirty="0"/>
          </a:p>
          <a:p>
            <a:pPr>
              <a:buFont typeface="Wingdings" panose="05000000000000000000" pitchFamily="2" charset="2"/>
              <a:buChar char="u"/>
            </a:pPr>
            <a:r>
              <a:rPr lang="zh-CN" altLang="en-US" dirty="0"/>
              <a:t>数字格式化异常</a:t>
            </a:r>
            <a:endParaRPr lang="en-US" altLang="zh-CN" dirty="0"/>
          </a:p>
          <a:p>
            <a:pPr marL="0" indent="0">
              <a:buNone/>
            </a:pPr>
            <a:r>
              <a:rPr lang="en-US" altLang="zh-CN" dirty="0"/>
              <a:t>   </a:t>
            </a:r>
            <a:r>
              <a:rPr lang="en-US" altLang="zh-CN" dirty="0" err="1"/>
              <a:t>NumberFormatException</a:t>
            </a:r>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
                                            <p:txEl>
                                              <p:pRg st="0" end="0"/>
                                            </p:txEl>
                                          </p:spTgt>
                                        </p:tgtEl>
                                        <p:attrNameLst>
                                          <p:attrName>style.visibility</p:attrName>
                                        </p:attrNameLst>
                                      </p:cBhvr>
                                      <p:to>
                                        <p:strVal val="visible"/>
                                      </p:to>
                                    </p:set>
                                    <p:anim calcmode="lin" valueType="num">
                                      <p:cBhvr additive="base">
                                        <p:cTn id="7" dur="500" fill="hold"/>
                                        <p:tgtEl>
                                          <p:spTgt spid="1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0">
                                            <p:txEl>
                                              <p:pRg st="1" end="1"/>
                                            </p:txEl>
                                          </p:spTgt>
                                        </p:tgtEl>
                                        <p:attrNameLst>
                                          <p:attrName>style.visibility</p:attrName>
                                        </p:attrNameLst>
                                      </p:cBhvr>
                                      <p:to>
                                        <p:strVal val="visible"/>
                                      </p:to>
                                    </p:set>
                                    <p:anim calcmode="lin" valueType="num">
                                      <p:cBhvr additive="base">
                                        <p:cTn id="13" dur="500" fill="hold"/>
                                        <p:tgtEl>
                                          <p:spTgt spid="1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0">
                                            <p:txEl>
                                              <p:pRg st="2" end="2"/>
                                            </p:txEl>
                                          </p:spTgt>
                                        </p:tgtEl>
                                        <p:attrNameLst>
                                          <p:attrName>style.visibility</p:attrName>
                                        </p:attrNameLst>
                                      </p:cBhvr>
                                      <p:to>
                                        <p:strVal val="visible"/>
                                      </p:to>
                                    </p:set>
                                    <p:anim calcmode="lin" valueType="num">
                                      <p:cBhvr additive="base">
                                        <p:cTn id="19" dur="500" fill="hold"/>
                                        <p:tgtEl>
                                          <p:spTgt spid="19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0">
                                            <p:txEl>
                                              <p:pRg st="3" end="3"/>
                                            </p:txEl>
                                          </p:spTgt>
                                        </p:tgtEl>
                                        <p:attrNameLst>
                                          <p:attrName>style.visibility</p:attrName>
                                        </p:attrNameLst>
                                      </p:cBhvr>
                                      <p:to>
                                        <p:strVal val="visible"/>
                                      </p:to>
                                    </p:set>
                                    <p:anim calcmode="lin" valueType="num">
                                      <p:cBhvr additive="base">
                                        <p:cTn id="25" dur="500" fill="hold"/>
                                        <p:tgtEl>
                                          <p:spTgt spid="19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0">
                                            <p:txEl>
                                              <p:pRg st="4" end="4"/>
                                            </p:txEl>
                                          </p:spTgt>
                                        </p:tgtEl>
                                        <p:attrNameLst>
                                          <p:attrName>style.visibility</p:attrName>
                                        </p:attrNameLst>
                                      </p:cBhvr>
                                      <p:to>
                                        <p:strVal val="visible"/>
                                      </p:to>
                                    </p:set>
                                    <p:anim calcmode="lin" valueType="num">
                                      <p:cBhvr additive="base">
                                        <p:cTn id="31" dur="500" fill="hold"/>
                                        <p:tgtEl>
                                          <p:spTgt spid="19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0">
                                            <p:txEl>
                                              <p:pRg st="5" end="5"/>
                                            </p:txEl>
                                          </p:spTgt>
                                        </p:tgtEl>
                                        <p:attrNameLst>
                                          <p:attrName>style.visibility</p:attrName>
                                        </p:attrNameLst>
                                      </p:cBhvr>
                                      <p:to>
                                        <p:strVal val="visible"/>
                                      </p:to>
                                    </p:set>
                                    <p:anim calcmode="lin" valueType="num">
                                      <p:cBhvr additive="base">
                                        <p:cTn id="37" dur="500" fill="hold"/>
                                        <p:tgtEl>
                                          <p:spTgt spid="19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0">
                                            <p:txEl>
                                              <p:pRg st="6" end="6"/>
                                            </p:txEl>
                                          </p:spTgt>
                                        </p:tgtEl>
                                        <p:attrNameLst>
                                          <p:attrName>style.visibility</p:attrName>
                                        </p:attrNameLst>
                                      </p:cBhvr>
                                      <p:to>
                                        <p:strVal val="visible"/>
                                      </p:to>
                                    </p:set>
                                    <p:anim calcmode="lin" valueType="num">
                                      <p:cBhvr additive="base">
                                        <p:cTn id="43" dur="500" fill="hold"/>
                                        <p:tgtEl>
                                          <p:spTgt spid="19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90">
                                            <p:txEl>
                                              <p:pRg st="7" end="7"/>
                                            </p:txEl>
                                          </p:spTgt>
                                        </p:tgtEl>
                                        <p:attrNameLst>
                                          <p:attrName>style.visibility</p:attrName>
                                        </p:attrNameLst>
                                      </p:cBhvr>
                                      <p:to>
                                        <p:strVal val="visible"/>
                                      </p:to>
                                    </p:set>
                                    <p:anim calcmode="lin" valueType="num">
                                      <p:cBhvr additive="base">
                                        <p:cTn id="49" dur="500" fill="hold"/>
                                        <p:tgtEl>
                                          <p:spTgt spid="19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Rectangle 2"/>
          <p:cNvSpPr>
            <a:spLocks noGrp="1"/>
          </p:cNvSpPr>
          <p:nvPr>
            <p:ph type="title"/>
          </p:nvPr>
        </p:nvSpPr>
        <p:spPr>
          <a:ln/>
        </p:spPr>
        <p:txBody>
          <a:bodyPr vert="horz" wrap="square" lIns="91440" tIns="45720" rIns="91440" bIns="45720" anchor="ctr"/>
          <a:lstStyle/>
          <a:p>
            <a:pPr eaLnBrk="1" hangingPunct="1"/>
            <a:r>
              <a:rPr lang="en-US" altLang="zh-CN" dirty="0"/>
              <a:t>try/catch</a:t>
            </a:r>
            <a:r>
              <a:rPr lang="zh-CN" altLang="en-US" dirty="0"/>
              <a:t>块机制</a:t>
            </a:r>
            <a:r>
              <a:rPr lang="en-US" altLang="zh-CN" dirty="0"/>
              <a:t>1</a:t>
            </a:r>
            <a:endParaRPr/>
          </a:p>
        </p:txBody>
      </p:sp>
      <p:sp>
        <p:nvSpPr>
          <p:cNvPr id="193" name="AutoShape 25"/>
          <p:cNvSpPr/>
          <p:nvPr/>
        </p:nvSpPr>
        <p:spPr>
          <a:xfrm>
            <a:off x="1259632" y="1700808"/>
            <a:ext cx="6696744" cy="3194328"/>
          </a:xfrm>
          <a:prstGeom prst="roundRect">
            <a:avLst>
              <a:gd name="adj" fmla="val 913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457200" lvl="1" indent="0" eaLnBrk="1" hangingPunct="1">
              <a:spcBef>
                <a:spcPct val="1"/>
              </a:spcBef>
              <a:buNone/>
            </a:pPr>
            <a:r>
              <a:rPr lang="en-US" altLang="zh-CN" sz="2400" b="1" dirty="0">
                <a:solidFill>
                  <a:srgbClr val="FF0000"/>
                </a:solidFill>
                <a:ea typeface="黑体" panose="02010609060101010101" pitchFamily="2" charset="-122"/>
              </a:rPr>
              <a:t>try</a:t>
            </a:r>
            <a:r>
              <a:rPr lang="en-US" altLang="zh-CN" sz="2400" b="1" dirty="0">
                <a:solidFill>
                  <a:srgbClr val="003300"/>
                </a:solidFill>
                <a:ea typeface="黑体" panose="02010609060101010101" pitchFamily="2" charset="-122"/>
              </a:rPr>
              <a:t> {</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可能产生异常代码段</a:t>
            </a:r>
            <a:endParaRPr lang="en-US" altLang="zh-CN" sz="2400" b="1" dirty="0">
              <a:solidFill>
                <a:srgbClr val="003300"/>
              </a:solidFill>
              <a:ea typeface="黑体" panose="02010609060101010101" pitchFamily="2" charset="-122"/>
            </a:endParaRPr>
          </a:p>
          <a:p>
            <a:pPr marL="457200" lvl="1" indent="0" eaLnBrk="1" hangingPunct="1">
              <a:spcBef>
                <a:spcPct val="1"/>
              </a:spcBef>
              <a:buNone/>
            </a:pPr>
            <a:r>
              <a:rPr lang="en-US" altLang="zh-CN" sz="2400" b="1" dirty="0">
                <a:solidFill>
                  <a:srgbClr val="003300"/>
                </a:solidFill>
                <a:ea typeface="黑体" panose="02010609060101010101" pitchFamily="2" charset="-122"/>
              </a:rPr>
              <a:t>} </a:t>
            </a:r>
            <a:endParaRPr/>
          </a:p>
          <a:p>
            <a:pPr marL="457200" lvl="1" indent="0" eaLnBrk="1" hangingPunct="1">
              <a:spcBef>
                <a:spcPct val="1"/>
              </a:spcBef>
              <a:buNone/>
            </a:pPr>
            <a:r>
              <a:rPr lang="en-US" altLang="zh-CN" sz="2400" b="1" dirty="0">
                <a:solidFill>
                  <a:srgbClr val="FF0000"/>
                </a:solidFill>
                <a:ea typeface="黑体" panose="02010609060101010101" pitchFamily="2" charset="-122"/>
              </a:rPr>
              <a:t>catch</a:t>
            </a:r>
            <a:r>
              <a:rPr lang="en-US" altLang="zh-CN" sz="2400" b="1" dirty="0">
                <a:solidFill>
                  <a:srgbClr val="003300"/>
                </a:solidFill>
                <a:ea typeface="黑体" panose="02010609060101010101" pitchFamily="2" charset="-122"/>
              </a:rPr>
              <a:t> (</a:t>
            </a:r>
            <a:r>
              <a:rPr lang="zh-CN" altLang="en-US" sz="2400" b="1" dirty="0">
                <a:solidFill>
                  <a:srgbClr val="003300"/>
                </a:solidFill>
                <a:ea typeface="黑体" panose="02010609060101010101" pitchFamily="2" charset="-122"/>
              </a:rPr>
              <a:t>异常类型   </a:t>
            </a:r>
            <a:r>
              <a:rPr lang="en-US" altLang="zh-CN" sz="2400" b="1" dirty="0">
                <a:solidFill>
                  <a:srgbClr val="003300"/>
                </a:solidFill>
                <a:ea typeface="黑体" panose="02010609060101010101" pitchFamily="2" charset="-122"/>
              </a:rPr>
              <a:t>ex) {</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对异常进行处理的代码段</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代码段</a:t>
            </a:r>
            <a:endParaRPr/>
          </a:p>
          <a:p>
            <a:pPr marL="0" lvl="0" indent="0" eaLnBrk="1" hangingPunct="1">
              <a:spcBef>
                <a:spcPct val="1"/>
              </a:spcBef>
              <a:buNone/>
            </a:pPr>
            <a:r>
              <a:rPr lang="en-US" altLang="zh-CN" sz="2400" b="1" dirty="0">
                <a:solidFill>
                  <a:srgbClr val="003300"/>
                </a:solidFill>
                <a:ea typeface="黑体" panose="02010609060101010101" pitchFamily="2" charset="-122"/>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fill="hold"/>
                                        <p:tgtEl>
                                          <p:spTgt spid="193"/>
                                        </p:tgtEl>
                                        <p:attrNameLst>
                                          <p:attrName>ppt_x</p:attrName>
                                        </p:attrNameLst>
                                      </p:cBhvr>
                                      <p:tavLst>
                                        <p:tav tm="0">
                                          <p:val>
                                            <p:strVal val="#ppt_x"/>
                                          </p:val>
                                        </p:tav>
                                        <p:tav tm="100000">
                                          <p:val>
                                            <p:strVal val="#ppt_x"/>
                                          </p:val>
                                        </p:tav>
                                      </p:tavLst>
                                    </p:anim>
                                    <p:anim calcmode="lin" valueType="num">
                                      <p:cBhvr additive="base">
                                        <p:cTn id="8" dur="500" fill="hold"/>
                                        <p:tgtEl>
                                          <p:spTgt spid="1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p:cNvSpPr>
          <p:nvPr>
            <p:ph type="title"/>
          </p:nvPr>
        </p:nvSpPr>
        <p:spPr>
          <a:ln/>
        </p:spPr>
        <p:txBody>
          <a:bodyPr vert="horz" wrap="square" lIns="91440" tIns="45720" rIns="91440" bIns="45720" anchor="ctr"/>
          <a:lstStyle/>
          <a:p>
            <a:pPr eaLnBrk="1" hangingPunct="1"/>
            <a:r>
              <a:rPr lang="en-US" altLang="zh-CN" dirty="0"/>
              <a:t>try/catch</a:t>
            </a:r>
            <a:r>
              <a:rPr lang="zh-CN" altLang="en-US" dirty="0"/>
              <a:t>块</a:t>
            </a:r>
            <a:endParaRPr lang="en-US" altLang="zh-CN" dirty="0"/>
          </a:p>
        </p:txBody>
      </p:sp>
      <p:sp>
        <p:nvSpPr>
          <p:cNvPr id="12" name="Rectangle 3"/>
          <p:cNvSpPr>
            <a:spLocks noGrp="1"/>
          </p:cNvSpPr>
          <p:nvPr>
            <p:ph idx="1"/>
          </p:nvPr>
        </p:nvSpPr>
        <p:spPr>
          <a:xfrm>
            <a:off x="611188" y="981075"/>
            <a:ext cx="8229600" cy="431800"/>
          </a:xfrm>
          <a:ln/>
        </p:spPr>
        <p:txBody>
          <a:bodyPr vert="horz" wrap="square" lIns="91440" tIns="45720" rIns="91440" bIns="45720" anchor="t"/>
          <a:lstStyle/>
          <a:p>
            <a:pPr eaLnBrk="1" hangingPunct="1">
              <a:lnSpc>
                <a:spcPct val="90000"/>
              </a:lnSpc>
            </a:pPr>
            <a:r>
              <a:rPr lang="zh-CN" altLang="en-US" dirty="0"/>
              <a:t>使用示例模拟第一种情况：</a:t>
            </a:r>
            <a:endParaRPr/>
          </a:p>
        </p:txBody>
      </p:sp>
      <p:sp>
        <p:nvSpPr>
          <p:cNvPr id="13" name="AutoShape 4"/>
          <p:cNvSpPr/>
          <p:nvPr/>
        </p:nvSpPr>
        <p:spPr>
          <a:xfrm>
            <a:off x="611188" y="576263"/>
            <a:ext cx="7302500" cy="6281737"/>
          </a:xfrm>
          <a:prstGeom prst="roundRect">
            <a:avLst>
              <a:gd name="adj" fmla="val 3806"/>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hangingPunct="1">
              <a:spcBef>
                <a:spcPct val="1"/>
              </a:spcBef>
              <a:buNone/>
            </a:pPr>
            <a:r>
              <a:rPr lang="en-US" altLang="zh-CN" sz="1800" b="1" dirty="0">
                <a:solidFill>
                  <a:srgbClr val="003300"/>
                </a:solidFill>
                <a:ea typeface="黑体" panose="02010609060101010101" pitchFamily="2" charset="-122"/>
              </a:rPr>
              <a:t>public class AccpException {</a:t>
            </a:r>
            <a:endParaRPr/>
          </a:p>
          <a:p>
            <a:pPr marL="457200" lvl="1" indent="0" eaLnBrk="1" hangingPunct="1">
              <a:spcBef>
                <a:spcPct val="1"/>
              </a:spcBef>
              <a:buNone/>
            </a:pPr>
            <a:r>
              <a:rPr lang="en-US" altLang="zh-CN" sz="1800" b="1" dirty="0">
                <a:solidFill>
                  <a:srgbClr val="003300"/>
                </a:solidFill>
                <a:ea typeface="黑体" panose="02010609060101010101" pitchFamily="2" charset="-122"/>
              </a:rPr>
              <a:t>public static void main(String[] args)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System.out.print("</a:t>
            </a:r>
            <a:r>
              <a:rPr lang="zh-CN" altLang="en-US" sz="1800" b="1" dirty="0">
                <a:solidFill>
                  <a:srgbClr val="003300"/>
                </a:solidFill>
                <a:ea typeface="黑体" panose="02010609060101010101" pitchFamily="2" charset="-122"/>
              </a:rPr>
              <a:t>请输入课程代号</a:t>
            </a:r>
            <a:r>
              <a:rPr lang="en-US" altLang="zh-CN" sz="1800" b="1" dirty="0">
                <a:solidFill>
                  <a:srgbClr val="003300"/>
                </a:solidFill>
                <a:ea typeface="黑体" panose="02010609060101010101" pitchFamily="2" charset="-122"/>
              </a:rPr>
              <a:t>(1</a:t>
            </a:r>
            <a:r>
              <a:rPr lang="zh-CN" altLang="en-US" sz="1800" b="1" dirty="0">
                <a:solidFill>
                  <a:srgbClr val="003300"/>
                </a:solidFill>
                <a:ea typeface="黑体" panose="02010609060101010101" pitchFamily="2" charset="-122"/>
              </a:rPr>
              <a:t>至</a:t>
            </a:r>
            <a:r>
              <a:rPr lang="en-US" altLang="zh-CN" sz="1800" b="1" dirty="0">
                <a:solidFill>
                  <a:srgbClr val="003300"/>
                </a:solidFill>
                <a:ea typeface="黑体" panose="02010609060101010101" pitchFamily="2" charset="-122"/>
              </a:rPr>
              <a:t>3</a:t>
            </a:r>
            <a:r>
              <a:rPr lang="zh-CN" altLang="en-US" sz="1800" b="1" dirty="0">
                <a:solidFill>
                  <a:srgbClr val="003300"/>
                </a:solidFill>
                <a:ea typeface="黑体" panose="02010609060101010101" pitchFamily="2" charset="-122"/>
              </a:rPr>
              <a:t>之间的数字</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Scanner in = new Scanner(System.in);</a:t>
            </a:r>
            <a:endParaRPr/>
          </a:p>
          <a:p>
            <a:pPr marL="914400" lvl="2" indent="0" eaLnBrk="1" hangingPunct="1">
              <a:spcBef>
                <a:spcPct val="1"/>
              </a:spcBef>
              <a:buNone/>
            </a:pPr>
            <a:r>
              <a:rPr lang="en-US" altLang="zh-CN" sz="1800" b="1" dirty="0">
                <a:solidFill>
                  <a:srgbClr val="FF0000"/>
                </a:solidFill>
                <a:ea typeface="黑体" panose="02010609060101010101" pitchFamily="2" charset="-122"/>
              </a:rPr>
              <a:t>try {</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int courseCode = in.nextInt();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switch (courseCode) {</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1:</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System.out.println("C#</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2:</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System.out.println("Java</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3:</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System.out.println("SQL</a:t>
            </a:r>
            <a:r>
              <a:rPr lang="zh-CN" altLang="en-US" sz="1800" b="1" dirty="0">
                <a:solidFill>
                  <a:srgbClr val="003300"/>
                </a:solidFill>
                <a:ea typeface="黑体" panose="02010609060101010101" pitchFamily="2" charset="-122"/>
              </a:rPr>
              <a:t>基础</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chemeClr val="tx2"/>
                </a:solidFill>
                <a:ea typeface="黑体" panose="02010609060101010101" pitchFamily="2" charset="-122"/>
              </a:rPr>
              <a:t>}</a:t>
            </a:r>
            <a:endParaRPr/>
          </a:p>
          <a:p>
            <a:pPr marL="914400" lvl="2" indent="0" eaLnBrk="1" hangingPunct="1">
              <a:spcBef>
                <a:spcPct val="1"/>
              </a:spcBef>
              <a:buNone/>
            </a:pPr>
            <a:r>
              <a:rPr lang="en-US" altLang="zh-CN" sz="1800" b="1" dirty="0">
                <a:solidFill>
                  <a:srgbClr val="FF0000"/>
                </a:solidFill>
                <a:ea typeface="黑体" panose="02010609060101010101" pitchFamily="2" charset="-122"/>
              </a:rPr>
              <a:t>} catch (Exception ex)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System.out.println("</a:t>
            </a:r>
            <a:r>
              <a:rPr lang="zh-CN" altLang="en-US" sz="1800" b="1" dirty="0">
                <a:solidFill>
                  <a:srgbClr val="003300"/>
                </a:solidFill>
                <a:ea typeface="黑体" panose="02010609060101010101" pitchFamily="2" charset="-122"/>
              </a:rPr>
              <a:t>输入不为数字</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FF00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System.out.println("</a:t>
            </a:r>
            <a:r>
              <a:rPr lang="zh-CN" altLang="en-US" sz="1800" b="1" dirty="0">
                <a:solidFill>
                  <a:srgbClr val="003300"/>
                </a:solidFill>
                <a:ea typeface="黑体" panose="02010609060101010101" pitchFamily="2" charset="-122"/>
              </a:rPr>
              <a:t>欢迎提出建议</a:t>
            </a:r>
            <a:r>
              <a:rPr lang="en-US" altLang="zh-CN" sz="1800" b="1" dirty="0">
                <a:solidFill>
                  <a:srgbClr val="003300"/>
                </a:solidFill>
                <a:ea typeface="黑体" panose="02010609060101010101" pitchFamily="2" charset="-122"/>
              </a:rPr>
              <a:t>!");</a:t>
            </a:r>
            <a:endParaRPr/>
          </a:p>
          <a:p>
            <a:pPr marL="457200" lvl="1" indent="0" eaLnBrk="1" hangingPunct="1">
              <a:spcBef>
                <a:spcPct val="1"/>
              </a:spcBef>
              <a:buNone/>
            </a:pPr>
            <a:r>
              <a:rPr lang="en-US" altLang="zh-CN" sz="1800" b="1" dirty="0">
                <a:solidFill>
                  <a:srgbClr val="003300"/>
                </a:solidFill>
                <a:ea typeface="黑体" panose="02010609060101010101" pitchFamily="2" charset="-122"/>
              </a:rPr>
              <a:t>}</a:t>
            </a:r>
            <a:endParaRPr/>
          </a:p>
          <a:p>
            <a:pPr marL="0" lvl="0" indent="0" eaLnBrk="1" hangingPunct="1">
              <a:spcBef>
                <a:spcPct val="1"/>
              </a:spcBef>
              <a:buNone/>
            </a:pPr>
            <a:r>
              <a:rPr lang="en-US" altLang="zh-CN" sz="1800" b="1" dirty="0">
                <a:solidFill>
                  <a:srgbClr val="003300"/>
                </a:solidFill>
                <a:ea typeface="黑体" panose="02010609060101010101" pitchFamily="2" charset="-122"/>
              </a:rPr>
              <a:t>}</a:t>
            </a:r>
            <a:endParaRPr/>
          </a:p>
        </p:txBody>
      </p:sp>
      <p:sp>
        <p:nvSpPr>
          <p:cNvPr id="14" name="AutoShape 6"/>
          <p:cNvSpPr/>
          <p:nvPr/>
        </p:nvSpPr>
        <p:spPr>
          <a:xfrm>
            <a:off x="5508625" y="1943100"/>
            <a:ext cx="1512888" cy="549275"/>
          </a:xfrm>
          <a:prstGeom prst="leftArrow">
            <a:avLst>
              <a:gd name="adj1" fmla="val 50000"/>
              <a:gd name="adj2" fmla="val 68858"/>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2</a:t>
            </a:r>
            <a:endParaRPr/>
          </a:p>
        </p:txBody>
      </p:sp>
      <p:sp>
        <p:nvSpPr>
          <p:cNvPr id="15" name="AutoShape 7"/>
          <p:cNvSpPr/>
          <p:nvPr/>
        </p:nvSpPr>
        <p:spPr>
          <a:xfrm>
            <a:off x="7345363" y="5665788"/>
            <a:ext cx="1763712" cy="642937"/>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en-US" altLang="zh-CN" b="1" dirty="0">
                <a:solidFill>
                  <a:srgbClr val="003300"/>
                </a:solidFill>
                <a:latin typeface="Arial" panose="020B0604020202020204" pitchFamily="34" charset="0"/>
                <a:ea typeface="黑体" panose="02010609060101010101" pitchFamily="2" charset="-122"/>
              </a:rPr>
              <a:t>Java</a:t>
            </a:r>
            <a:r>
              <a:rPr lang="zh-CN" altLang="en-US" b="1" dirty="0">
                <a:solidFill>
                  <a:srgbClr val="003300"/>
                </a:solidFill>
                <a:latin typeface="Arial" panose="020B0604020202020204" pitchFamily="34" charset="0"/>
                <a:ea typeface="黑体" panose="02010609060101010101" pitchFamily="2" charset="-122"/>
              </a:rPr>
              <a:t>编程</a:t>
            </a:r>
            <a:endParaRPr/>
          </a:p>
          <a:p>
            <a:pPr eaLnBrk="0" hangingPunct="0"/>
            <a:r>
              <a:rPr lang="zh-CN" altLang="en-US" b="1" dirty="0">
                <a:solidFill>
                  <a:srgbClr val="003300"/>
                </a:solidFill>
                <a:latin typeface="Arial" panose="020B0604020202020204" pitchFamily="34" charset="0"/>
                <a:ea typeface="黑体" panose="02010609060101010101" pitchFamily="2" charset="-122"/>
              </a:rPr>
              <a:t>欢迎提出建议</a:t>
            </a:r>
            <a:r>
              <a:rPr lang="en-US" altLang="zh-CN" b="1" dirty="0">
                <a:solidFill>
                  <a:srgbClr val="003300"/>
                </a:solidFill>
                <a:latin typeface="Arial" panose="020B0604020202020204" pitchFamily="34" charset="0"/>
                <a:ea typeface="黑体" panose="02010609060101010101" pitchFamily="2" charset="-122"/>
              </a:rPr>
              <a:t>!</a:t>
            </a:r>
            <a:endParaRPr/>
          </a:p>
        </p:txBody>
      </p:sp>
      <p:sp>
        <p:nvSpPr>
          <p:cNvPr id="16" name="AutoShape 8"/>
          <p:cNvSpPr/>
          <p:nvPr/>
        </p:nvSpPr>
        <p:spPr>
          <a:xfrm>
            <a:off x="5616575" y="5759450"/>
            <a:ext cx="1655763" cy="549275"/>
          </a:xfrm>
          <a:prstGeom prst="rightArrow">
            <a:avLst>
              <a:gd name="adj1" fmla="val 50000"/>
              <a:gd name="adj2" fmla="val 75361"/>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控制台输出</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p:cNvSpPr>
          <p:nvPr>
            <p:ph type="title"/>
          </p:nvPr>
        </p:nvSpPr>
        <p:spPr>
          <a:ln/>
        </p:spPr>
        <p:txBody>
          <a:bodyPr vert="horz" wrap="square" lIns="91440" tIns="45720" rIns="91440" bIns="45720" anchor="ctr"/>
          <a:lstStyle/>
          <a:p>
            <a:pPr eaLnBrk="1" hangingPunct="1"/>
            <a:r>
              <a:rPr lang="en-US" altLang="zh-CN" dirty="0"/>
              <a:t>try/catch</a:t>
            </a:r>
            <a:r>
              <a:rPr lang="zh-CN" altLang="en-US" dirty="0"/>
              <a:t>块</a:t>
            </a:r>
            <a:r>
              <a:rPr lang="en-US" altLang="zh-CN" dirty="0"/>
              <a:t>7-4</a:t>
            </a:r>
            <a:endParaRPr/>
          </a:p>
        </p:txBody>
      </p:sp>
      <p:sp>
        <p:nvSpPr>
          <p:cNvPr id="5" name="Rectangle 4"/>
          <p:cNvSpPr>
            <a:spLocks noGrp="1"/>
          </p:cNvSpPr>
          <p:nvPr>
            <p:ph idx="1"/>
          </p:nvPr>
        </p:nvSpPr>
        <p:spPr>
          <a:xfrm>
            <a:off x="611188" y="981075"/>
            <a:ext cx="8229600" cy="431800"/>
          </a:xfrm>
          <a:ln/>
        </p:spPr>
        <p:txBody>
          <a:bodyPr vert="horz" wrap="square" lIns="91440" tIns="45720" rIns="91440" bIns="45720" anchor="t"/>
          <a:lstStyle/>
          <a:p>
            <a:pPr eaLnBrk="1" hangingPunct="1">
              <a:lnSpc>
                <a:spcPct val="90000"/>
              </a:lnSpc>
            </a:pPr>
            <a:r>
              <a:rPr lang="zh-CN" altLang="en-US" dirty="0"/>
              <a:t>使用示例模拟第二种情况：</a:t>
            </a:r>
            <a:endParaRPr/>
          </a:p>
        </p:txBody>
      </p:sp>
      <p:sp>
        <p:nvSpPr>
          <p:cNvPr id="6" name="AutoShape 5"/>
          <p:cNvSpPr/>
          <p:nvPr/>
        </p:nvSpPr>
        <p:spPr>
          <a:xfrm>
            <a:off x="308385" y="510356"/>
            <a:ext cx="7343775" cy="6523038"/>
          </a:xfrm>
          <a:prstGeom prst="roundRect">
            <a:avLst>
              <a:gd name="adj" fmla="val 2769"/>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hangingPunct="1">
              <a:spcBef>
                <a:spcPct val="1"/>
              </a:spcBef>
              <a:buNone/>
            </a:pPr>
            <a:r>
              <a:rPr lang="en-US" altLang="zh-CN" sz="1800" b="1" dirty="0">
                <a:solidFill>
                  <a:srgbClr val="003300"/>
                </a:solidFill>
                <a:ea typeface="黑体" panose="02010609060101010101" pitchFamily="2" charset="-122"/>
              </a:rPr>
              <a:t>public class AccpException {</a:t>
            </a:r>
            <a:endParaRPr dirty="0"/>
          </a:p>
          <a:p>
            <a:pPr marL="457200" lvl="1" indent="0" eaLnBrk="1" hangingPunct="1">
              <a:spcBef>
                <a:spcPct val="1"/>
              </a:spcBef>
              <a:buNone/>
            </a:pPr>
            <a:r>
              <a:rPr lang="en-US" altLang="zh-CN" sz="1800" b="1" dirty="0">
                <a:solidFill>
                  <a:srgbClr val="003300"/>
                </a:solidFill>
                <a:ea typeface="黑体" panose="02010609060101010101" pitchFamily="2" charset="-122"/>
              </a:rPr>
              <a:t>public static void main(String[] args) {</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System.out.print("</a:t>
            </a:r>
            <a:r>
              <a:rPr lang="zh-CN" altLang="en-US" sz="1800" b="1" dirty="0">
                <a:solidFill>
                  <a:srgbClr val="003300"/>
                </a:solidFill>
                <a:ea typeface="黑体" panose="02010609060101010101" pitchFamily="2" charset="-122"/>
              </a:rPr>
              <a:t>请输入课程代号</a:t>
            </a:r>
            <a:r>
              <a:rPr lang="en-US" altLang="zh-CN" sz="1800" b="1" dirty="0">
                <a:solidFill>
                  <a:srgbClr val="003300"/>
                </a:solidFill>
                <a:ea typeface="黑体" panose="02010609060101010101" pitchFamily="2" charset="-122"/>
              </a:rPr>
              <a:t>(1</a:t>
            </a:r>
            <a:r>
              <a:rPr lang="zh-CN" altLang="en-US" sz="1800" b="1" dirty="0">
                <a:solidFill>
                  <a:srgbClr val="003300"/>
                </a:solidFill>
                <a:ea typeface="黑体" panose="02010609060101010101" pitchFamily="2" charset="-122"/>
              </a:rPr>
              <a:t>至</a:t>
            </a:r>
            <a:r>
              <a:rPr lang="en-US" altLang="zh-CN" sz="1800" b="1" dirty="0">
                <a:solidFill>
                  <a:srgbClr val="003300"/>
                </a:solidFill>
                <a:ea typeface="黑体" panose="02010609060101010101" pitchFamily="2" charset="-122"/>
              </a:rPr>
              <a:t>3</a:t>
            </a:r>
            <a:r>
              <a:rPr lang="zh-CN" altLang="en-US" sz="1800" b="1" dirty="0">
                <a:solidFill>
                  <a:srgbClr val="003300"/>
                </a:solidFill>
                <a:ea typeface="黑体" panose="02010609060101010101" pitchFamily="2" charset="-122"/>
              </a:rPr>
              <a:t>之间的数字</a:t>
            </a:r>
            <a:r>
              <a:rPr lang="en-US" altLang="zh-CN" sz="1800" b="1" dirty="0">
                <a:solidFill>
                  <a:srgbClr val="003300"/>
                </a:solidFill>
                <a:ea typeface="黑体" panose="02010609060101010101" pitchFamily="2" charset="-122"/>
              </a:rPr>
              <a:t>):");</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Scanner in = new Scanner(System.in);</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try {</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int courseCode = in.nextInt();</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switch (courseCode) {</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case 1:</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System.out.println("C#</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case 2:</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System.out.println("Java</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case 3:</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System.out.println("SQL</a:t>
            </a:r>
            <a:r>
              <a:rPr lang="zh-CN" altLang="en-US" sz="1800" b="1" dirty="0">
                <a:solidFill>
                  <a:srgbClr val="003300"/>
                </a:solidFill>
                <a:ea typeface="黑体" panose="02010609060101010101" pitchFamily="2" charset="-122"/>
              </a:rPr>
              <a:t>基础</a:t>
            </a:r>
            <a:r>
              <a:rPr lang="en-US" altLang="zh-CN" sz="1800" b="1" dirty="0">
                <a:solidFill>
                  <a:srgbClr val="003300"/>
                </a:solidFill>
                <a:ea typeface="黑体" panose="02010609060101010101" pitchFamily="2" charset="-122"/>
              </a:rPr>
              <a:t>");</a:t>
            </a:r>
            <a:endParaRPr dirty="0"/>
          </a:p>
          <a:p>
            <a:pPr marL="1371600" lvl="3" indent="0" eaLnBrk="1" hangingPunct="1">
              <a:spcBef>
                <a:spcPct val="1"/>
              </a:spcBef>
              <a:buNone/>
            </a:pPr>
            <a:r>
              <a:rPr lang="en-US" altLang="zh-CN" sz="1800" b="1" dirty="0">
                <a:solidFill>
                  <a:srgbClr val="003300"/>
                </a:solidFill>
                <a:ea typeface="黑体" panose="02010609060101010101" pitchFamily="2" charset="-122"/>
              </a:rPr>
              <a:t>}</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 catch (Exception ex) {</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        System.out.println("</a:t>
            </a:r>
            <a:r>
              <a:rPr lang="zh-CN" altLang="en-US" sz="1800" b="1" dirty="0">
                <a:solidFill>
                  <a:srgbClr val="003300"/>
                </a:solidFill>
                <a:ea typeface="黑体" panose="02010609060101010101" pitchFamily="2" charset="-122"/>
              </a:rPr>
              <a:t>输入不为数字</a:t>
            </a:r>
            <a:r>
              <a:rPr lang="en-US" altLang="zh-CN" sz="1800" b="1" dirty="0">
                <a:solidFill>
                  <a:srgbClr val="003300"/>
                </a:solidFill>
                <a:ea typeface="黑体" panose="02010609060101010101" pitchFamily="2" charset="-122"/>
              </a:rPr>
              <a:t>!");</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a:t>
            </a:r>
            <a:endParaRPr dirty="0"/>
          </a:p>
          <a:p>
            <a:pPr marL="914400" lvl="2" indent="0" eaLnBrk="1" hangingPunct="1">
              <a:spcBef>
                <a:spcPct val="1"/>
              </a:spcBef>
              <a:buNone/>
            </a:pPr>
            <a:r>
              <a:rPr lang="en-US" altLang="zh-CN" sz="1800" b="1" dirty="0">
                <a:solidFill>
                  <a:srgbClr val="003300"/>
                </a:solidFill>
                <a:ea typeface="黑体" panose="02010609060101010101" pitchFamily="2" charset="-122"/>
              </a:rPr>
              <a:t>System.out.println("</a:t>
            </a:r>
            <a:r>
              <a:rPr lang="zh-CN" altLang="en-US" sz="1800" b="1" dirty="0">
                <a:solidFill>
                  <a:srgbClr val="003300"/>
                </a:solidFill>
                <a:ea typeface="黑体" panose="02010609060101010101" pitchFamily="2" charset="-122"/>
              </a:rPr>
              <a:t>欢迎提出建议</a:t>
            </a:r>
            <a:r>
              <a:rPr lang="en-US" altLang="zh-CN" sz="1800" b="1" dirty="0">
                <a:solidFill>
                  <a:srgbClr val="003300"/>
                </a:solidFill>
                <a:ea typeface="黑体" panose="02010609060101010101" pitchFamily="2" charset="-122"/>
              </a:rPr>
              <a:t>!");</a:t>
            </a:r>
            <a:endParaRPr dirty="0"/>
          </a:p>
          <a:p>
            <a:pPr marL="457200" lvl="1" indent="0" eaLnBrk="1" hangingPunct="1">
              <a:spcBef>
                <a:spcPct val="1"/>
              </a:spcBef>
              <a:buNone/>
            </a:pPr>
            <a:r>
              <a:rPr lang="en-US" altLang="zh-CN" sz="1800" b="1" dirty="0">
                <a:solidFill>
                  <a:srgbClr val="003300"/>
                </a:solidFill>
                <a:ea typeface="黑体" panose="02010609060101010101" pitchFamily="2" charset="-122"/>
              </a:rPr>
              <a:t>}</a:t>
            </a:r>
            <a:endParaRPr dirty="0"/>
          </a:p>
          <a:p>
            <a:pPr marL="0" lvl="0" indent="0" eaLnBrk="1" hangingPunct="1">
              <a:spcBef>
                <a:spcPct val="1"/>
              </a:spcBef>
              <a:buNone/>
            </a:pPr>
            <a:r>
              <a:rPr lang="en-US" altLang="zh-CN" sz="1800" b="1" dirty="0">
                <a:solidFill>
                  <a:srgbClr val="003300"/>
                </a:solidFill>
                <a:ea typeface="黑体" panose="02010609060101010101" pitchFamily="2" charset="-122"/>
              </a:rPr>
              <a:t>}</a:t>
            </a:r>
            <a:endParaRPr dirty="0"/>
          </a:p>
        </p:txBody>
      </p:sp>
      <p:sp>
        <p:nvSpPr>
          <p:cNvPr id="7" name="AutoShape 6"/>
          <p:cNvSpPr/>
          <p:nvPr/>
        </p:nvSpPr>
        <p:spPr>
          <a:xfrm>
            <a:off x="5364163" y="1700213"/>
            <a:ext cx="1512887" cy="549275"/>
          </a:xfrm>
          <a:prstGeom prst="leftArrow">
            <a:avLst>
              <a:gd name="adj1" fmla="val 50000"/>
              <a:gd name="adj2" fmla="val 68858"/>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B</a:t>
            </a:r>
            <a:endParaRPr/>
          </a:p>
        </p:txBody>
      </p:sp>
      <p:sp>
        <p:nvSpPr>
          <p:cNvPr id="8" name="AutoShape 7"/>
          <p:cNvSpPr/>
          <p:nvPr/>
        </p:nvSpPr>
        <p:spPr>
          <a:xfrm>
            <a:off x="7253288" y="5589588"/>
            <a:ext cx="1890712" cy="1014412"/>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en-US" altLang="en-US" b="1" dirty="0">
                <a:solidFill>
                  <a:srgbClr val="003300"/>
                </a:solidFill>
                <a:latin typeface="Arial" panose="020B0604020202020204" pitchFamily="34" charset="0"/>
                <a:ea typeface="黑体" panose="02010609060101010101" pitchFamily="2" charset="-122"/>
              </a:rPr>
              <a:t>输入不为数字!</a:t>
            </a:r>
            <a:endParaRPr lang="en-US" altLang="zh-CN" b="1" dirty="0">
              <a:solidFill>
                <a:srgbClr val="003300"/>
              </a:solidFill>
              <a:latin typeface="Arial" panose="020B0604020202020204" pitchFamily="34" charset="0"/>
              <a:ea typeface="黑体" panose="02010609060101010101" pitchFamily="2" charset="-122"/>
            </a:endParaRPr>
          </a:p>
          <a:p>
            <a:r>
              <a:rPr lang="en-US" altLang="en-US" b="1" dirty="0" err="1">
                <a:solidFill>
                  <a:srgbClr val="003300"/>
                </a:solidFill>
                <a:latin typeface="Arial" panose="020B0604020202020204" pitchFamily="34" charset="0"/>
                <a:ea typeface="黑体" panose="02010609060101010101" pitchFamily="2" charset="-122"/>
              </a:rPr>
              <a:t>欢迎提出建议</a:t>
            </a:r>
            <a:r>
              <a:rPr lang="en-US" altLang="en-US" b="1" dirty="0">
                <a:solidFill>
                  <a:srgbClr val="003300"/>
                </a:solidFill>
                <a:latin typeface="Arial" panose="020B0604020202020204" pitchFamily="34" charset="0"/>
                <a:ea typeface="黑体" panose="02010609060101010101" pitchFamily="2" charset="-122"/>
              </a:rPr>
              <a:t>!</a:t>
            </a:r>
            <a:endParaRPr lang="en-US" altLang="zh-CN" b="1" dirty="0">
              <a:solidFill>
                <a:srgbClr val="003300"/>
              </a:solidFill>
              <a:latin typeface="Arial" panose="020B0604020202020204" pitchFamily="34" charset="0"/>
              <a:ea typeface="黑体" panose="02010609060101010101" pitchFamily="2" charset="-122"/>
            </a:endParaRPr>
          </a:p>
        </p:txBody>
      </p:sp>
      <p:sp>
        <p:nvSpPr>
          <p:cNvPr id="9" name="AutoShape 8"/>
          <p:cNvSpPr/>
          <p:nvPr/>
        </p:nvSpPr>
        <p:spPr>
          <a:xfrm>
            <a:off x="5545138" y="5832475"/>
            <a:ext cx="1619250" cy="549275"/>
          </a:xfrm>
          <a:prstGeom prst="rightArrow">
            <a:avLst>
              <a:gd name="adj1" fmla="val 50000"/>
              <a:gd name="adj2" fmla="val 73699"/>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控制台输出</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
          <p:cNvSpPr>
            <a:spLocks noGrp="1"/>
          </p:cNvSpPr>
          <p:nvPr>
            <p:ph type="title"/>
          </p:nvPr>
        </p:nvSpPr>
        <p:spPr>
          <a:ln/>
        </p:spPr>
        <p:txBody>
          <a:bodyPr vert="horz" wrap="square" lIns="91440" tIns="45720" rIns="91440" bIns="45720" anchor="ctr"/>
          <a:lstStyle/>
          <a:p>
            <a:pPr eaLnBrk="1" hangingPunct="1"/>
            <a:r>
              <a:rPr lang="en-US" altLang="zh-CN" dirty="0"/>
              <a:t>try/catch</a:t>
            </a:r>
            <a:r>
              <a:rPr lang="zh-CN" altLang="en-US" dirty="0"/>
              <a:t>块</a:t>
            </a:r>
            <a:endParaRPr lang="en-US" altLang="zh-CN" dirty="0"/>
          </a:p>
        </p:txBody>
      </p:sp>
      <p:sp>
        <p:nvSpPr>
          <p:cNvPr id="26" name="Rectangle 3"/>
          <p:cNvSpPr>
            <a:spLocks noGrp="1"/>
          </p:cNvSpPr>
          <p:nvPr>
            <p:ph idx="1"/>
          </p:nvPr>
        </p:nvSpPr>
        <p:spPr>
          <a:xfrm>
            <a:off x="611188" y="973138"/>
            <a:ext cx="8229600" cy="431800"/>
          </a:xfrm>
          <a:ln/>
        </p:spPr>
        <p:txBody>
          <a:bodyPr vert="horz" wrap="square" lIns="91440" tIns="45720" rIns="91440" bIns="45720" anchor="t"/>
          <a:lstStyle/>
          <a:p>
            <a:pPr eaLnBrk="1" hangingPunct="1">
              <a:lnSpc>
                <a:spcPct val="90000"/>
              </a:lnSpc>
            </a:pPr>
            <a:r>
              <a:rPr lang="zh-CN" altLang="en-US" dirty="0"/>
              <a:t>使用示例模拟第三种情况：</a:t>
            </a:r>
            <a:endParaRPr/>
          </a:p>
        </p:txBody>
      </p:sp>
      <p:sp>
        <p:nvSpPr>
          <p:cNvPr id="27" name="AutoShape 4"/>
          <p:cNvSpPr/>
          <p:nvPr/>
        </p:nvSpPr>
        <p:spPr>
          <a:xfrm>
            <a:off x="211138" y="522288"/>
            <a:ext cx="8385175" cy="6335712"/>
          </a:xfrm>
          <a:prstGeom prst="roundRect">
            <a:avLst>
              <a:gd name="adj" fmla="val 5278"/>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hangingPunct="1">
              <a:spcBef>
                <a:spcPct val="1"/>
              </a:spcBef>
              <a:buNone/>
            </a:pPr>
            <a:r>
              <a:rPr lang="en-US" altLang="zh-CN" sz="1800" b="1" dirty="0">
                <a:solidFill>
                  <a:srgbClr val="003300"/>
                </a:solidFill>
                <a:ea typeface="黑体" panose="02010609060101010101" pitchFamily="2" charset="-122"/>
              </a:rPr>
              <a:t>public class AccpException2 {</a:t>
            </a:r>
            <a:endParaRPr/>
          </a:p>
          <a:p>
            <a:pPr marL="457200" lvl="1" indent="0" eaLnBrk="1" hangingPunct="1">
              <a:spcBef>
                <a:spcPct val="1"/>
              </a:spcBef>
              <a:buNone/>
            </a:pPr>
            <a:r>
              <a:rPr lang="en-US" altLang="zh-CN" sz="1800" b="1" dirty="0">
                <a:solidFill>
                  <a:srgbClr val="003300"/>
                </a:solidFill>
                <a:ea typeface="黑体" panose="02010609060101010101" pitchFamily="2" charset="-122"/>
              </a:rPr>
              <a:t>public static void main(String[] args)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System.out.print(</a:t>
            </a:r>
            <a:r>
              <a:rPr lang="en-US" altLang="zh-CN" sz="1800" b="1" dirty="0">
                <a:solidFill>
                  <a:srgbClr val="003300"/>
                </a:solidFill>
                <a:ea typeface="宋体" panose="02010600030101010101" pitchFamily="2" charset="-122"/>
              </a:rPr>
              <a:t>"</a:t>
            </a:r>
            <a:r>
              <a:rPr lang="zh-CN" altLang="en-US" sz="1800" b="1" dirty="0">
                <a:solidFill>
                  <a:srgbClr val="003300"/>
                </a:solidFill>
                <a:ea typeface="黑体" panose="02010609060101010101" pitchFamily="2" charset="-122"/>
              </a:rPr>
              <a:t>请输入课程代号</a:t>
            </a:r>
            <a:r>
              <a:rPr lang="en-US" altLang="zh-CN" sz="1800" b="1" dirty="0">
                <a:solidFill>
                  <a:srgbClr val="003300"/>
                </a:solidFill>
                <a:ea typeface="黑体" panose="02010609060101010101" pitchFamily="2" charset="-122"/>
              </a:rPr>
              <a:t>(1</a:t>
            </a:r>
            <a:r>
              <a:rPr lang="zh-CN" altLang="en-US" sz="1800" b="1" dirty="0">
                <a:solidFill>
                  <a:srgbClr val="003300"/>
                </a:solidFill>
                <a:ea typeface="黑体" panose="02010609060101010101" pitchFamily="2" charset="-122"/>
              </a:rPr>
              <a:t>至</a:t>
            </a:r>
            <a:r>
              <a:rPr lang="en-US" altLang="zh-CN" sz="1800" b="1" dirty="0">
                <a:solidFill>
                  <a:srgbClr val="003300"/>
                </a:solidFill>
                <a:ea typeface="黑体" panose="02010609060101010101" pitchFamily="2" charset="-122"/>
              </a:rPr>
              <a:t>3</a:t>
            </a:r>
            <a:r>
              <a:rPr lang="zh-CN" altLang="en-US" sz="1800" b="1" dirty="0">
                <a:solidFill>
                  <a:srgbClr val="003300"/>
                </a:solidFill>
                <a:ea typeface="黑体" panose="02010609060101010101" pitchFamily="2" charset="-122"/>
              </a:rPr>
              <a:t>之间的数字</a:t>
            </a:r>
            <a:r>
              <a:rPr lang="en-US" altLang="zh-CN" sz="1800" b="1" dirty="0">
                <a:solidFill>
                  <a:srgbClr val="003300"/>
                </a:solidFill>
                <a:ea typeface="黑体" panose="02010609060101010101" pitchFamily="2" charset="-122"/>
              </a:rPr>
              <a:t>)</a:t>
            </a:r>
            <a:r>
              <a:rPr lang="zh-CN" altLang="en-US" sz="1800" b="1" dirty="0">
                <a:solidFill>
                  <a:srgbClr val="003300"/>
                </a:solidFill>
                <a:ea typeface="黑体" panose="02010609060101010101" pitchFamily="2" charset="-122"/>
              </a:rPr>
              <a:t>：</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Scanner in = new Scanner(System.in);</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try {</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int courseCode = in.nextInt();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switch (courseCode) {</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1:</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System.out.println("C#</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2:</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System.out.println("Java</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3:</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System.out.println("SQL</a:t>
            </a:r>
            <a:r>
              <a:rPr lang="zh-CN" altLang="en-US" sz="1800" b="1" dirty="0">
                <a:solidFill>
                  <a:srgbClr val="003300"/>
                </a:solidFill>
                <a:ea typeface="黑体" panose="02010609060101010101" pitchFamily="2" charset="-122"/>
              </a:rPr>
              <a:t>基础</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catch (NullPointerException ex)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System.out.println(</a:t>
            </a:r>
            <a:r>
              <a:rPr lang="en-US" altLang="zh-CN" sz="1800" b="1" dirty="0">
                <a:solidFill>
                  <a:srgbClr val="003300"/>
                </a:solidFill>
                <a:ea typeface="宋体" panose="02010600030101010101" pitchFamily="2" charset="-122"/>
              </a:rPr>
              <a:t>"</a:t>
            </a:r>
            <a:r>
              <a:rPr lang="zh-CN" altLang="en-US" sz="1800" b="1" dirty="0">
                <a:solidFill>
                  <a:srgbClr val="003300"/>
                </a:solidFill>
                <a:ea typeface="黑体" panose="02010609060101010101" pitchFamily="2" charset="-122"/>
              </a:rPr>
              <a:t>输入不为数字！</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System.out.println(</a:t>
            </a:r>
            <a:r>
              <a:rPr lang="en-US" altLang="zh-CN" sz="1800" b="1" dirty="0">
                <a:solidFill>
                  <a:srgbClr val="003300"/>
                </a:solidFill>
                <a:ea typeface="宋体" panose="02010600030101010101" pitchFamily="2" charset="-122"/>
              </a:rPr>
              <a:t>"</a:t>
            </a:r>
            <a:r>
              <a:rPr lang="zh-CN" altLang="en-US" sz="1800" b="1" dirty="0">
                <a:solidFill>
                  <a:srgbClr val="003300"/>
                </a:solidFill>
                <a:ea typeface="黑体" panose="02010609060101010101" pitchFamily="2" charset="-122"/>
              </a:rPr>
              <a:t>欢迎提出建议！</a:t>
            </a:r>
            <a:r>
              <a:rPr lang="en-US" altLang="zh-CN" sz="1800" b="1" dirty="0">
                <a:solidFill>
                  <a:srgbClr val="003300"/>
                </a:solidFill>
                <a:ea typeface="黑体" panose="02010609060101010101" pitchFamily="2" charset="-122"/>
              </a:rPr>
              <a:t>");</a:t>
            </a:r>
            <a:endParaRPr/>
          </a:p>
          <a:p>
            <a:pPr marL="457200" lvl="1" indent="0" eaLnBrk="1" hangingPunct="1">
              <a:spcBef>
                <a:spcPct val="1"/>
              </a:spcBef>
              <a:buNone/>
            </a:pPr>
            <a:r>
              <a:rPr lang="en-US" altLang="zh-CN" sz="1800" b="1" dirty="0">
                <a:solidFill>
                  <a:srgbClr val="003300"/>
                </a:solidFill>
                <a:ea typeface="黑体" panose="02010609060101010101" pitchFamily="2" charset="-122"/>
              </a:rPr>
              <a:t>}</a:t>
            </a:r>
            <a:endParaRPr/>
          </a:p>
          <a:p>
            <a:pPr marL="0" lvl="0" indent="0" eaLnBrk="1" hangingPunct="1">
              <a:spcBef>
                <a:spcPct val="1"/>
              </a:spcBef>
              <a:buNone/>
            </a:pPr>
            <a:r>
              <a:rPr lang="en-US" altLang="zh-CN" sz="1800" b="1" dirty="0">
                <a:solidFill>
                  <a:srgbClr val="003300"/>
                </a:solidFill>
                <a:ea typeface="黑体" panose="02010609060101010101" pitchFamily="2" charset="-122"/>
              </a:rPr>
              <a:t>}</a:t>
            </a:r>
            <a:endParaRPr/>
          </a:p>
        </p:txBody>
      </p:sp>
      <p:sp>
        <p:nvSpPr>
          <p:cNvPr id="28" name="AutoShape 5"/>
          <p:cNvSpPr/>
          <p:nvPr/>
        </p:nvSpPr>
        <p:spPr>
          <a:xfrm>
            <a:off x="5651500" y="1936750"/>
            <a:ext cx="1512888" cy="549275"/>
          </a:xfrm>
          <a:prstGeom prst="leftArrow">
            <a:avLst>
              <a:gd name="adj1" fmla="val 50000"/>
              <a:gd name="adj2" fmla="val 68858"/>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B</a:t>
            </a:r>
            <a:endParaRPr/>
          </a:p>
        </p:txBody>
      </p:sp>
      <p:sp>
        <p:nvSpPr>
          <p:cNvPr id="29" name="AutoShape 7"/>
          <p:cNvSpPr/>
          <p:nvPr/>
        </p:nvSpPr>
        <p:spPr>
          <a:xfrm>
            <a:off x="6227763" y="4946650"/>
            <a:ext cx="1944687" cy="549275"/>
          </a:xfrm>
          <a:prstGeom prst="rightArrow">
            <a:avLst>
              <a:gd name="adj1" fmla="val 50000"/>
              <a:gd name="adj2" fmla="val 88511"/>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程序中断运行</a:t>
            </a:r>
            <a:endParaRPr/>
          </a:p>
        </p:txBody>
      </p:sp>
      <p:sp>
        <p:nvSpPr>
          <p:cNvPr id="30" name="AutoShape 9"/>
          <p:cNvSpPr/>
          <p:nvPr/>
        </p:nvSpPr>
        <p:spPr>
          <a:xfrm>
            <a:off x="8243888" y="4933950"/>
            <a:ext cx="647700" cy="576263"/>
          </a:xfrm>
          <a:custGeom>
            <a:avLst/>
            <a:gdLst>
              <a:gd name="txL" fmla="*/ 3163 w 21600"/>
              <a:gd name="txT" fmla="*/ 3163 h 21600"/>
              <a:gd name="txR" fmla="*/ 18437 w 21600"/>
              <a:gd name="txB" fmla="*/ 18437 h 21600"/>
            </a:gdLst>
            <a:ahLst/>
            <a:cxnLst>
              <a:cxn ang="0">
                <a:pos x="2147483647" y="0"/>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3300">
              <a:alpha val="100000"/>
            </a:srgbClr>
          </a:solidFill>
          <a:ln w="28575" cap="flat" cmpd="sng">
            <a:solidFill>
              <a:schemeClr val="tx1">
                <a:alpha val="100000"/>
              </a:schemeClr>
            </a:solidFill>
            <a:prstDash val="solid"/>
            <a:miter lim="800000"/>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righ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par>
                          <p:cTn id="18" fill="hold">
                            <p:stCondLst>
                              <p:cond delay="500"/>
                            </p:stCondLst>
                            <p:childTnLst>
                              <p:par>
                                <p:cTn id="19" presetID="5" presetClass="entr" presetSubtype="10" fill="hold"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checkerboard(across)">
                                      <p:cBhvr>
                                        <p:cTn id="21" dur="500"/>
                                        <p:tgtEl>
                                          <p:spTgt spid="30"/>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
          <p:cNvSpPr>
            <a:spLocks noGrp="1"/>
          </p:cNvSpPr>
          <p:nvPr>
            <p:ph type="title"/>
          </p:nvPr>
        </p:nvSpPr>
        <p:spPr>
          <a:ln/>
        </p:spPr>
        <p:txBody>
          <a:bodyPr vert="horz" wrap="square" lIns="91440" tIns="45720" rIns="91440" bIns="45720" anchor="ctr"/>
          <a:lstStyle/>
          <a:p>
            <a:pPr eaLnBrk="1" hangingPunct="1"/>
            <a:r>
              <a:rPr lang="zh-CN" altLang="en-US" dirty="0"/>
              <a:t>异常类型不匹配</a:t>
            </a:r>
            <a:endParaRPr lang="en-US" altLang="zh-CN" dirty="0"/>
          </a:p>
        </p:txBody>
      </p:sp>
      <p:sp>
        <p:nvSpPr>
          <p:cNvPr id="33" name="AutoShape 4"/>
          <p:cNvSpPr/>
          <p:nvPr/>
        </p:nvSpPr>
        <p:spPr>
          <a:xfrm>
            <a:off x="755576" y="2276772"/>
            <a:ext cx="1439863" cy="576263"/>
          </a:xfrm>
          <a:prstGeom prst="roundRect">
            <a:avLst>
              <a:gd name="adj" fmla="val 16667"/>
            </a:avLst>
          </a:prstGeom>
          <a:gradFill rotWithShape="1">
            <a:gsLst>
              <a:gs pos="0">
                <a:schemeClr val="tx1">
                  <a:lumMod val="40000"/>
                  <a:lumOff val="60000"/>
                </a:schemeClr>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en-US" altLang="zh-CN" sz="3200" b="1" dirty="0">
                <a:solidFill>
                  <a:srgbClr val="003300"/>
                </a:solidFill>
                <a:ea typeface="黑体" panose="02010609060101010101" pitchFamily="2" charset="-122"/>
              </a:rPr>
              <a:t>try</a:t>
            </a:r>
            <a:endParaRPr/>
          </a:p>
        </p:txBody>
      </p:sp>
      <p:sp>
        <p:nvSpPr>
          <p:cNvPr id="34" name="AutoShape 5"/>
          <p:cNvSpPr/>
          <p:nvPr/>
        </p:nvSpPr>
        <p:spPr>
          <a:xfrm>
            <a:off x="3351804" y="3865564"/>
            <a:ext cx="1439863" cy="576262"/>
          </a:xfrm>
          <a:prstGeom prst="roundRect">
            <a:avLst>
              <a:gd name="adj" fmla="val 16667"/>
            </a:avLst>
          </a:prstGeom>
          <a:gradFill rotWithShape="1">
            <a:gsLst>
              <a:gs pos="0">
                <a:schemeClr val="tx1">
                  <a:lumMod val="40000"/>
                  <a:lumOff val="60000"/>
                </a:schemeClr>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en-US" altLang="zh-CN" sz="2800" b="1" dirty="0">
                <a:solidFill>
                  <a:srgbClr val="003300"/>
                </a:solidFill>
                <a:ea typeface="黑体" panose="02010609060101010101" pitchFamily="2" charset="-122"/>
              </a:rPr>
              <a:t>catch</a:t>
            </a:r>
            <a:endParaRPr/>
          </a:p>
        </p:txBody>
      </p:sp>
      <p:sp>
        <p:nvSpPr>
          <p:cNvPr id="35" name="AutoShape 6"/>
          <p:cNvSpPr/>
          <p:nvPr/>
        </p:nvSpPr>
        <p:spPr>
          <a:xfrm>
            <a:off x="5292080" y="3794126"/>
            <a:ext cx="2592288" cy="719138"/>
          </a:xfrm>
          <a:prstGeom prst="roundRect">
            <a:avLst>
              <a:gd name="adj" fmla="val 16667"/>
            </a:avLst>
          </a:prstGeom>
          <a:gradFill rotWithShape="1">
            <a:gsLst>
              <a:gs pos="0">
                <a:schemeClr val="tx1">
                  <a:lumMod val="40000"/>
                  <a:lumOff val="60000"/>
                </a:schemeClr>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sz="2800" b="1" dirty="0">
                <a:solidFill>
                  <a:srgbClr val="003300"/>
                </a:solidFill>
                <a:ea typeface="黑体" panose="02010609060101010101" pitchFamily="2" charset="-122"/>
              </a:rPr>
              <a:t>异常类型不匹配 </a:t>
            </a:r>
            <a:endParaRPr/>
          </a:p>
        </p:txBody>
      </p:sp>
      <p:cxnSp>
        <p:nvCxnSpPr>
          <p:cNvPr id="36" name="AutoShape 11"/>
          <p:cNvCxnSpPr>
            <a:stCxn id="33" idx="3"/>
            <a:endCxn id="37" idx="1"/>
          </p:cNvCxnSpPr>
          <p:nvPr/>
        </p:nvCxnSpPr>
        <p:spPr>
          <a:xfrm>
            <a:off x="2195439" y="2564904"/>
            <a:ext cx="1440457" cy="288131"/>
          </a:xfrm>
          <a:prstGeom prst="straightConnector1">
            <a:avLst/>
          </a:prstGeom>
          <a:ln w="38100" cap="flat" cmpd="sng">
            <a:solidFill>
              <a:schemeClr val="tx1"/>
            </a:solidFill>
            <a:prstDash val="solid"/>
            <a:headEnd type="none" w="med" len="med"/>
            <a:tailEnd type="triangle" w="med" len="med"/>
          </a:ln>
        </p:spPr>
      </p:cxnSp>
      <p:sp>
        <p:nvSpPr>
          <p:cNvPr id="38" name="Text Box 12"/>
          <p:cNvSpPr txBox="1"/>
          <p:nvPr/>
        </p:nvSpPr>
        <p:spPr>
          <a:xfrm>
            <a:off x="5436096" y="4886452"/>
            <a:ext cx="2304256" cy="366713"/>
          </a:xfrm>
          <a:prstGeom prst="rect">
            <a:avLst/>
          </a:prstGeom>
          <a:noFill/>
          <a:ln w="9525">
            <a:noFill/>
          </a:ln>
        </p:spPr>
        <p:txBody>
          <a:bodyPr lIns="0" rIns="0" anchor="t" anchorCtr="1"/>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indent="0" algn="ctr" eaLnBrk="1" hangingPunct="1">
              <a:spcBef>
                <a:spcPct val="50000"/>
              </a:spcBef>
              <a:buFontTx/>
              <a:buNone/>
            </a:pPr>
            <a:r>
              <a:rPr lang="zh-CN" altLang="en-US" sz="2400" b="1" dirty="0">
                <a:solidFill>
                  <a:srgbClr val="003300"/>
                </a:solidFill>
                <a:ea typeface="黑体" panose="02010609060101010101" pitchFamily="2" charset="-122"/>
              </a:rPr>
              <a:t>程序中断运行</a:t>
            </a:r>
            <a:endParaRPr/>
          </a:p>
        </p:txBody>
      </p:sp>
      <p:sp>
        <p:nvSpPr>
          <p:cNvPr id="39" name="Text Box 13"/>
          <p:cNvSpPr txBox="1"/>
          <p:nvPr/>
        </p:nvSpPr>
        <p:spPr>
          <a:xfrm>
            <a:off x="3613649" y="1541726"/>
            <a:ext cx="1871662" cy="366713"/>
          </a:xfrm>
          <a:prstGeom prst="rect">
            <a:avLst/>
          </a:prstGeom>
          <a:noFill/>
          <a:ln w="9525">
            <a:noFill/>
          </a:ln>
        </p:spPr>
        <p:txBody>
          <a:bodyPr lIns="0" rIns="0" anchor="t" anchorCtr="1"/>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indent="0" algn="ctr" eaLnBrk="1" hangingPunct="1">
              <a:spcBef>
                <a:spcPct val="50000"/>
              </a:spcBef>
              <a:buFontTx/>
              <a:buNone/>
            </a:pPr>
            <a:r>
              <a:rPr lang="en-US" altLang="zh-CN" sz="1800" dirty="0">
                <a:solidFill>
                  <a:srgbClr val="FF0000"/>
                </a:solidFill>
                <a:ea typeface="黑体" panose="02010609060101010101" pitchFamily="2" charset="-122"/>
              </a:rPr>
              <a:t>      </a:t>
            </a:r>
            <a:r>
              <a:rPr lang="zh-CN" altLang="en-US" sz="2800" b="1" dirty="0">
                <a:solidFill>
                  <a:srgbClr val="003300"/>
                </a:solidFill>
                <a:ea typeface="黑体" panose="02010609060101010101" pitchFamily="2" charset="-122"/>
              </a:rPr>
              <a:t>发生异常</a:t>
            </a:r>
            <a:endParaRPr/>
          </a:p>
        </p:txBody>
      </p:sp>
      <p:sp>
        <p:nvSpPr>
          <p:cNvPr id="37" name="AutoShape 21"/>
          <p:cNvSpPr/>
          <p:nvPr/>
        </p:nvSpPr>
        <p:spPr>
          <a:xfrm>
            <a:off x="3635896" y="2564904"/>
            <a:ext cx="2340260" cy="576262"/>
          </a:xfrm>
          <a:prstGeom prst="roundRect">
            <a:avLst>
              <a:gd name="adj" fmla="val 16667"/>
            </a:avLst>
          </a:prstGeom>
          <a:gradFill rotWithShape="1">
            <a:gsLst>
              <a:gs pos="0">
                <a:schemeClr val="tx1">
                  <a:lumMod val="20000"/>
                  <a:lumOff val="80000"/>
                </a:schemeClr>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sz="2800" b="1" dirty="0">
                <a:solidFill>
                  <a:srgbClr val="003300"/>
                </a:solidFill>
                <a:ea typeface="黑体" panose="02010609060101010101" pitchFamily="2" charset="-122"/>
              </a:rPr>
              <a:t>产生异常对象 </a:t>
            </a:r>
            <a:endParaRPr/>
          </a:p>
        </p:txBody>
      </p:sp>
      <p:cxnSp>
        <p:nvCxnSpPr>
          <p:cNvPr id="40" name="AutoShape 22"/>
          <p:cNvCxnSpPr>
            <a:stCxn id="37" idx="2"/>
            <a:endCxn id="35" idx="0"/>
          </p:cNvCxnSpPr>
          <p:nvPr/>
        </p:nvCxnSpPr>
        <p:spPr>
          <a:xfrm>
            <a:off x="4806026" y="3141166"/>
            <a:ext cx="1782198" cy="652960"/>
          </a:xfrm>
          <a:prstGeom prst="straightConnector1">
            <a:avLst/>
          </a:prstGeom>
          <a:ln w="38100" cap="flat" cmpd="sng">
            <a:solidFill>
              <a:schemeClr val="tx1"/>
            </a:solidFill>
            <a:prstDash val="solid"/>
            <a:headEnd type="none" w="med" len="med"/>
            <a:tailEnd type="triangle" w="med" len="med"/>
          </a:ln>
        </p:spPr>
      </p:cxnSp>
      <p:sp>
        <p:nvSpPr>
          <p:cNvPr id="41" name="AutoShape 25"/>
          <p:cNvSpPr/>
          <p:nvPr/>
        </p:nvSpPr>
        <p:spPr>
          <a:xfrm>
            <a:off x="6368901" y="5630585"/>
            <a:ext cx="647700" cy="576262"/>
          </a:xfrm>
          <a:custGeom>
            <a:avLst/>
            <a:gdLst>
              <a:gd name="txL" fmla="*/ 3163 w 21600"/>
              <a:gd name="txT" fmla="*/ 3163 h 21600"/>
              <a:gd name="txR" fmla="*/ 18437 w 21600"/>
              <a:gd name="txB" fmla="*/ 18437 h 21600"/>
            </a:gdLst>
            <a:ahLst/>
            <a:cxnLst>
              <a:cxn ang="0">
                <a:pos x="2147483647" y="0"/>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3300">
              <a:alpha val="100000"/>
            </a:srgbClr>
          </a:solidFill>
          <a:ln w="28575" cap="flat" cmpd="sng">
            <a:solidFill>
              <a:schemeClr val="tx1">
                <a:alpha val="100000"/>
              </a:schemeClr>
            </a:solidFill>
            <a:prstDash val="solid"/>
            <a:miter lim="800000"/>
            <a:headEnd type="none" w="med" len="med"/>
            <a:tailEnd type="none" w="med" len="med"/>
          </a:ln>
        </p:spPr>
        <p:txBody>
          <a:bodyPr/>
          <a:lstStyle/>
          <a:p>
            <a:endParaRPr lang="zh-CN" altLang="en-US">
              <a:solidFill>
                <a:srgbClr val="9BD3E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fill="hold"/>
                                        <p:tgtEl>
                                          <p:spTgt spid="39"/>
                                        </p:tgtEl>
                                        <p:attrNameLst>
                                          <p:attrName>ppt_x</p:attrName>
                                        </p:attrNameLst>
                                      </p:cBhvr>
                                      <p:tavLst>
                                        <p:tav tm="0">
                                          <p:val>
                                            <p:strVal val="#ppt_x"/>
                                          </p:val>
                                        </p:tav>
                                        <p:tav tm="100000">
                                          <p:val>
                                            <p:strVal val="#ppt_x"/>
                                          </p:val>
                                        </p:tav>
                                      </p:tavLst>
                                    </p:anim>
                                    <p:anim calcmode="lin" valueType="num">
                                      <p:cBhvr additive="base">
                                        <p:cTn id="1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fill="hold"/>
                                        <p:tgtEl>
                                          <p:spTgt spid="34"/>
                                        </p:tgtEl>
                                        <p:attrNameLst>
                                          <p:attrName>ppt_x</p:attrName>
                                        </p:attrNameLst>
                                      </p:cBhvr>
                                      <p:tavLst>
                                        <p:tav tm="0">
                                          <p:val>
                                            <p:strVal val="#ppt_x"/>
                                          </p:val>
                                        </p:tav>
                                        <p:tav tm="100000">
                                          <p:val>
                                            <p:strVal val="#ppt_x"/>
                                          </p:val>
                                        </p:tav>
                                      </p:tavLst>
                                    </p:anim>
                                    <p:anim calcmode="lin" valueType="num">
                                      <p:cBhvr additive="base">
                                        <p:cTn id="30" dur="500" fill="hold"/>
                                        <p:tgtEl>
                                          <p:spTgt spid="3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additive="base">
                                        <p:cTn id="33" dur="500" fill="hold"/>
                                        <p:tgtEl>
                                          <p:spTgt spid="35"/>
                                        </p:tgtEl>
                                        <p:attrNameLst>
                                          <p:attrName>ppt_x</p:attrName>
                                        </p:attrNameLst>
                                      </p:cBhvr>
                                      <p:tavLst>
                                        <p:tav tm="0">
                                          <p:val>
                                            <p:strVal val="#ppt_x"/>
                                          </p:val>
                                        </p:tav>
                                        <p:tav tm="100000">
                                          <p:val>
                                            <p:strVal val="#ppt_x"/>
                                          </p:val>
                                        </p:tav>
                                      </p:tavLst>
                                    </p:anim>
                                    <p:anim calcmode="lin" valueType="num">
                                      <p:cBhvr additive="base">
                                        <p:cTn id="34" dur="500" fill="hold"/>
                                        <p:tgtEl>
                                          <p:spTgt spid="3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anim calcmode="lin" valueType="num">
                                      <p:cBhvr additive="base">
                                        <p:cTn id="37" dur="500" fill="hold"/>
                                        <p:tgtEl>
                                          <p:spTgt spid="40"/>
                                        </p:tgtEl>
                                        <p:attrNameLst>
                                          <p:attrName>ppt_x</p:attrName>
                                        </p:attrNameLst>
                                      </p:cBhvr>
                                      <p:tavLst>
                                        <p:tav tm="0">
                                          <p:val>
                                            <p:strVal val="#ppt_x"/>
                                          </p:val>
                                        </p:tav>
                                        <p:tav tm="100000">
                                          <p:val>
                                            <p:strVal val="#ppt_x"/>
                                          </p:val>
                                        </p:tav>
                                      </p:tavLst>
                                    </p:anim>
                                    <p:anim calcmode="lin" valueType="num">
                                      <p:cBhvr additive="base">
                                        <p:cTn id="3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 calcmode="lin" valueType="num">
                                      <p:cBhvr additive="base">
                                        <p:cTn id="47" dur="500" fill="hold"/>
                                        <p:tgtEl>
                                          <p:spTgt spid="41"/>
                                        </p:tgtEl>
                                        <p:attrNameLst>
                                          <p:attrName>ppt_x</p:attrName>
                                        </p:attrNameLst>
                                      </p:cBhvr>
                                      <p:tavLst>
                                        <p:tav tm="0">
                                          <p:val>
                                            <p:strVal val="#ppt_x"/>
                                          </p:val>
                                        </p:tav>
                                        <p:tav tm="100000">
                                          <p:val>
                                            <p:strVal val="#ppt_x"/>
                                          </p:val>
                                        </p:tav>
                                      </p:tavLst>
                                    </p:anim>
                                    <p:anim calcmode="lin" valueType="num">
                                      <p:cBhvr additive="base">
                                        <p:cTn id="4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2"/>
          <p:cNvSpPr>
            <a:spLocks noGrp="1"/>
          </p:cNvSpPr>
          <p:nvPr>
            <p:ph type="title"/>
          </p:nvPr>
        </p:nvSpPr>
        <p:spPr>
          <a:ln/>
        </p:spPr>
        <p:txBody>
          <a:bodyPr vert="horz" wrap="square" lIns="91440" tIns="45720" rIns="91440" bIns="45720" anchor="ctr"/>
          <a:lstStyle/>
          <a:p>
            <a:pPr eaLnBrk="1" hangingPunct="1"/>
            <a:r>
              <a:rPr lang="en-US" altLang="zh-CN" dirty="0"/>
              <a:t>try/catch/finally</a:t>
            </a:r>
            <a:endParaRPr/>
          </a:p>
        </p:txBody>
      </p:sp>
      <p:sp>
        <p:nvSpPr>
          <p:cNvPr id="44" name="Rectangle 3"/>
          <p:cNvSpPr>
            <a:spLocks noGrp="1"/>
          </p:cNvSpPr>
          <p:nvPr>
            <p:ph idx="1"/>
          </p:nvPr>
        </p:nvSpPr>
        <p:spPr>
          <a:xfrm>
            <a:off x="684213" y="1052513"/>
            <a:ext cx="8229600" cy="1008062"/>
          </a:xfrm>
          <a:ln/>
        </p:spPr>
        <p:txBody>
          <a:bodyPr vert="horz" wrap="square" lIns="91440" tIns="45720" rIns="91440" bIns="45720" anchor="t"/>
          <a:lstStyle/>
          <a:p>
            <a:pPr eaLnBrk="1" hangingPunct="1"/>
            <a:r>
              <a:rPr lang="zh-CN" altLang="en-US" dirty="0"/>
              <a:t>在</a:t>
            </a:r>
            <a:r>
              <a:rPr lang="en-US" altLang="zh-CN" dirty="0"/>
              <a:t>try/catch</a:t>
            </a:r>
            <a:r>
              <a:rPr lang="zh-CN" altLang="en-US" dirty="0"/>
              <a:t>块后加入</a:t>
            </a:r>
            <a:r>
              <a:rPr lang="en-US" altLang="zh-CN" dirty="0"/>
              <a:t>finally</a:t>
            </a:r>
            <a:r>
              <a:rPr lang="zh-CN" altLang="en-US" dirty="0"/>
              <a:t>块，可以确保无论是否发生异常，</a:t>
            </a:r>
            <a:r>
              <a:rPr lang="en-US" altLang="zh-CN" dirty="0"/>
              <a:t>finally</a:t>
            </a:r>
            <a:r>
              <a:rPr lang="zh-CN" altLang="en-US" dirty="0"/>
              <a:t>块中的代码总能被执行</a:t>
            </a:r>
            <a:endParaRPr/>
          </a:p>
        </p:txBody>
      </p:sp>
      <p:sp>
        <p:nvSpPr>
          <p:cNvPr id="45" name="AutoShape 10"/>
          <p:cNvSpPr/>
          <p:nvPr/>
        </p:nvSpPr>
        <p:spPr>
          <a:xfrm>
            <a:off x="2195513" y="2276475"/>
            <a:ext cx="3168650" cy="647700"/>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en-US" altLang="zh-CN" b="1" dirty="0">
                <a:solidFill>
                  <a:srgbClr val="003300"/>
                </a:solidFill>
                <a:latin typeface="Arial" panose="020B0604020202020204" pitchFamily="34" charset="0"/>
                <a:ea typeface="黑体" panose="02010609060101010101" pitchFamily="2" charset="-122"/>
              </a:rPr>
              <a:t>try </a:t>
            </a:r>
            <a:r>
              <a:rPr lang="zh-CN" altLang="en-US" b="1" dirty="0">
                <a:solidFill>
                  <a:srgbClr val="003300"/>
                </a:solidFill>
                <a:latin typeface="Arial" panose="020B0604020202020204" pitchFamily="34" charset="0"/>
                <a:ea typeface="黑体" panose="02010609060101010101" pitchFamily="2" charset="-122"/>
              </a:rPr>
              <a:t>块 </a:t>
            </a:r>
            <a:endParaRPr/>
          </a:p>
        </p:txBody>
      </p:sp>
      <p:sp>
        <p:nvSpPr>
          <p:cNvPr id="46" name="AutoShape 11"/>
          <p:cNvSpPr/>
          <p:nvPr/>
        </p:nvSpPr>
        <p:spPr>
          <a:xfrm>
            <a:off x="2160588" y="5114925"/>
            <a:ext cx="3168650" cy="647700"/>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en-US" altLang="zh-CN" b="1" dirty="0">
                <a:solidFill>
                  <a:srgbClr val="003300"/>
                </a:solidFill>
                <a:latin typeface="Arial" panose="020B0604020202020204" pitchFamily="34" charset="0"/>
                <a:ea typeface="黑体" panose="02010609060101010101" pitchFamily="2" charset="-122"/>
              </a:rPr>
              <a:t>finally </a:t>
            </a:r>
            <a:r>
              <a:rPr lang="zh-CN" altLang="en-US" b="1" dirty="0">
                <a:solidFill>
                  <a:srgbClr val="003300"/>
                </a:solidFill>
                <a:latin typeface="Arial" panose="020B0604020202020204" pitchFamily="34" charset="0"/>
                <a:ea typeface="黑体" panose="02010609060101010101" pitchFamily="2" charset="-122"/>
              </a:rPr>
              <a:t>块 </a:t>
            </a:r>
            <a:endParaRPr/>
          </a:p>
        </p:txBody>
      </p:sp>
      <p:sp>
        <p:nvSpPr>
          <p:cNvPr id="47" name="AutoShape 12"/>
          <p:cNvSpPr/>
          <p:nvPr/>
        </p:nvSpPr>
        <p:spPr>
          <a:xfrm>
            <a:off x="2195513" y="3716338"/>
            <a:ext cx="3168650" cy="647700"/>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en-US" altLang="zh-CN" b="1" dirty="0">
                <a:solidFill>
                  <a:srgbClr val="003300"/>
                </a:solidFill>
                <a:latin typeface="Arial" panose="020B0604020202020204" pitchFamily="34" charset="0"/>
                <a:ea typeface="黑体" panose="02010609060101010101" pitchFamily="2" charset="-122"/>
              </a:rPr>
              <a:t>catch </a:t>
            </a:r>
            <a:r>
              <a:rPr lang="zh-CN" altLang="en-US" b="1" dirty="0">
                <a:solidFill>
                  <a:srgbClr val="003300"/>
                </a:solidFill>
                <a:latin typeface="Arial" panose="020B0604020202020204" pitchFamily="34" charset="0"/>
                <a:ea typeface="黑体" panose="02010609060101010101" pitchFamily="2" charset="-122"/>
              </a:rPr>
              <a:t>块  </a:t>
            </a:r>
            <a:endParaRPr/>
          </a:p>
        </p:txBody>
      </p:sp>
      <p:sp>
        <p:nvSpPr>
          <p:cNvPr id="48" name="AutoShape 13"/>
          <p:cNvSpPr/>
          <p:nvPr/>
        </p:nvSpPr>
        <p:spPr>
          <a:xfrm>
            <a:off x="3563938" y="2922588"/>
            <a:ext cx="360362" cy="792162"/>
          </a:xfrm>
          <a:prstGeom prst="downArrow">
            <a:avLst>
              <a:gd name="adj1" fmla="val 50000"/>
              <a:gd name="adj2" fmla="val 54955"/>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endParaRPr lang="zh-CN" altLang="en-US" dirty="0">
              <a:latin typeface="Arial" panose="020B0604020202020204" pitchFamily="34" charset="0"/>
              <a:ea typeface="宋体" panose="02010600030101010101" pitchFamily="2" charset="-122"/>
            </a:endParaRPr>
          </a:p>
        </p:txBody>
      </p:sp>
      <p:sp>
        <p:nvSpPr>
          <p:cNvPr id="49" name="AutoShape 14"/>
          <p:cNvSpPr/>
          <p:nvPr/>
        </p:nvSpPr>
        <p:spPr>
          <a:xfrm>
            <a:off x="3563938" y="4362450"/>
            <a:ext cx="360362" cy="792163"/>
          </a:xfrm>
          <a:prstGeom prst="downArrow">
            <a:avLst>
              <a:gd name="adj1" fmla="val 50000"/>
              <a:gd name="adj2" fmla="val 54956"/>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endParaRPr lang="zh-CN" altLang="en-US" dirty="0">
              <a:latin typeface="Arial" panose="020B0604020202020204" pitchFamily="34" charset="0"/>
              <a:ea typeface="宋体" panose="02010600030101010101" pitchFamily="2" charset="-122"/>
            </a:endParaRPr>
          </a:p>
        </p:txBody>
      </p:sp>
      <p:sp>
        <p:nvSpPr>
          <p:cNvPr id="50" name="AutoShape 16"/>
          <p:cNvSpPr/>
          <p:nvPr/>
        </p:nvSpPr>
        <p:spPr>
          <a:xfrm>
            <a:off x="5995988" y="3557588"/>
            <a:ext cx="1109662" cy="406400"/>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无异常 </a:t>
            </a:r>
            <a:endParaRPr/>
          </a:p>
        </p:txBody>
      </p:sp>
      <p:sp>
        <p:nvSpPr>
          <p:cNvPr id="51" name="AutoShape 17"/>
          <p:cNvSpPr/>
          <p:nvPr/>
        </p:nvSpPr>
        <p:spPr>
          <a:xfrm>
            <a:off x="3836988" y="3051175"/>
            <a:ext cx="895350" cy="406400"/>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有异常 </a:t>
            </a:r>
            <a:endParaRPr/>
          </a:p>
        </p:txBody>
      </p:sp>
      <p:sp>
        <p:nvSpPr>
          <p:cNvPr id="52" name="AutoShape 18"/>
          <p:cNvSpPr/>
          <p:nvPr/>
        </p:nvSpPr>
        <p:spPr>
          <a:xfrm>
            <a:off x="5508625" y="2276475"/>
            <a:ext cx="360363" cy="4176713"/>
          </a:xfrm>
          <a:prstGeom prst="curvedLeftArrow">
            <a:avLst>
              <a:gd name="adj1" fmla="val 231805"/>
              <a:gd name="adj2" fmla="val 463611"/>
              <a:gd name="adj3" fmla="val 33333"/>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1000"/>
                                        <p:tgtEl>
                                          <p:spTgt spid="51"/>
                                        </p:tgtEl>
                                      </p:cBhvr>
                                    </p:animEffect>
                                  </p:childTnLst>
                                </p:cTn>
                              </p:par>
                            </p:childTnLst>
                          </p:cTn>
                        </p:par>
                        <p:par>
                          <p:cTn id="12" fill="hold">
                            <p:stCondLst>
                              <p:cond delay="500"/>
                            </p:stCondLst>
                            <p:childTnLst>
                              <p:par>
                                <p:cTn id="13" presetID="22" presetClass="entr" presetSubtype="1"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up)">
                                      <p:cBhvr>
                                        <p:cTn id="15" dur="500"/>
                                        <p:tgtEl>
                                          <p:spTgt spid="48"/>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500"/>
                                        <p:tgtEl>
                                          <p:spTgt spid="47"/>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wipe(up)">
                                      <p:cBhvr>
                                        <p:cTn id="23" dur="500"/>
                                        <p:tgtEl>
                                          <p:spTgt spid="49"/>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childTnLst>
                          </p:cTn>
                        </p:par>
                        <p:par>
                          <p:cTn id="32" fill="hold">
                            <p:stCondLst>
                              <p:cond delay="500"/>
                            </p:stCondLst>
                            <p:childTnLst>
                              <p:par>
                                <p:cTn id="33" presetID="22" presetClass="entr" presetSubtype="1" fill="hold" nodeType="after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wipe(up)">
                                      <p:cBhvr>
                                        <p:cTn id="35" dur="500"/>
                                        <p:tgtEl>
                                          <p:spTgt spid="5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2"/>
          <p:cNvSpPr>
            <a:spLocks noGrp="1"/>
          </p:cNvSpPr>
          <p:nvPr>
            <p:ph type="title"/>
          </p:nvPr>
        </p:nvSpPr>
        <p:spPr>
          <a:xfrm>
            <a:off x="-179387" y="-201612"/>
            <a:ext cx="7993062" cy="1109662"/>
          </a:xfrm>
          <a:ln/>
        </p:spPr>
        <p:txBody>
          <a:bodyPr vert="horz" wrap="square" lIns="91440" tIns="45720" rIns="91440" bIns="45720" anchor="ctr"/>
          <a:lstStyle/>
          <a:p>
            <a:pPr eaLnBrk="1" hangingPunct="1"/>
            <a:r>
              <a:rPr lang="en-US" altLang="zh-CN" dirty="0"/>
              <a:t>try/catch/finally 2-2 </a:t>
            </a:r>
            <a:endParaRPr/>
          </a:p>
        </p:txBody>
      </p:sp>
      <p:sp>
        <p:nvSpPr>
          <p:cNvPr id="55" name="AutoShape 4"/>
          <p:cNvSpPr/>
          <p:nvPr/>
        </p:nvSpPr>
        <p:spPr>
          <a:xfrm>
            <a:off x="179388" y="188913"/>
            <a:ext cx="8713787" cy="6626225"/>
          </a:xfrm>
          <a:prstGeom prst="roundRect">
            <a:avLst>
              <a:gd name="adj" fmla="val 541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hangingPunct="1">
              <a:spcBef>
                <a:spcPct val="1"/>
              </a:spcBef>
              <a:buNone/>
            </a:pPr>
            <a:r>
              <a:rPr lang="en-US" altLang="zh-CN" sz="1800" b="1" dirty="0">
                <a:solidFill>
                  <a:srgbClr val="003300"/>
                </a:solidFill>
                <a:ea typeface="黑体" panose="02010609060101010101" pitchFamily="2" charset="-122"/>
              </a:rPr>
              <a:t>public class AccpException3 {</a:t>
            </a:r>
            <a:endParaRPr/>
          </a:p>
          <a:p>
            <a:pPr marL="457200" lvl="1" indent="0" eaLnBrk="1" hangingPunct="1">
              <a:spcBef>
                <a:spcPct val="1"/>
              </a:spcBef>
              <a:buNone/>
            </a:pPr>
            <a:r>
              <a:rPr lang="en-US" altLang="zh-CN" sz="1800" b="1" dirty="0">
                <a:solidFill>
                  <a:srgbClr val="003300"/>
                </a:solidFill>
                <a:ea typeface="黑体" panose="02010609060101010101" pitchFamily="2" charset="-122"/>
              </a:rPr>
              <a:t>public static void main(String[] args)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System.out.print(</a:t>
            </a:r>
            <a:r>
              <a:rPr lang="en-US" altLang="zh-CN" sz="1800" b="1" dirty="0">
                <a:solidFill>
                  <a:srgbClr val="003300"/>
                </a:solidFill>
                <a:ea typeface="宋体" panose="02010600030101010101" pitchFamily="2" charset="-122"/>
              </a:rPr>
              <a:t>"</a:t>
            </a:r>
            <a:r>
              <a:rPr lang="zh-CN" altLang="en-US" sz="1800" b="1" dirty="0">
                <a:solidFill>
                  <a:srgbClr val="003300"/>
                </a:solidFill>
                <a:ea typeface="黑体" panose="02010609060101010101" pitchFamily="2" charset="-122"/>
              </a:rPr>
              <a:t>请输入课程代号</a:t>
            </a:r>
            <a:r>
              <a:rPr lang="en-US" altLang="zh-CN" sz="1800" b="1" dirty="0">
                <a:solidFill>
                  <a:srgbClr val="003300"/>
                </a:solidFill>
                <a:ea typeface="黑体" panose="02010609060101010101" pitchFamily="2" charset="-122"/>
              </a:rPr>
              <a:t>(1</a:t>
            </a:r>
            <a:r>
              <a:rPr lang="zh-CN" altLang="en-US" sz="1800" b="1" dirty="0">
                <a:solidFill>
                  <a:srgbClr val="003300"/>
                </a:solidFill>
                <a:ea typeface="黑体" panose="02010609060101010101" pitchFamily="2" charset="-122"/>
              </a:rPr>
              <a:t>至</a:t>
            </a:r>
            <a:r>
              <a:rPr lang="en-US" altLang="zh-CN" sz="1800" b="1" dirty="0">
                <a:solidFill>
                  <a:srgbClr val="003300"/>
                </a:solidFill>
                <a:ea typeface="黑体" panose="02010609060101010101" pitchFamily="2" charset="-122"/>
              </a:rPr>
              <a:t>3</a:t>
            </a:r>
            <a:r>
              <a:rPr lang="zh-CN" altLang="en-US" sz="1800" b="1" dirty="0">
                <a:solidFill>
                  <a:srgbClr val="003300"/>
                </a:solidFill>
                <a:ea typeface="黑体" panose="02010609060101010101" pitchFamily="2" charset="-122"/>
              </a:rPr>
              <a:t>之间的数字</a:t>
            </a:r>
            <a:r>
              <a:rPr lang="en-US" altLang="zh-CN" sz="1800" b="1" dirty="0">
                <a:solidFill>
                  <a:srgbClr val="003300"/>
                </a:solidFill>
                <a:ea typeface="黑体" panose="02010609060101010101" pitchFamily="2" charset="-122"/>
              </a:rPr>
              <a:t>)</a:t>
            </a:r>
            <a:r>
              <a:rPr lang="zh-CN" altLang="en-US" sz="1800" b="1" dirty="0">
                <a:solidFill>
                  <a:srgbClr val="003300"/>
                </a:solidFill>
                <a:ea typeface="黑体" panose="02010609060101010101" pitchFamily="2" charset="-122"/>
              </a:rPr>
              <a:t>：</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Scanner in = new Scanner(System.in);</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try {</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int courseCode = in.nextInt();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switch (courseCode) {</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1:</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System.out.println("C#</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2:</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System.out.println("Java</a:t>
            </a:r>
            <a:r>
              <a:rPr lang="zh-CN" altLang="en-US" sz="1800" b="1" dirty="0">
                <a:solidFill>
                  <a:srgbClr val="003300"/>
                </a:solidFill>
                <a:ea typeface="黑体" panose="02010609060101010101" pitchFamily="2" charset="-122"/>
              </a:rPr>
              <a:t>编程</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break;</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case 3:</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	        System.out.println("SQL</a:t>
            </a:r>
            <a:r>
              <a:rPr lang="zh-CN" altLang="en-US" sz="1800" b="1" dirty="0">
                <a:solidFill>
                  <a:srgbClr val="003300"/>
                </a:solidFill>
                <a:ea typeface="黑体" panose="02010609060101010101" pitchFamily="2" charset="-122"/>
              </a:rPr>
              <a:t>基础</a:t>
            </a:r>
            <a:r>
              <a:rPr lang="en-US" altLang="zh-CN" sz="1800" b="1" dirty="0">
                <a:solidFill>
                  <a:srgbClr val="003300"/>
                </a:solidFill>
                <a:ea typeface="黑体" panose="02010609060101010101" pitchFamily="2" charset="-122"/>
              </a:rPr>
              <a:t>");</a:t>
            </a:r>
            <a:endParaRPr/>
          </a:p>
          <a:p>
            <a:pPr marL="1371600" lvl="3" indent="0" eaLnBrk="1" hangingPunct="1">
              <a:spcBef>
                <a:spcPct val="1"/>
              </a:spcBef>
              <a:buNone/>
            </a:pP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catch (Exception ex)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System.out.println(</a:t>
            </a:r>
            <a:r>
              <a:rPr lang="en-US" altLang="zh-CN" sz="1800" b="1" dirty="0">
                <a:solidFill>
                  <a:srgbClr val="003300"/>
                </a:solidFill>
                <a:ea typeface="宋体" panose="02010600030101010101" pitchFamily="2" charset="-122"/>
              </a:rPr>
              <a:t>"</a:t>
            </a:r>
            <a:r>
              <a:rPr lang="zh-CN" altLang="en-US" sz="1800" b="1" dirty="0">
                <a:solidFill>
                  <a:srgbClr val="003300"/>
                </a:solidFill>
                <a:ea typeface="黑体" panose="02010609060101010101" pitchFamily="2" charset="-122"/>
              </a:rPr>
              <a:t>输入不为数字！</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finally {</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        System.out.println(</a:t>
            </a:r>
            <a:r>
              <a:rPr lang="en-US" altLang="zh-CN" sz="1800" b="1" dirty="0">
                <a:solidFill>
                  <a:srgbClr val="003300"/>
                </a:solidFill>
                <a:ea typeface="宋体" panose="02010600030101010101" pitchFamily="2" charset="-122"/>
              </a:rPr>
              <a:t>"</a:t>
            </a:r>
            <a:r>
              <a:rPr lang="zh-CN" altLang="en-US" sz="1800" b="1" dirty="0">
                <a:solidFill>
                  <a:srgbClr val="003300"/>
                </a:solidFill>
                <a:ea typeface="黑体" panose="02010609060101010101" pitchFamily="2" charset="-122"/>
              </a:rPr>
              <a:t>欢迎提出建议！</a:t>
            </a:r>
            <a:r>
              <a:rPr lang="en-US" altLang="zh-CN" sz="1800" b="1" dirty="0">
                <a:solidFill>
                  <a:srgbClr val="003300"/>
                </a:solidFill>
                <a:ea typeface="黑体" panose="02010609060101010101" pitchFamily="2" charset="-122"/>
              </a:rPr>
              <a:t>");</a:t>
            </a:r>
            <a:endParaRPr/>
          </a:p>
          <a:p>
            <a:pPr marL="914400" lvl="2" indent="0" eaLnBrk="1" hangingPunct="1">
              <a:spcBef>
                <a:spcPct val="1"/>
              </a:spcBef>
              <a:buNone/>
            </a:pPr>
            <a:r>
              <a:rPr lang="en-US" altLang="zh-CN" sz="1800" b="1" dirty="0">
                <a:solidFill>
                  <a:srgbClr val="003300"/>
                </a:solidFill>
                <a:ea typeface="黑体" panose="02010609060101010101" pitchFamily="2" charset="-122"/>
              </a:rPr>
              <a:t>}</a:t>
            </a:r>
            <a:endParaRPr/>
          </a:p>
          <a:p>
            <a:pPr marL="457200" lvl="1" indent="0" eaLnBrk="1" hangingPunct="1">
              <a:spcBef>
                <a:spcPct val="1"/>
              </a:spcBef>
              <a:buNone/>
            </a:pPr>
            <a:r>
              <a:rPr lang="en-US" altLang="zh-CN" sz="1800" b="1" dirty="0">
                <a:solidFill>
                  <a:srgbClr val="003300"/>
                </a:solidFill>
                <a:ea typeface="黑体" panose="02010609060101010101" pitchFamily="2" charset="-122"/>
              </a:rPr>
              <a:t>}</a:t>
            </a:r>
            <a:endParaRPr/>
          </a:p>
          <a:p>
            <a:pPr marL="0" lvl="0" indent="0" eaLnBrk="1" hangingPunct="1">
              <a:spcBef>
                <a:spcPct val="1"/>
              </a:spcBef>
              <a:buNone/>
            </a:pPr>
            <a:r>
              <a:rPr lang="en-US" altLang="zh-CN" sz="1800" b="1" dirty="0">
                <a:solidFill>
                  <a:schemeClr val="tx1"/>
                </a:solidFill>
                <a:ea typeface="黑体" panose="02010609060101010101" pitchFamily="2" charset="-122"/>
              </a:rPr>
              <a:t>}</a:t>
            </a:r>
            <a:endParaRPr/>
          </a:p>
        </p:txBody>
      </p:sp>
      <p:sp>
        <p:nvSpPr>
          <p:cNvPr id="56" name="AutoShape 5"/>
          <p:cNvSpPr/>
          <p:nvPr/>
        </p:nvSpPr>
        <p:spPr>
          <a:xfrm>
            <a:off x="5867400" y="1150938"/>
            <a:ext cx="1512888" cy="549275"/>
          </a:xfrm>
          <a:prstGeom prst="leftArrow">
            <a:avLst>
              <a:gd name="adj1" fmla="val 50000"/>
              <a:gd name="adj2" fmla="val 68858"/>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latin typeface="Arial" panose="020B0604020202020204" pitchFamily="34" charset="0"/>
                <a:ea typeface="黑体" panose="02010609060101010101" pitchFamily="2" charset="-122"/>
              </a:rPr>
              <a:t>输入：</a:t>
            </a:r>
            <a:r>
              <a:rPr lang="en-US" altLang="zh-CN" b="1" dirty="0">
                <a:latin typeface="Arial" panose="020B0604020202020204" pitchFamily="34" charset="0"/>
                <a:ea typeface="黑体" panose="02010609060101010101" pitchFamily="2" charset="-122"/>
              </a:rPr>
              <a:t>2</a:t>
            </a:r>
            <a:endParaRPr/>
          </a:p>
        </p:txBody>
      </p:sp>
      <p:sp>
        <p:nvSpPr>
          <p:cNvPr id="57" name="AutoShape 6"/>
          <p:cNvSpPr/>
          <p:nvPr/>
        </p:nvSpPr>
        <p:spPr>
          <a:xfrm>
            <a:off x="6773863" y="6032500"/>
            <a:ext cx="1644650" cy="70961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en-US" altLang="zh-CN" b="1" dirty="0">
                <a:latin typeface="Arial" panose="020B0604020202020204" pitchFamily="34" charset="0"/>
                <a:ea typeface="黑体" panose="02010609060101010101" pitchFamily="2" charset="-122"/>
              </a:rPr>
              <a:t>Java</a:t>
            </a:r>
            <a:r>
              <a:rPr lang="zh-CN" altLang="en-US" b="1" dirty="0">
                <a:latin typeface="Arial" panose="020B0604020202020204" pitchFamily="34" charset="0"/>
                <a:ea typeface="黑体" panose="02010609060101010101" pitchFamily="2" charset="-122"/>
              </a:rPr>
              <a:t>编程</a:t>
            </a:r>
            <a:endParaRPr/>
          </a:p>
          <a:p>
            <a:pPr eaLnBrk="0" hangingPunct="0"/>
            <a:r>
              <a:rPr lang="zh-CN" altLang="en-US" b="1" dirty="0">
                <a:latin typeface="Arial" panose="020B0604020202020204" pitchFamily="34" charset="0"/>
                <a:ea typeface="黑体" panose="02010609060101010101" pitchFamily="2" charset="-122"/>
              </a:rPr>
              <a:t>欢迎提出建议</a:t>
            </a:r>
            <a:r>
              <a:rPr lang="en-US" altLang="zh-CN" b="1" dirty="0">
                <a:latin typeface="Arial" panose="020B0604020202020204" pitchFamily="34" charset="0"/>
                <a:ea typeface="黑体" panose="02010609060101010101" pitchFamily="2" charset="-122"/>
              </a:rPr>
              <a:t>!</a:t>
            </a:r>
            <a:endParaRPr/>
          </a:p>
        </p:txBody>
      </p:sp>
      <p:sp>
        <p:nvSpPr>
          <p:cNvPr id="58" name="AutoShape 7"/>
          <p:cNvSpPr/>
          <p:nvPr/>
        </p:nvSpPr>
        <p:spPr>
          <a:xfrm>
            <a:off x="5076825" y="6073775"/>
            <a:ext cx="1655763" cy="549275"/>
          </a:xfrm>
          <a:prstGeom prst="rightArrow">
            <a:avLst>
              <a:gd name="adj1" fmla="val 50000"/>
              <a:gd name="adj2" fmla="val 75361"/>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控制台输出</a:t>
            </a:r>
            <a:endParaRPr/>
          </a:p>
        </p:txBody>
      </p:sp>
      <p:sp>
        <p:nvSpPr>
          <p:cNvPr id="59" name="AutoShape 8"/>
          <p:cNvSpPr/>
          <p:nvPr/>
        </p:nvSpPr>
        <p:spPr>
          <a:xfrm>
            <a:off x="5867400" y="1150938"/>
            <a:ext cx="1512888" cy="549275"/>
          </a:xfrm>
          <a:prstGeom prst="leftArrow">
            <a:avLst>
              <a:gd name="adj1" fmla="val 50000"/>
              <a:gd name="adj2" fmla="val 68858"/>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B</a:t>
            </a:r>
            <a:endParaRPr/>
          </a:p>
        </p:txBody>
      </p:sp>
      <p:sp>
        <p:nvSpPr>
          <p:cNvPr id="60" name="AutoShape 9"/>
          <p:cNvSpPr/>
          <p:nvPr/>
        </p:nvSpPr>
        <p:spPr>
          <a:xfrm>
            <a:off x="6780213" y="6000750"/>
            <a:ext cx="1644650" cy="70961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b="1" dirty="0">
                <a:solidFill>
                  <a:schemeClr val="tx2"/>
                </a:solidFill>
                <a:latin typeface="Arial" panose="020B0604020202020204" pitchFamily="34" charset="0"/>
                <a:ea typeface="黑体" panose="02010609060101010101" pitchFamily="2" charset="-122"/>
              </a:rPr>
              <a:t>输入不为数字</a:t>
            </a:r>
            <a:r>
              <a:rPr lang="en-US" altLang="zh-CN" b="1" dirty="0">
                <a:solidFill>
                  <a:schemeClr val="tx2"/>
                </a:solidFill>
                <a:latin typeface="Arial" panose="020B0604020202020204" pitchFamily="34" charset="0"/>
                <a:ea typeface="黑体" panose="02010609060101010101" pitchFamily="2" charset="-122"/>
              </a:rPr>
              <a:t>!</a:t>
            </a:r>
            <a:endParaRPr/>
          </a:p>
          <a:p>
            <a:pPr algn="ctr" eaLnBrk="0" hangingPunct="0"/>
            <a:r>
              <a:rPr lang="zh-CN" altLang="en-US" b="1" dirty="0">
                <a:solidFill>
                  <a:schemeClr val="tx2"/>
                </a:solidFill>
                <a:latin typeface="Arial" panose="020B0604020202020204" pitchFamily="34" charset="0"/>
                <a:ea typeface="黑体" panose="02010609060101010101" pitchFamily="2" charset="-122"/>
              </a:rPr>
              <a:t>欢迎提出建议</a:t>
            </a:r>
            <a:r>
              <a:rPr lang="en-US" altLang="zh-CN" b="1" dirty="0">
                <a:solidFill>
                  <a:schemeClr val="tx2"/>
                </a:solidFill>
                <a:latin typeface="Arial" panose="020B0604020202020204" pitchFamily="34" charset="0"/>
                <a:ea typeface="黑体" panose="02010609060101010101" pitchFamily="2" charset="-122"/>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Tn>
                        </p:par>
                        <p:par>
                          <p:cTn id="5" fill="hold">
                            <p:stCondLst>
                              <p:cond delay="0"/>
                            </p:stCondLst>
                            <p:childTnLst>
                              <p:par>
                                <p:cTn id="6" presetID="3" presetClass="entr" presetSubtype="10" fill="hold" nodeType="afterEffect">
                                  <p:stCondLst>
                                    <p:cond delay="0"/>
                                  </p:stCondLst>
                                  <p:childTnLst>
                                    <p:set>
                                      <p:cBhvr>
                                        <p:cTn id="7" dur="1" fill="hold">
                                          <p:stCondLst>
                                            <p:cond delay="0"/>
                                          </p:stCondLst>
                                        </p:cTn>
                                        <p:tgtEl>
                                          <p:spTgt spid="55"/>
                                        </p:tgtEl>
                                        <p:attrNameLst>
                                          <p:attrName>style.visibility</p:attrName>
                                        </p:attrNameLst>
                                      </p:cBhvr>
                                      <p:to>
                                        <p:strVal val="visible"/>
                                      </p:to>
                                    </p:set>
                                    <p:animEffect transition="in" filter="blinds(horizontal)">
                                      <p:cBhvr>
                                        <p:cTn id="8" dur="500"/>
                                        <p:tgtEl>
                                          <p:spTgt spid="55"/>
                                        </p:tgtEl>
                                      </p:cBhvr>
                                    </p:animEffect>
                                  </p:childTnLst>
                                </p:cTn>
                              </p:par>
                            </p:childTnLst>
                          </p:cTn>
                        </p:par>
                        <p:par>
                          <p:cTn id="9" fill="hold">
                            <p:stCondLst>
                              <p:cond delay="0"/>
                            </p:stCondLst>
                            <p:childTnLst>
                              <p:par>
                                <p:cTn id="10" presetID="22" presetClass="entr" presetSubtype="2" fill="hold" nodeType="after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right)">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left)">
                                      <p:cBhvr>
                                        <p:cTn id="17" dur="500"/>
                                        <p:tgtEl>
                                          <p:spTgt spid="58"/>
                                        </p:tgtEl>
                                      </p:cBhvr>
                                    </p:animEffect>
                                  </p:childTnLst>
                                </p:cTn>
                              </p:par>
                              <p:par>
                                <p:cTn id="18" presetID="5" presetClass="exit" presetSubtype="10" fill="hold" nodeType="withEffect">
                                  <p:stCondLst>
                                    <p:cond delay="0"/>
                                  </p:stCondLst>
                                  <p:childTnLst>
                                    <p:animEffect transition="out" filter="checkerboard(across)">
                                      <p:cBhvr>
                                        <p:cTn id="19" dur="500"/>
                                        <p:tgtEl>
                                          <p:spTgt spid="56"/>
                                        </p:tgtEl>
                                      </p:cBhvr>
                                    </p:animEffect>
                                    <p:set>
                                      <p:cBhvr>
                                        <p:cTn id="20" dur="1" fill="hold">
                                          <p:stCondLst>
                                            <p:cond delay="499"/>
                                          </p:stCondLst>
                                        </p:cTn>
                                        <p:tgtEl>
                                          <p:spTgt spid="56"/>
                                        </p:tgtEl>
                                        <p:attrNameLst>
                                          <p:attrName>style.visibility</p:attrName>
                                        </p:attrNameLst>
                                      </p:cBhvr>
                                      <p:to>
                                        <p:strVal val="hidden"/>
                                      </p:to>
                                    </p:set>
                                  </p:childTnLst>
                                </p:cTn>
                              </p:par>
                              <p:par>
                                <p:cTn id="21" presetID="5" presetClass="exit" presetSubtype="10" fill="hold" nodeType="withEffect">
                                  <p:stCondLst>
                                    <p:cond delay="0"/>
                                  </p:stCondLst>
                                  <p:childTnLst>
                                    <p:animEffect transition="out" filter="checkerboard(across)">
                                      <p:cBhvr>
                                        <p:cTn id="22" dur="500"/>
                                        <p:tgtEl>
                                          <p:spTgt spid="58"/>
                                        </p:tgtEl>
                                      </p:cBhvr>
                                    </p:animEffect>
                                    <p:set>
                                      <p:cBhvr>
                                        <p:cTn id="23" dur="1" fill="hold">
                                          <p:stCondLst>
                                            <p:cond delay="499"/>
                                          </p:stCondLst>
                                        </p:cTn>
                                        <p:tgtEl>
                                          <p:spTgt spid="58"/>
                                        </p:tgtEl>
                                        <p:attrNameLst>
                                          <p:attrName>style.visibility</p:attrName>
                                        </p:attrNameLst>
                                      </p:cBhvr>
                                      <p:to>
                                        <p:strVal val="hidden"/>
                                      </p:to>
                                    </p:set>
                                  </p:childTnLst>
                                </p:cTn>
                              </p:par>
                              <p:par>
                                <p:cTn id="24" presetID="5" presetClass="exit" presetSubtype="10" fill="hold" nodeType="withEffect">
                                  <p:stCondLst>
                                    <p:cond delay="0"/>
                                  </p:stCondLst>
                                  <p:childTnLst>
                                    <p:animEffect transition="out" filter="checkerboard(across)">
                                      <p:cBhvr>
                                        <p:cTn id="25" dur="500"/>
                                        <p:tgtEl>
                                          <p:spTgt spid="57"/>
                                        </p:tgtEl>
                                      </p:cBhvr>
                                    </p:animEffect>
                                    <p:set>
                                      <p:cBhvr>
                                        <p:cTn id="26" dur="1" fill="hold">
                                          <p:stCondLst>
                                            <p:cond delay="499"/>
                                          </p:stCondLst>
                                        </p:cTn>
                                        <p:tgtEl>
                                          <p:spTgt spid="57"/>
                                        </p:tgtEl>
                                        <p:attrNameLst>
                                          <p:attrName>style.visibility</p:attrName>
                                        </p:attrNameLst>
                                      </p:cBhvr>
                                      <p:to>
                                        <p:strVal val="hidden"/>
                                      </p:to>
                                    </p:se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wipe(left)">
                                      <p:cBhvr>
                                        <p:cTn id="30" dur="500"/>
                                        <p:tgtEl>
                                          <p:spTgt spid="57"/>
                                        </p:tgtEl>
                                      </p:cBhvr>
                                    </p:animEffect>
                                  </p:childTnLst>
                                </p:cTn>
                              </p:par>
                            </p:childTnLst>
                          </p:cTn>
                        </p:par>
                        <p:par>
                          <p:cTn id="31" fill="hold">
                            <p:stCondLst>
                              <p:cond delay="500"/>
                            </p:stCondLst>
                            <p:childTnLst>
                              <p:par>
                                <p:cTn id="32" presetID="22" presetClass="entr" presetSubtype="2" fill="hold" nodeType="after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wipe(right)">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wipe(left)">
                                      <p:cBhvr>
                                        <p:cTn id="39" dur="500"/>
                                        <p:tgtEl>
                                          <p:spTgt spid="58"/>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wipe(left)">
                                      <p:cBhvr>
                                        <p:cTn id="43" dur="500"/>
                                        <p:tgtEl>
                                          <p:spTgt spid="60"/>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a:spLocks noGrp="1"/>
          </p:cNvSpPr>
          <p:nvPr>
            <p:ph type="title"/>
          </p:nvPr>
        </p:nvSpPr>
        <p:spPr>
          <a:ln/>
        </p:spPr>
        <p:txBody>
          <a:bodyPr vert="horz" wrap="square" lIns="91440" tIns="45720" rIns="91440" bIns="45720" anchor="ctr"/>
          <a:lstStyle/>
          <a:p>
            <a:pPr eaLnBrk="1" hangingPunct="1"/>
            <a:r>
              <a:rPr lang="zh-CN" altLang="en-US" dirty="0"/>
              <a:t>课堂练习</a:t>
            </a:r>
            <a:endParaRPr lang="en-US" altLang="zh-CN" dirty="0"/>
          </a:p>
        </p:txBody>
      </p:sp>
      <p:sp>
        <p:nvSpPr>
          <p:cNvPr id="63" name="Rectangle 3"/>
          <p:cNvSpPr>
            <a:spLocks noGrp="1"/>
          </p:cNvSpPr>
          <p:nvPr>
            <p:ph idx="1"/>
          </p:nvPr>
        </p:nvSpPr>
        <p:spPr>
          <a:xfrm>
            <a:off x="539750" y="1196752"/>
            <a:ext cx="7992690" cy="5112568"/>
          </a:xfrm>
          <a:ln/>
        </p:spPr>
        <p:txBody>
          <a:bodyPr vert="horz" wrap="square" lIns="91440" tIns="45720" rIns="91440" bIns="45720" anchor="t"/>
          <a:lstStyle/>
          <a:p>
            <a:pPr eaLnBrk="1" hangingPunct="1"/>
            <a:r>
              <a:rPr lang="zh-CN" altLang="en-US" dirty="0"/>
              <a:t>编写一个类</a:t>
            </a:r>
            <a:r>
              <a:rPr lang="en-US" altLang="zh-CN" dirty="0" err="1"/>
              <a:t>AppMath</a:t>
            </a:r>
            <a:r>
              <a:rPr lang="zh-CN" altLang="en-US" dirty="0"/>
              <a:t>：完成两个数的加（</a:t>
            </a:r>
            <a:r>
              <a:rPr lang="en-US" altLang="zh-CN" dirty="0"/>
              <a:t>add</a:t>
            </a:r>
            <a:r>
              <a:rPr lang="zh-CN" altLang="en-US" dirty="0"/>
              <a:t>）、减（</a:t>
            </a:r>
            <a:r>
              <a:rPr lang="en-US" altLang="zh-CN" dirty="0"/>
              <a:t>sub</a:t>
            </a:r>
            <a:r>
              <a:rPr lang="zh-CN" altLang="en-US" dirty="0"/>
              <a:t>）、乘（</a:t>
            </a:r>
            <a:r>
              <a:rPr lang="en-US" altLang="zh-CN" dirty="0" err="1"/>
              <a:t>mul</a:t>
            </a:r>
            <a:r>
              <a:rPr lang="zh-CN" altLang="en-US" dirty="0"/>
              <a:t>）和除（</a:t>
            </a:r>
            <a:r>
              <a:rPr lang="en-US" altLang="zh-CN" dirty="0"/>
              <a:t>div</a:t>
            </a:r>
            <a:r>
              <a:rPr lang="zh-CN" altLang="en-US" dirty="0"/>
              <a:t>）功能。</a:t>
            </a:r>
            <a:endParaRPr lang="en-US" altLang="zh-CN" dirty="0"/>
          </a:p>
          <a:p>
            <a:pPr eaLnBrk="1" hangingPunct="1"/>
            <a:r>
              <a:rPr lang="zh-CN" altLang="en-US" dirty="0"/>
              <a:t>编写一个类</a:t>
            </a:r>
            <a:r>
              <a:rPr lang="en-US" altLang="zh-CN" dirty="0"/>
              <a:t>ExceptionTest1</a:t>
            </a:r>
            <a:r>
              <a:rPr lang="zh-CN" altLang="en-US" dirty="0"/>
              <a:t>，在</a:t>
            </a:r>
            <a:r>
              <a:rPr lang="en-US" altLang="zh-CN" dirty="0"/>
              <a:t>main</a:t>
            </a:r>
            <a:r>
              <a:rPr lang="zh-CN" altLang="en-US" dirty="0"/>
              <a:t>方法中使用</a:t>
            </a:r>
            <a:r>
              <a:rPr lang="en-US" altLang="zh-CN" dirty="0"/>
              <a:t>try</a:t>
            </a:r>
            <a:r>
              <a:rPr lang="zh-CN" altLang="en-US" dirty="0"/>
              <a:t>、</a:t>
            </a:r>
            <a:r>
              <a:rPr lang="en-US" altLang="zh-CN" dirty="0"/>
              <a:t>catch</a:t>
            </a:r>
            <a:r>
              <a:rPr lang="zh-CN" altLang="en-US" dirty="0"/>
              <a:t>、</a:t>
            </a:r>
            <a:r>
              <a:rPr lang="en-US" altLang="zh-CN" dirty="0"/>
              <a:t>finally</a:t>
            </a:r>
            <a:r>
              <a:rPr lang="zh-CN" altLang="en-US" dirty="0"/>
              <a:t>：</a:t>
            </a:r>
            <a:endParaRPr/>
          </a:p>
          <a:p>
            <a:pPr lvl="1" eaLnBrk="1" hangingPunct="1"/>
            <a:r>
              <a:rPr lang="zh-CN" altLang="en-US" dirty="0"/>
              <a:t>在</a:t>
            </a:r>
            <a:r>
              <a:rPr lang="en-US" altLang="zh-CN" dirty="0"/>
              <a:t>try</a:t>
            </a:r>
            <a:r>
              <a:rPr lang="zh-CN" altLang="en-US" dirty="0"/>
              <a:t>块中，调用</a:t>
            </a:r>
            <a:r>
              <a:rPr lang="en-US" altLang="zh-CN" dirty="0" err="1"/>
              <a:t>AppMath</a:t>
            </a:r>
            <a:r>
              <a:rPr lang="zh-CN" altLang="en-US" dirty="0"/>
              <a:t>的</a:t>
            </a:r>
            <a:r>
              <a:rPr lang="en-US" altLang="zh-CN" dirty="0"/>
              <a:t>div</a:t>
            </a:r>
            <a:r>
              <a:rPr lang="zh-CN" altLang="en-US" dirty="0"/>
              <a:t>方法</a:t>
            </a:r>
            <a:endParaRPr/>
          </a:p>
          <a:p>
            <a:pPr lvl="1" eaLnBrk="1" hangingPunct="1"/>
            <a:r>
              <a:rPr lang="zh-CN" altLang="en-US" dirty="0"/>
              <a:t>在</a:t>
            </a:r>
            <a:r>
              <a:rPr lang="en-US" altLang="zh-CN" dirty="0"/>
              <a:t>catch</a:t>
            </a:r>
            <a:r>
              <a:rPr lang="zh-CN" altLang="en-US" dirty="0"/>
              <a:t>块中，捕获</a:t>
            </a:r>
            <a:r>
              <a:rPr lang="en-US" altLang="zh-CN" dirty="0"/>
              <a:t>div</a:t>
            </a:r>
            <a:r>
              <a:rPr lang="zh-CN" altLang="en-US" dirty="0"/>
              <a:t>方法所产生的异常，并且打印异常信息</a:t>
            </a:r>
            <a:endParaRPr/>
          </a:p>
          <a:p>
            <a:pPr lvl="1" eaLnBrk="1" hangingPunct="1"/>
            <a:r>
              <a:rPr lang="zh-CN" altLang="en-US" dirty="0"/>
              <a:t>在</a:t>
            </a:r>
            <a:r>
              <a:rPr lang="en-US" altLang="zh-CN" dirty="0"/>
              <a:t>finally</a:t>
            </a:r>
            <a:r>
              <a:rPr lang="zh-CN" altLang="en-US" dirty="0"/>
              <a:t>块中，打印“</a:t>
            </a:r>
            <a:r>
              <a:rPr lang="en-US" altLang="zh-CN" dirty="0"/>
              <a:t>finally</a:t>
            </a:r>
            <a:r>
              <a:rPr lang="zh-CN" altLang="en-US" dirty="0"/>
              <a:t>语句都执行”</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2"/>
          <p:cNvSpPr>
            <a:spLocks noGrp="1"/>
          </p:cNvSpPr>
          <p:nvPr>
            <p:ph type="title"/>
          </p:nvPr>
        </p:nvSpPr>
        <p:spPr>
          <a:xfrm>
            <a:off x="-179387" y="-201612"/>
            <a:ext cx="7993062" cy="1109662"/>
          </a:xfrm>
          <a:ln/>
        </p:spPr>
        <p:txBody>
          <a:bodyPr vert="horz" wrap="square" lIns="91440" tIns="45720" rIns="91440" bIns="45720" anchor="ctr"/>
          <a:lstStyle/>
          <a:p>
            <a:pPr eaLnBrk="1" hangingPunct="1"/>
            <a:r>
              <a:rPr lang="en-US" altLang="zh-CN" dirty="0"/>
              <a:t>try/catch/finally 2-2 </a:t>
            </a:r>
            <a:endParaRPr/>
          </a:p>
        </p:txBody>
      </p:sp>
      <p:sp>
        <p:nvSpPr>
          <p:cNvPr id="66" name="AutoShape 4"/>
          <p:cNvSpPr/>
          <p:nvPr/>
        </p:nvSpPr>
        <p:spPr>
          <a:xfrm>
            <a:off x="130227" y="0"/>
            <a:ext cx="8713787" cy="2425970"/>
          </a:xfrm>
          <a:prstGeom prst="roundRect">
            <a:avLst>
              <a:gd name="adj" fmla="val 541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indent="0">
              <a:buNone/>
            </a:pPr>
            <a:r>
              <a:rPr lang="en-US" altLang="zh-CN" b="1" dirty="0"/>
              <a:t>public class </a:t>
            </a:r>
            <a:r>
              <a:rPr lang="en-US" altLang="zh-CN" b="1" dirty="0" err="1"/>
              <a:t>APPMath</a:t>
            </a:r>
            <a:r>
              <a:rPr lang="en-US" altLang="zh-CN" b="1" dirty="0"/>
              <a:t> {</a:t>
            </a:r>
            <a:endParaRPr/>
          </a:p>
          <a:p>
            <a:pPr marL="0" indent="0">
              <a:buNone/>
            </a:pPr>
            <a:r>
              <a:rPr lang="en-US" altLang="zh-CN" b="1" dirty="0"/>
              <a:t>    public static  void  div(int x, int y)  {</a:t>
            </a:r>
            <a:endParaRPr/>
          </a:p>
          <a:p>
            <a:pPr marL="0" indent="0">
              <a:buNone/>
            </a:pPr>
            <a:r>
              <a:rPr lang="nn-NO" altLang="zh-CN" dirty="0"/>
              <a:t>         System.</a:t>
            </a:r>
            <a:r>
              <a:rPr lang="nn-NO" altLang="zh-CN" b="1" i="1" dirty="0"/>
              <a:t>out.println(x/y);</a:t>
            </a:r>
            <a:endParaRPr/>
          </a:p>
          <a:p>
            <a:pPr marL="0" indent="0">
              <a:buNone/>
            </a:pPr>
            <a:r>
              <a:rPr lang="en-US" altLang="zh-CN" dirty="0"/>
              <a:t>}</a:t>
            </a:r>
            <a:endParaRPr lang="en-US" altLang="zh-CN" sz="1800" b="1" dirty="0">
              <a:solidFill>
                <a:schemeClr val="tx1"/>
              </a:solidFill>
              <a:ea typeface="黑体" panose="02010609060101010101" pitchFamily="2" charset="-122"/>
            </a:endParaRPr>
          </a:p>
        </p:txBody>
      </p:sp>
      <p:sp>
        <p:nvSpPr>
          <p:cNvPr id="67" name="AutoShape 4"/>
          <p:cNvSpPr/>
          <p:nvPr/>
        </p:nvSpPr>
        <p:spPr>
          <a:xfrm>
            <a:off x="174474" y="1999726"/>
            <a:ext cx="8713787" cy="4858274"/>
          </a:xfrm>
          <a:prstGeom prst="roundRect">
            <a:avLst>
              <a:gd name="adj" fmla="val 541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indent="0">
              <a:buNone/>
            </a:pPr>
            <a:r>
              <a:rPr lang="en-US" altLang="zh-CN" b="1" dirty="0"/>
              <a:t>public class ExceptionTest1{</a:t>
            </a:r>
            <a:endParaRPr/>
          </a:p>
          <a:p>
            <a:pPr marL="0" indent="0">
              <a:buNone/>
            </a:pPr>
            <a:r>
              <a:rPr lang="en-US" altLang="zh-CN" b="1" dirty="0"/>
              <a:t>    public static void main(String </a:t>
            </a:r>
            <a:r>
              <a:rPr lang="en-US" altLang="zh-CN" b="1" dirty="0" err="1"/>
              <a:t>args</a:t>
            </a:r>
            <a:r>
              <a:rPr lang="en-US" altLang="zh-CN" b="1" dirty="0"/>
              <a:t>[]) {</a:t>
            </a:r>
            <a:endParaRPr/>
          </a:p>
          <a:p>
            <a:pPr marL="0" indent="0">
              <a:buNone/>
            </a:pPr>
            <a:r>
              <a:rPr lang="en-US" altLang="zh-CN" b="1" dirty="0"/>
              <a:t>    	try {</a:t>
            </a:r>
            <a:endParaRPr/>
          </a:p>
          <a:p>
            <a:pPr marL="0" indent="0">
              <a:buNone/>
            </a:pPr>
            <a:r>
              <a:rPr lang="en-US" altLang="zh-CN" b="1" dirty="0"/>
              <a:t>    		</a:t>
            </a:r>
            <a:r>
              <a:rPr lang="en-US" altLang="zh-CN" b="1" dirty="0" err="1"/>
              <a:t>MathDiv.div</a:t>
            </a:r>
            <a:r>
              <a:rPr lang="en-US" altLang="zh-CN" b="1" dirty="0"/>
              <a:t>(4, 0);</a:t>
            </a:r>
            <a:endParaRPr/>
          </a:p>
          <a:p>
            <a:pPr marL="0" indent="0">
              <a:buNone/>
            </a:pPr>
            <a:r>
              <a:rPr lang="en-US" altLang="zh-CN" b="1" dirty="0"/>
              <a:t>   	}</a:t>
            </a:r>
            <a:endParaRPr/>
          </a:p>
          <a:p>
            <a:pPr marL="0" indent="0">
              <a:buNone/>
            </a:pPr>
            <a:r>
              <a:rPr lang="en-US" altLang="zh-CN" b="1" dirty="0"/>
              <a:t>   	catch(Exception e)   	{</a:t>
            </a:r>
            <a:endParaRPr/>
          </a:p>
          <a:p>
            <a:pPr marL="0" indent="0">
              <a:buNone/>
            </a:pPr>
            <a:r>
              <a:rPr lang="en-US" altLang="zh-CN" b="1" dirty="0"/>
              <a:t>    		</a:t>
            </a:r>
            <a:r>
              <a:rPr lang="en-US" altLang="zh-CN" b="1" dirty="0" err="1"/>
              <a:t>e.printStackTrace</a:t>
            </a:r>
            <a:r>
              <a:rPr lang="en-US" altLang="zh-CN" b="1" dirty="0"/>
              <a:t>();</a:t>
            </a:r>
            <a:endParaRPr/>
          </a:p>
          <a:p>
            <a:pPr marL="0" indent="0">
              <a:buNone/>
            </a:pPr>
            <a:r>
              <a:rPr lang="en-US" altLang="zh-CN" b="1" dirty="0"/>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000"/>
                                        <p:tgtEl>
                                          <p:spTgt spid="66"/>
                                        </p:tgtEl>
                                      </p:cBhvr>
                                    </p:animEffect>
                                    <p:anim calcmode="lin" valueType="num">
                                      <p:cBhvr>
                                        <p:cTn id="8" dur="2000" fill="hold"/>
                                        <p:tgtEl>
                                          <p:spTgt spid="66"/>
                                        </p:tgtEl>
                                        <p:attrNameLst>
                                          <p:attrName>ppt_w</p:attrName>
                                        </p:attrNameLst>
                                      </p:cBhvr>
                                      <p:tavLst>
                                        <p:tav tm="0" fmla="#ppt_w*sin(2.5*pi*$)">
                                          <p:val>
                                            <p:fltVal val="0"/>
                                          </p:val>
                                        </p:tav>
                                        <p:tav tm="100000">
                                          <p:val>
                                            <p:fltVal val="1"/>
                                          </p:val>
                                        </p:tav>
                                      </p:tavLst>
                                    </p:anim>
                                    <p:anim calcmode="lin" valueType="num">
                                      <p:cBhvr>
                                        <p:cTn id="9" dur="2000" fill="hold"/>
                                        <p:tgtEl>
                                          <p:spTgt spid="6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7"/>
                                        </p:tgtEl>
                                        <p:attrNameLst>
                                          <p:attrName>style.visibility</p:attrName>
                                        </p:attrNameLst>
                                      </p:cBhvr>
                                      <p:to>
                                        <p:strVal val="visible"/>
                                      </p:to>
                                    </p:set>
                                    <p:anim calcmode="lin" valueType="num">
                                      <p:cBhvr additive="base">
                                        <p:cTn id="14" dur="500" fill="hold"/>
                                        <p:tgtEl>
                                          <p:spTgt spid="67"/>
                                        </p:tgtEl>
                                        <p:attrNameLst>
                                          <p:attrName>ppt_x</p:attrName>
                                        </p:attrNameLst>
                                      </p:cBhvr>
                                      <p:tavLst>
                                        <p:tav tm="0">
                                          <p:val>
                                            <p:strVal val="#ppt_x"/>
                                          </p:val>
                                        </p:tav>
                                        <p:tav tm="100000">
                                          <p:val>
                                            <p:strVal val="#ppt_x"/>
                                          </p:val>
                                        </p:tav>
                                      </p:tavLst>
                                    </p:anim>
                                    <p:anim calcmode="lin" valueType="num">
                                      <p:cBhvr additive="base">
                                        <p:cTn id="15"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AutoShape 24"/>
          <p:cNvSpPr/>
          <p:nvPr/>
        </p:nvSpPr>
        <p:spPr>
          <a:xfrm>
            <a:off x="-348287" y="1311386"/>
            <a:ext cx="5216525" cy="4743093"/>
          </a:xfrm>
          <a:prstGeom prst="roundRect">
            <a:avLst>
              <a:gd name="adj" fmla="val 8218"/>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457200" lvl="1" indent="0" eaLnBrk="1" hangingPunct="1">
              <a:spcBef>
                <a:spcPct val="1"/>
              </a:spcBef>
              <a:buNone/>
            </a:pPr>
            <a:r>
              <a:rPr lang="en-US" altLang="zh-CN" sz="2400" b="1" dirty="0">
                <a:solidFill>
                  <a:srgbClr val="003300"/>
                </a:solidFill>
                <a:ea typeface="黑体" panose="02010609060101010101" pitchFamily="2" charset="-122"/>
              </a:rPr>
              <a:t>try {</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代码段</a:t>
            </a:r>
            <a:endParaRPr/>
          </a:p>
          <a:p>
            <a:pPr marL="457200" lvl="1" indent="0" eaLnBrk="1" hangingPunct="1">
              <a:spcBef>
                <a:spcPct val="1"/>
              </a:spcBef>
              <a:buNone/>
            </a:pPr>
            <a:r>
              <a:rPr lang="zh-CN" altLang="en-US" sz="2400" b="1" dirty="0">
                <a:solidFill>
                  <a:srgbClr val="003300"/>
                </a:solidFill>
                <a:ea typeface="黑体" panose="02010609060101010101" pitchFamily="2" charset="-122"/>
              </a:rPr>
              <a:t>     </a:t>
            </a:r>
            <a:r>
              <a:rPr lang="en-US" altLang="zh-CN" sz="2400" b="1" dirty="0">
                <a:solidFill>
                  <a:srgbClr val="003300"/>
                </a:solidFill>
                <a:ea typeface="黑体" panose="02010609060101010101" pitchFamily="2" charset="-122"/>
              </a:rPr>
              <a:t>// </a:t>
            </a:r>
            <a:r>
              <a:rPr lang="zh-CN" altLang="en-US" sz="2400" b="1" dirty="0">
                <a:solidFill>
                  <a:srgbClr val="003300"/>
                </a:solidFill>
                <a:ea typeface="黑体" panose="02010609060101010101" pitchFamily="2" charset="-122"/>
              </a:rPr>
              <a:t>产生异常</a:t>
            </a:r>
            <a:r>
              <a:rPr lang="en-US" altLang="zh-CN" sz="2400" b="1" dirty="0">
                <a:solidFill>
                  <a:srgbClr val="003300"/>
                </a:solidFill>
                <a:ea typeface="黑体" panose="02010609060101010101" pitchFamily="2" charset="-122"/>
              </a:rPr>
              <a:t>(</a:t>
            </a:r>
            <a:r>
              <a:rPr lang="zh-CN" altLang="en-US" sz="2400" b="1" dirty="0">
                <a:solidFill>
                  <a:srgbClr val="003300"/>
                </a:solidFill>
                <a:ea typeface="黑体" panose="02010609060101010101" pitchFamily="2" charset="-122"/>
              </a:rPr>
              <a:t>异常类型</a:t>
            </a:r>
            <a:r>
              <a:rPr lang="en-US" altLang="zh-CN" sz="2400" b="1" dirty="0">
                <a:solidFill>
                  <a:srgbClr val="003300"/>
                </a:solidFill>
                <a:ea typeface="黑体" panose="02010609060101010101" pitchFamily="2" charset="-122"/>
              </a:rPr>
              <a:t>2)</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catch (</a:t>
            </a:r>
            <a:r>
              <a:rPr lang="zh-CN" altLang="en-US" sz="2400" b="1" dirty="0">
                <a:solidFill>
                  <a:srgbClr val="003300"/>
                </a:solidFill>
                <a:ea typeface="黑体" panose="02010609060101010101" pitchFamily="2" charset="-122"/>
              </a:rPr>
              <a:t>异常类型</a:t>
            </a:r>
            <a:r>
              <a:rPr lang="en-US" altLang="zh-CN" sz="2400" b="1" dirty="0">
                <a:solidFill>
                  <a:srgbClr val="003300"/>
                </a:solidFill>
                <a:ea typeface="黑体" panose="02010609060101010101" pitchFamily="2" charset="-122"/>
              </a:rPr>
              <a:t>1 ex) {</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对异常进行处理的代码段</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catch (</a:t>
            </a:r>
            <a:r>
              <a:rPr lang="zh-CN" altLang="en-US" sz="2400" b="1" dirty="0">
                <a:solidFill>
                  <a:srgbClr val="003300"/>
                </a:solidFill>
                <a:ea typeface="黑体" panose="02010609060101010101" pitchFamily="2" charset="-122"/>
              </a:rPr>
              <a:t>异常类型</a:t>
            </a:r>
            <a:r>
              <a:rPr lang="en-US" altLang="zh-CN" sz="2400" b="1" dirty="0">
                <a:solidFill>
                  <a:srgbClr val="003300"/>
                </a:solidFill>
                <a:ea typeface="黑体" panose="02010609060101010101" pitchFamily="2" charset="-122"/>
              </a:rPr>
              <a:t>2 ex) {</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对异常进行处理的代码段</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catch (</a:t>
            </a:r>
            <a:r>
              <a:rPr lang="zh-CN" altLang="en-US" sz="2400" b="1" dirty="0">
                <a:solidFill>
                  <a:srgbClr val="003300"/>
                </a:solidFill>
                <a:ea typeface="黑体" panose="02010609060101010101" pitchFamily="2" charset="-122"/>
              </a:rPr>
              <a:t>异常类型</a:t>
            </a:r>
            <a:r>
              <a:rPr lang="en-US" altLang="zh-CN" sz="2400" b="1" dirty="0">
                <a:solidFill>
                  <a:srgbClr val="003300"/>
                </a:solidFill>
                <a:ea typeface="黑体" panose="02010609060101010101" pitchFamily="2" charset="-122"/>
              </a:rPr>
              <a:t>3 ex) {</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对异常进行处理的代码段</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a:t>
            </a:r>
            <a:endParaRPr/>
          </a:p>
          <a:p>
            <a:pPr marL="457200" lvl="1" indent="0" eaLnBrk="1" hangingPunct="1">
              <a:spcBef>
                <a:spcPct val="1"/>
              </a:spcBef>
              <a:buNone/>
            </a:pPr>
            <a:r>
              <a:rPr lang="en-US" altLang="zh-CN" sz="2400" b="1" dirty="0">
                <a:solidFill>
                  <a:srgbClr val="003300"/>
                </a:solidFill>
                <a:ea typeface="黑体" panose="02010609060101010101" pitchFamily="2" charset="-122"/>
              </a:rPr>
              <a:t>// </a:t>
            </a:r>
            <a:r>
              <a:rPr lang="zh-CN" altLang="en-US" sz="2400" b="1" dirty="0">
                <a:solidFill>
                  <a:srgbClr val="003300"/>
                </a:solidFill>
                <a:ea typeface="黑体" panose="02010609060101010101" pitchFamily="2" charset="-122"/>
              </a:rPr>
              <a:t>代码段</a:t>
            </a:r>
            <a:endParaRPr/>
          </a:p>
          <a:p>
            <a:pPr marL="0" lvl="0" indent="0" eaLnBrk="1" hangingPunct="1">
              <a:spcBef>
                <a:spcPct val="1"/>
              </a:spcBef>
              <a:buNone/>
            </a:pPr>
            <a:r>
              <a:rPr lang="en-US" altLang="zh-CN" sz="2400" b="1" dirty="0">
                <a:solidFill>
                  <a:srgbClr val="003300"/>
                </a:solidFill>
                <a:ea typeface="黑体" panose="02010609060101010101" pitchFamily="2" charset="-122"/>
              </a:rPr>
              <a:t>}</a:t>
            </a:r>
            <a:endParaRPr/>
          </a:p>
        </p:txBody>
      </p:sp>
      <p:sp>
        <p:nvSpPr>
          <p:cNvPr id="70" name="Rectangle 2"/>
          <p:cNvSpPr>
            <a:spLocks noGrp="1"/>
          </p:cNvSpPr>
          <p:nvPr>
            <p:ph type="title"/>
          </p:nvPr>
        </p:nvSpPr>
        <p:spPr>
          <a:ln/>
        </p:spPr>
        <p:txBody>
          <a:bodyPr vert="horz" wrap="square" lIns="91440" tIns="45720" rIns="91440" bIns="45720" anchor="ctr"/>
          <a:lstStyle/>
          <a:p>
            <a:pPr eaLnBrk="1" hangingPunct="1"/>
            <a:r>
              <a:rPr lang="zh-CN" altLang="en-US" dirty="0"/>
              <a:t>多重</a:t>
            </a:r>
            <a:r>
              <a:rPr lang="en-US" altLang="zh-CN" dirty="0"/>
              <a:t>catch</a:t>
            </a:r>
            <a:r>
              <a:rPr lang="zh-CN" altLang="en-US" dirty="0"/>
              <a:t>块 </a:t>
            </a:r>
            <a:endParaRPr lang="en-US" altLang="zh-CN" dirty="0"/>
          </a:p>
        </p:txBody>
      </p:sp>
      <p:pic>
        <p:nvPicPr>
          <p:cNvPr id="71" name="图片 22"/>
          <p:cNvPicPr>
            <a:picLocks noChangeAspect="1"/>
          </p:cNvPicPr>
          <p:nvPr/>
        </p:nvPicPr>
        <p:blipFill>
          <a:blip r:embed="rId2"/>
          <a:stretch>
            <a:fillRect/>
          </a:stretch>
        </p:blipFill>
        <p:spPr>
          <a:xfrm>
            <a:off x="4489041" y="1333654"/>
            <a:ext cx="4359991" cy="48508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2"/>
          <p:cNvSpPr>
            <a:spLocks noGrp="1"/>
          </p:cNvSpPr>
          <p:nvPr>
            <p:ph type="title"/>
          </p:nvPr>
        </p:nvSpPr>
        <p:spPr>
          <a:ln/>
        </p:spPr>
        <p:txBody>
          <a:bodyPr vert="horz" wrap="square" lIns="91440" tIns="45720" rIns="91440" bIns="45720" anchor="ctr"/>
          <a:lstStyle/>
          <a:p>
            <a:pPr eaLnBrk="1" hangingPunct="1"/>
            <a:r>
              <a:rPr lang="zh-CN" altLang="en-US" dirty="0"/>
              <a:t>多重</a:t>
            </a:r>
            <a:r>
              <a:rPr lang="en-US" altLang="zh-CN" dirty="0"/>
              <a:t>catch</a:t>
            </a:r>
            <a:r>
              <a:rPr lang="zh-CN" altLang="en-US" dirty="0"/>
              <a:t>块 </a:t>
            </a:r>
            <a:r>
              <a:rPr lang="en-US" altLang="zh-CN" dirty="0"/>
              <a:t>2-2</a:t>
            </a:r>
            <a:endParaRPr/>
          </a:p>
        </p:txBody>
      </p:sp>
      <p:sp>
        <p:nvSpPr>
          <p:cNvPr id="77" name="AutoShape 5"/>
          <p:cNvSpPr/>
          <p:nvPr/>
        </p:nvSpPr>
        <p:spPr>
          <a:xfrm>
            <a:off x="168275" y="549275"/>
            <a:ext cx="7931150" cy="6429375"/>
          </a:xfrm>
          <a:prstGeom prst="roundRect">
            <a:avLst>
              <a:gd name="adj" fmla="val 297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public class AccpException4 {</a:t>
            </a:r>
            <a:endParaRPr/>
          </a:p>
          <a:p>
            <a:pPr marL="457200" lvl="1"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public static void main(String[] args) {</a:t>
            </a:r>
            <a:endParaRPr/>
          </a:p>
          <a:p>
            <a:pPr marL="914400" lvl="2"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Scanner in = new Scanner(System.in);</a:t>
            </a:r>
            <a:endParaRPr/>
          </a:p>
          <a:p>
            <a:pPr marL="914400" lvl="2"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try{</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System.out.print(“</a:t>
            </a:r>
            <a:r>
              <a:rPr lang="zh-CN" altLang="en-US" sz="1800" b="1" dirty="0">
                <a:solidFill>
                  <a:srgbClr val="003300"/>
                </a:solidFill>
                <a:ea typeface="黑体" panose="02010609060101010101" pitchFamily="2" charset="-122"/>
              </a:rPr>
              <a:t>请输入</a:t>
            </a:r>
            <a:r>
              <a:rPr lang="en-US" altLang="zh-CN" sz="1800" b="1" dirty="0">
                <a:solidFill>
                  <a:srgbClr val="003300"/>
                </a:solidFill>
                <a:ea typeface="黑体" panose="02010609060101010101" pitchFamily="2" charset="-122"/>
              </a:rPr>
              <a:t>S1</a:t>
            </a:r>
            <a:r>
              <a:rPr lang="zh-CN" altLang="en-US" sz="1800" b="1" dirty="0">
                <a:solidFill>
                  <a:srgbClr val="003300"/>
                </a:solidFill>
                <a:ea typeface="黑体" panose="02010609060101010101" pitchFamily="2" charset="-122"/>
              </a:rPr>
              <a:t>的总学时：</a:t>
            </a:r>
            <a:r>
              <a:rPr lang="en-US" altLang="zh-CN" sz="1800" b="1" dirty="0">
                <a:solidFill>
                  <a:srgbClr val="003300"/>
                </a:solidFill>
                <a:ea typeface="黑体" panose="02010609060101010101" pitchFamily="2" charset="-122"/>
              </a:rPr>
              <a:t>");</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int totalTime = in.nextInt();            //</a:t>
            </a:r>
            <a:r>
              <a:rPr lang="zh-CN" altLang="en-US" sz="1800" b="1" dirty="0">
                <a:solidFill>
                  <a:srgbClr val="003300"/>
                </a:solidFill>
                <a:ea typeface="黑体" panose="02010609060101010101" pitchFamily="2" charset="-122"/>
              </a:rPr>
              <a:t>总学时</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System.out.print(“</a:t>
            </a:r>
            <a:r>
              <a:rPr lang="zh-CN" altLang="en-US" sz="1800" b="1" dirty="0">
                <a:solidFill>
                  <a:srgbClr val="003300"/>
                </a:solidFill>
                <a:ea typeface="黑体" panose="02010609060101010101" pitchFamily="2" charset="-122"/>
              </a:rPr>
              <a:t>请输入</a:t>
            </a:r>
            <a:r>
              <a:rPr lang="en-US" altLang="zh-CN" sz="1800" b="1" dirty="0">
                <a:solidFill>
                  <a:srgbClr val="003300"/>
                </a:solidFill>
                <a:ea typeface="黑体" panose="02010609060101010101" pitchFamily="2" charset="-122"/>
              </a:rPr>
              <a:t>S1</a:t>
            </a:r>
            <a:r>
              <a:rPr lang="zh-CN" altLang="en-US" sz="1800" b="1" dirty="0">
                <a:solidFill>
                  <a:srgbClr val="003300"/>
                </a:solidFill>
                <a:ea typeface="黑体" panose="02010609060101010101" pitchFamily="2" charset="-122"/>
              </a:rPr>
              <a:t>的课程数目：</a:t>
            </a:r>
            <a:r>
              <a:rPr lang="en-US" altLang="zh-CN" sz="1800" b="1" dirty="0">
                <a:solidFill>
                  <a:srgbClr val="003300"/>
                </a:solidFill>
                <a:ea typeface="黑体" panose="02010609060101010101" pitchFamily="2" charset="-122"/>
              </a:rPr>
              <a:t>");</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int totalCourse = in.nextInt();       //</a:t>
            </a:r>
            <a:r>
              <a:rPr lang="zh-CN" altLang="en-US" sz="1800" b="1" dirty="0">
                <a:solidFill>
                  <a:srgbClr val="003300"/>
                </a:solidFill>
                <a:ea typeface="黑体" panose="02010609060101010101" pitchFamily="2" charset="-122"/>
              </a:rPr>
              <a:t>课程数目</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System.out.println(“S1</a:t>
            </a:r>
            <a:r>
              <a:rPr lang="zh-CN" altLang="en-US" sz="1800" b="1" dirty="0">
                <a:solidFill>
                  <a:srgbClr val="003300"/>
                </a:solidFill>
                <a:ea typeface="黑体" panose="02010609060101010101" pitchFamily="2" charset="-122"/>
              </a:rPr>
              <a:t>各课程的平均学时为：</a:t>
            </a:r>
            <a:r>
              <a:rPr lang="en-US" altLang="zh-CN" sz="1800" b="1" dirty="0">
                <a:solidFill>
                  <a:srgbClr val="003300"/>
                </a:solidFill>
                <a:ea typeface="黑体" panose="02010609060101010101" pitchFamily="2" charset="-122"/>
              </a:rPr>
              <a:t>" </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                                  + totalTime / totalCourse);</a:t>
            </a:r>
            <a:endParaRPr/>
          </a:p>
          <a:p>
            <a:pPr marL="914400" lvl="2"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 catch (InputMismatchException e1) {</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System.out.println("</a:t>
            </a:r>
            <a:r>
              <a:rPr lang="zh-CN" altLang="en-US" sz="1800" b="1" dirty="0">
                <a:solidFill>
                  <a:srgbClr val="003300"/>
                </a:solidFill>
                <a:ea typeface="黑体" panose="02010609060101010101" pitchFamily="2" charset="-122"/>
              </a:rPr>
              <a:t>输入不为数字</a:t>
            </a:r>
            <a:r>
              <a:rPr lang="en-US" altLang="zh-CN" sz="1800" b="1" dirty="0">
                <a:solidFill>
                  <a:srgbClr val="003300"/>
                </a:solidFill>
                <a:ea typeface="黑体" panose="02010609060101010101" pitchFamily="2" charset="-122"/>
              </a:rPr>
              <a:t>!");</a:t>
            </a:r>
            <a:endParaRPr/>
          </a:p>
          <a:p>
            <a:pPr marL="914400" lvl="2"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 catch (ArithmeticException e2) {</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System.out.println("</a:t>
            </a:r>
            <a:r>
              <a:rPr lang="zh-CN" altLang="en-US" sz="1800" b="1" dirty="0">
                <a:solidFill>
                  <a:srgbClr val="003300"/>
                </a:solidFill>
                <a:ea typeface="黑体" panose="02010609060101010101" pitchFamily="2" charset="-122"/>
              </a:rPr>
              <a:t>课程数目不能为零</a:t>
            </a:r>
            <a:r>
              <a:rPr lang="en-US" altLang="zh-CN" sz="1800" b="1" dirty="0">
                <a:solidFill>
                  <a:srgbClr val="003300"/>
                </a:solidFill>
                <a:ea typeface="黑体" panose="02010609060101010101" pitchFamily="2" charset="-122"/>
              </a:rPr>
              <a:t>!");</a:t>
            </a:r>
            <a:endParaRPr/>
          </a:p>
          <a:p>
            <a:pPr marL="914400" lvl="2"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 catch (Exception e) {</a:t>
            </a:r>
            <a:endParaRPr/>
          </a:p>
          <a:p>
            <a:pPr marL="1371600" lvl="3"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System.out.println("</a:t>
            </a:r>
            <a:r>
              <a:rPr lang="zh-CN" altLang="en-US" sz="1800" b="1" dirty="0">
                <a:solidFill>
                  <a:srgbClr val="003300"/>
                </a:solidFill>
                <a:ea typeface="黑体" panose="02010609060101010101" pitchFamily="2" charset="-122"/>
              </a:rPr>
              <a:t>发生错误</a:t>
            </a:r>
            <a:r>
              <a:rPr lang="en-US" altLang="zh-CN" sz="1800" b="1" dirty="0">
                <a:solidFill>
                  <a:srgbClr val="003300"/>
                </a:solidFill>
                <a:ea typeface="黑体" panose="02010609060101010101" pitchFamily="2" charset="-122"/>
              </a:rPr>
              <a:t>:"+</a:t>
            </a:r>
            <a:r>
              <a:rPr lang="en-US" altLang="zh-CN" sz="1800" b="1" dirty="0" err="1">
                <a:solidFill>
                  <a:srgbClr val="003300"/>
                </a:solidFill>
                <a:ea typeface="黑体" panose="02010609060101010101" pitchFamily="2" charset="-122"/>
              </a:rPr>
              <a:t>e.printstack</a:t>
            </a:r>
            <a:r>
              <a:rPr lang="en-US" altLang="zh-CN" sz="1800" b="1" dirty="0">
                <a:solidFill>
                  <a:srgbClr val="003300"/>
                </a:solidFill>
                <a:ea typeface="黑体" panose="02010609060101010101" pitchFamily="2" charset="-122"/>
              </a:rPr>
              <a:t>());</a:t>
            </a:r>
            <a:endParaRPr/>
          </a:p>
          <a:p>
            <a:pPr marL="914400" lvl="2"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a:t>
            </a:r>
            <a:endParaRPr/>
          </a:p>
          <a:p>
            <a:pPr marL="457200" lvl="1"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a:t>
            </a:r>
            <a:endParaRPr/>
          </a:p>
          <a:p>
            <a:pPr marL="0" lvl="0" indent="0" eaLnBrk="1" fontAlgn="b" hangingPunct="1">
              <a:buClr>
                <a:schemeClr val="folHlink"/>
              </a:buClr>
              <a:buSzPct val="60000"/>
              <a:buFont typeface="Wingdings" panose="05000000000000000000" pitchFamily="2" charset="2"/>
              <a:buNone/>
            </a:pPr>
            <a:r>
              <a:rPr lang="en-US" altLang="zh-CN" sz="1800" b="1" dirty="0">
                <a:solidFill>
                  <a:srgbClr val="003300"/>
                </a:solidFill>
                <a:ea typeface="黑体" panose="02010609060101010101" pitchFamily="2" charset="-122"/>
              </a:rPr>
              <a:t>}</a:t>
            </a:r>
            <a:endParaRPr/>
          </a:p>
        </p:txBody>
      </p:sp>
      <p:sp>
        <p:nvSpPr>
          <p:cNvPr id="78" name="AutoShape 11"/>
          <p:cNvSpPr/>
          <p:nvPr/>
        </p:nvSpPr>
        <p:spPr>
          <a:xfrm>
            <a:off x="6692900" y="1603375"/>
            <a:ext cx="1944688" cy="457200"/>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270 H </a:t>
            </a:r>
            <a:endParaRPr/>
          </a:p>
        </p:txBody>
      </p:sp>
      <p:sp>
        <p:nvSpPr>
          <p:cNvPr id="79" name="AutoShape 4"/>
          <p:cNvSpPr/>
          <p:nvPr/>
        </p:nvSpPr>
        <p:spPr>
          <a:xfrm>
            <a:off x="1489075" y="6078538"/>
            <a:ext cx="6178550" cy="709612"/>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anchor="ctr"/>
          <a:lstStyle/>
          <a:p>
            <a:pPr eaLnBrk="0" hangingPunct="0"/>
            <a:r>
              <a:rPr lang="zh-CN" altLang="en-US" b="1" dirty="0">
                <a:solidFill>
                  <a:schemeClr val="tx2"/>
                </a:solidFill>
                <a:latin typeface="Arial" panose="020B0604020202020204" pitchFamily="34" charset="0"/>
                <a:ea typeface="黑体" panose="02010609060101010101" pitchFamily="2" charset="-122"/>
              </a:rPr>
              <a:t>在</a:t>
            </a:r>
            <a:r>
              <a:rPr lang="zh-CN" altLang="en-US" b="1" dirty="0">
                <a:solidFill>
                  <a:srgbClr val="003300"/>
                </a:solidFill>
                <a:latin typeface="Arial" panose="020B0604020202020204" pitchFamily="34" charset="0"/>
                <a:ea typeface="黑体" panose="02010609060101010101" pitchFamily="2" charset="-122"/>
              </a:rPr>
              <a:t>安排</a:t>
            </a:r>
            <a:r>
              <a:rPr lang="en-US" altLang="zh-CN" b="1" dirty="0">
                <a:solidFill>
                  <a:srgbClr val="003300"/>
                </a:solidFill>
                <a:latin typeface="Arial" panose="020B0604020202020204" pitchFamily="34" charset="0"/>
                <a:ea typeface="黑体" panose="02010609060101010101" pitchFamily="2" charset="-122"/>
              </a:rPr>
              <a:t>catch</a:t>
            </a:r>
            <a:r>
              <a:rPr lang="zh-CN" altLang="en-US" b="1" dirty="0">
                <a:solidFill>
                  <a:srgbClr val="003300"/>
                </a:solidFill>
                <a:latin typeface="Arial" panose="020B0604020202020204" pitchFamily="34" charset="0"/>
                <a:ea typeface="黑体" panose="02010609060101010101" pitchFamily="2" charset="-122"/>
              </a:rPr>
              <a:t>语句的顺序时，首先应该捕获最特殊的异常，  然后再逐渐一般化，即先子类后父类  </a:t>
            </a:r>
            <a:endParaRPr/>
          </a:p>
        </p:txBody>
      </p:sp>
      <p:sp>
        <p:nvSpPr>
          <p:cNvPr id="80" name="AutoShape 17"/>
          <p:cNvSpPr/>
          <p:nvPr/>
        </p:nvSpPr>
        <p:spPr>
          <a:xfrm>
            <a:off x="6659563" y="2781300"/>
            <a:ext cx="2016125" cy="649288"/>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输出：</a:t>
            </a:r>
            <a:endParaRPr/>
          </a:p>
          <a:p>
            <a:pPr eaLnBrk="0" hangingPunct="0"/>
            <a:r>
              <a:rPr lang="zh-CN" altLang="en-US" b="1" dirty="0">
                <a:solidFill>
                  <a:srgbClr val="003300"/>
                </a:solidFill>
                <a:latin typeface="Arial" panose="020B0604020202020204" pitchFamily="34" charset="0"/>
                <a:ea typeface="黑体" panose="02010609060101010101" pitchFamily="2" charset="-122"/>
              </a:rPr>
              <a:t>输入不为数字</a:t>
            </a:r>
            <a:r>
              <a:rPr lang="en-US" altLang="zh-CN" b="1" dirty="0">
                <a:solidFill>
                  <a:srgbClr val="003300"/>
                </a:solidFill>
                <a:latin typeface="Arial" panose="020B0604020202020204" pitchFamily="34" charset="0"/>
                <a:ea typeface="黑体" panose="02010609060101010101" pitchFamily="2" charset="-122"/>
              </a:rPr>
              <a:t>!</a:t>
            </a:r>
            <a:endParaRPr/>
          </a:p>
        </p:txBody>
      </p:sp>
      <p:cxnSp>
        <p:nvCxnSpPr>
          <p:cNvPr id="81" name="AutoShape 18"/>
          <p:cNvCxnSpPr>
            <a:stCxn id="78" idx="2"/>
            <a:endCxn id="80" idx="0"/>
          </p:cNvCxnSpPr>
          <p:nvPr/>
        </p:nvCxnSpPr>
        <p:spPr>
          <a:xfrm>
            <a:off x="7666038" y="2060575"/>
            <a:ext cx="1587" cy="720725"/>
          </a:xfrm>
          <a:prstGeom prst="straightConnector1">
            <a:avLst/>
          </a:prstGeom>
          <a:ln w="38100" cap="flat" cmpd="sng">
            <a:solidFill>
              <a:schemeClr val="tx1"/>
            </a:solidFill>
            <a:prstDash val="solid"/>
            <a:headEnd type="none" w="med" len="med"/>
            <a:tailEnd type="triangle" w="med" len="med"/>
          </a:ln>
        </p:spPr>
      </p:cxnSp>
      <p:sp>
        <p:nvSpPr>
          <p:cNvPr id="82" name="Rectangle 19"/>
          <p:cNvSpPr/>
          <p:nvPr/>
        </p:nvSpPr>
        <p:spPr>
          <a:xfrm>
            <a:off x="7524750" y="2133600"/>
            <a:ext cx="1655763" cy="641350"/>
          </a:xfrm>
          <a:prstGeom prst="rect">
            <a:avLst/>
          </a:prstGeom>
          <a:noFill/>
          <a:ln w="28575">
            <a:noFill/>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algn="ctr" eaLnBrk="1" hangingPunct="1">
              <a:spcBef>
                <a:spcPct val="1"/>
              </a:spcBef>
              <a:buNone/>
            </a:pPr>
            <a:r>
              <a:rPr lang="zh-CN" altLang="en-US" sz="1800" b="1" dirty="0">
                <a:solidFill>
                  <a:srgbClr val="003300"/>
                </a:solidFill>
                <a:ea typeface="黑体" panose="02010609060101010101" pitchFamily="2" charset="-122"/>
              </a:rPr>
              <a:t>进入第一个</a:t>
            </a:r>
            <a:endParaRPr/>
          </a:p>
          <a:p>
            <a:pPr marL="0" lvl="0" indent="0" algn="ctr" eaLnBrk="1" hangingPunct="1">
              <a:spcBef>
                <a:spcPct val="1"/>
              </a:spcBef>
              <a:buNone/>
            </a:pPr>
            <a:r>
              <a:rPr lang="en-US" altLang="zh-CN" sz="1800" b="1" dirty="0">
                <a:solidFill>
                  <a:srgbClr val="003300"/>
                </a:solidFill>
                <a:ea typeface="黑体" panose="02010609060101010101" pitchFamily="2" charset="-122"/>
              </a:rPr>
              <a:t>catch</a:t>
            </a:r>
            <a:r>
              <a:rPr lang="zh-CN" altLang="en-US" sz="1800" b="1" dirty="0">
                <a:solidFill>
                  <a:srgbClr val="003300"/>
                </a:solidFill>
                <a:ea typeface="黑体" panose="02010609060101010101" pitchFamily="2" charset="-122"/>
              </a:rPr>
              <a:t>块</a:t>
            </a:r>
            <a:endParaRPr/>
          </a:p>
        </p:txBody>
      </p:sp>
      <p:sp>
        <p:nvSpPr>
          <p:cNvPr id="83" name="AutoShape 20"/>
          <p:cNvSpPr/>
          <p:nvPr/>
        </p:nvSpPr>
        <p:spPr>
          <a:xfrm>
            <a:off x="6692900" y="3835400"/>
            <a:ext cx="2017713" cy="457200"/>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输入：</a:t>
            </a:r>
            <a:r>
              <a:rPr lang="en-US" altLang="zh-CN" b="1" dirty="0">
                <a:solidFill>
                  <a:srgbClr val="003300"/>
                </a:solidFill>
                <a:latin typeface="Arial" panose="020B0604020202020204" pitchFamily="34" charset="0"/>
                <a:ea typeface="黑体" panose="02010609060101010101" pitchFamily="2" charset="-122"/>
              </a:rPr>
              <a:t>270   0 </a:t>
            </a:r>
            <a:endParaRPr/>
          </a:p>
        </p:txBody>
      </p:sp>
      <p:sp>
        <p:nvSpPr>
          <p:cNvPr id="84" name="AutoShape 21"/>
          <p:cNvSpPr/>
          <p:nvPr/>
        </p:nvSpPr>
        <p:spPr>
          <a:xfrm>
            <a:off x="6657975" y="4940300"/>
            <a:ext cx="2090738" cy="649288"/>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输出：</a:t>
            </a:r>
            <a:endParaRPr/>
          </a:p>
          <a:p>
            <a:pPr eaLnBrk="0" hangingPunct="0"/>
            <a:r>
              <a:rPr lang="zh-CN" altLang="en-US" b="1" dirty="0">
                <a:solidFill>
                  <a:srgbClr val="003300"/>
                </a:solidFill>
                <a:latin typeface="Arial" panose="020B0604020202020204" pitchFamily="34" charset="0"/>
                <a:ea typeface="黑体" panose="02010609060101010101" pitchFamily="2" charset="-122"/>
              </a:rPr>
              <a:t>课程数目不能为零</a:t>
            </a:r>
            <a:r>
              <a:rPr lang="en-US" altLang="zh-CN" b="1" dirty="0">
                <a:latin typeface="Arial" panose="020B0604020202020204" pitchFamily="34" charset="0"/>
                <a:ea typeface="黑体" panose="02010609060101010101" pitchFamily="2" charset="-122"/>
              </a:rPr>
              <a:t>!</a:t>
            </a:r>
            <a:endParaRPr/>
          </a:p>
        </p:txBody>
      </p:sp>
      <p:cxnSp>
        <p:nvCxnSpPr>
          <p:cNvPr id="85" name="AutoShape 22"/>
          <p:cNvCxnSpPr>
            <a:stCxn id="83" idx="2"/>
            <a:endCxn id="84" idx="0"/>
          </p:cNvCxnSpPr>
          <p:nvPr/>
        </p:nvCxnSpPr>
        <p:spPr>
          <a:xfrm>
            <a:off x="7702550" y="4292600"/>
            <a:ext cx="1588" cy="647700"/>
          </a:xfrm>
          <a:prstGeom prst="straightConnector1">
            <a:avLst/>
          </a:prstGeom>
          <a:ln w="38100" cap="flat" cmpd="sng">
            <a:solidFill>
              <a:schemeClr val="tx1"/>
            </a:solidFill>
            <a:prstDash val="solid"/>
            <a:headEnd type="none" w="med" len="med"/>
            <a:tailEnd type="triangle" w="med" len="med"/>
          </a:ln>
        </p:spPr>
      </p:cxnSp>
      <p:sp>
        <p:nvSpPr>
          <p:cNvPr id="86" name="Rectangle 23"/>
          <p:cNvSpPr/>
          <p:nvPr/>
        </p:nvSpPr>
        <p:spPr>
          <a:xfrm>
            <a:off x="7524750" y="4318000"/>
            <a:ext cx="1655763" cy="641350"/>
          </a:xfrm>
          <a:prstGeom prst="rect">
            <a:avLst/>
          </a:prstGeom>
          <a:noFill/>
          <a:ln w="28575">
            <a:noFill/>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algn="ctr" eaLnBrk="1" hangingPunct="1">
              <a:spcBef>
                <a:spcPct val="1"/>
              </a:spcBef>
              <a:buNone/>
            </a:pPr>
            <a:r>
              <a:rPr lang="zh-CN" altLang="en-US" sz="1800" b="1" dirty="0">
                <a:solidFill>
                  <a:srgbClr val="003300"/>
                </a:solidFill>
                <a:ea typeface="黑体" panose="02010609060101010101" pitchFamily="2" charset="-122"/>
              </a:rPr>
              <a:t>进入第二个</a:t>
            </a:r>
            <a:endParaRPr/>
          </a:p>
          <a:p>
            <a:pPr marL="0" lvl="0" indent="0" algn="ctr" eaLnBrk="1" hangingPunct="1">
              <a:spcBef>
                <a:spcPct val="1"/>
              </a:spcBef>
              <a:buNone/>
            </a:pPr>
            <a:r>
              <a:rPr lang="en-US" altLang="zh-CN" sz="1800" b="1" dirty="0">
                <a:solidFill>
                  <a:srgbClr val="003300"/>
                </a:solidFill>
                <a:ea typeface="黑体" panose="02010609060101010101" pitchFamily="2" charset="-122"/>
              </a:rPr>
              <a:t>catch</a:t>
            </a:r>
            <a:r>
              <a:rPr lang="zh-CN" altLang="en-US" sz="1800" b="1" dirty="0">
                <a:solidFill>
                  <a:srgbClr val="003300"/>
                </a:solidFill>
                <a:ea typeface="黑体" panose="02010609060101010101" pitchFamily="2" charset="-122"/>
              </a:rPr>
              <a:t>块</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500"/>
                                        <p:tgtEl>
                                          <p:spTgt spid="78"/>
                                        </p:tgtEl>
                                      </p:cBhvr>
                                    </p:animEffect>
                                  </p:childTnLst>
                                </p:cTn>
                              </p:par>
                              <p:par>
                                <p:cTn id="8" presetID="22" presetClass="entr" presetSubtype="1" fill="hold"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wipe(up)">
                                      <p:cBhvr>
                                        <p:cTn id="10" dur="500"/>
                                        <p:tgtEl>
                                          <p:spTgt spid="81"/>
                                        </p:tgtEl>
                                      </p:cBhvr>
                                    </p:animEffect>
                                  </p:childTnLst>
                                </p:cTn>
                              </p:par>
                              <p:par>
                                <p:cTn id="11" presetID="22" presetClass="entr" presetSubtype="8"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wipe(left)">
                                      <p:cBhvr>
                                        <p:cTn id="13" dur="500"/>
                                        <p:tgtEl>
                                          <p:spTgt spid="8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wipe(left)">
                                      <p:cBhvr>
                                        <p:cTn id="17" dur="500"/>
                                        <p:tgtEl>
                                          <p:spTgt spid="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wipe(left)">
                                      <p:cBhvr>
                                        <p:cTn id="22" dur="500"/>
                                        <p:tgtEl>
                                          <p:spTgt spid="83"/>
                                        </p:tgtEl>
                                      </p:cBhvr>
                                    </p:animEffect>
                                  </p:childTnLst>
                                </p:cTn>
                              </p:par>
                              <p:par>
                                <p:cTn id="23" presetID="22" presetClass="entr" presetSubtype="8"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wipe(left)">
                                      <p:cBhvr>
                                        <p:cTn id="25" dur="500"/>
                                        <p:tgtEl>
                                          <p:spTgt spid="86"/>
                                        </p:tgtEl>
                                      </p:cBhvr>
                                    </p:animEffect>
                                  </p:childTnLst>
                                </p:cTn>
                              </p:par>
                              <p:par>
                                <p:cTn id="26" presetID="22" presetClass="entr" presetSubtype="8" fill="hold" nodeType="withEffect">
                                  <p:stCondLst>
                                    <p:cond delay="0"/>
                                  </p:stCondLst>
                                  <p:childTnLst>
                                    <p:set>
                                      <p:cBhvr>
                                        <p:cTn id="27" dur="1" fill="hold">
                                          <p:stCondLst>
                                            <p:cond delay="0"/>
                                          </p:stCondLst>
                                        </p:cTn>
                                        <p:tgtEl>
                                          <p:spTgt spid="84"/>
                                        </p:tgtEl>
                                        <p:attrNameLst>
                                          <p:attrName>style.visibility</p:attrName>
                                        </p:attrNameLst>
                                      </p:cBhvr>
                                      <p:to>
                                        <p:strVal val="visible"/>
                                      </p:to>
                                    </p:set>
                                    <p:animEffect transition="in" filter="wipe(left)">
                                      <p:cBhvr>
                                        <p:cTn id="28" dur="500"/>
                                        <p:tgtEl>
                                          <p:spTgt spid="84"/>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85"/>
                                        </p:tgtEl>
                                        <p:attrNameLst>
                                          <p:attrName>style.visibility</p:attrName>
                                        </p:attrNameLst>
                                      </p:cBhvr>
                                      <p:to>
                                        <p:strVal val="visible"/>
                                      </p:to>
                                    </p:set>
                                    <p:animEffect transition="in" filter="wipe(up)">
                                      <p:cBhvr>
                                        <p:cTn id="32" dur="500"/>
                                        <p:tgtEl>
                                          <p:spTgt spid="8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wipe(left)">
                                      <p:cBhvr>
                                        <p:cTn id="37" dur="500"/>
                                        <p:tgtEl>
                                          <p:spTgt spid="79"/>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2"/>
          <p:cNvSpPr>
            <a:spLocks noGrp="1"/>
          </p:cNvSpPr>
          <p:nvPr>
            <p:ph type="title"/>
          </p:nvPr>
        </p:nvSpPr>
        <p:spPr>
          <a:ln/>
        </p:spPr>
        <p:txBody>
          <a:bodyPr vert="horz" wrap="square" lIns="91440" tIns="45720" rIns="91440" bIns="45720" anchor="ctr"/>
          <a:lstStyle/>
          <a:p>
            <a:pPr eaLnBrk="1" hangingPunct="1"/>
            <a:r>
              <a:rPr lang="en-US" altLang="zh-CN" dirty="0"/>
              <a:t>Java</a:t>
            </a:r>
            <a:r>
              <a:rPr lang="zh-CN" altLang="en-US" dirty="0"/>
              <a:t>中如何进行异常处理</a:t>
            </a:r>
            <a:endParaRPr/>
          </a:p>
        </p:txBody>
      </p:sp>
      <p:sp>
        <p:nvSpPr>
          <p:cNvPr id="89" name="Rectangle 3"/>
          <p:cNvSpPr>
            <a:spLocks noGrp="1"/>
          </p:cNvSpPr>
          <p:nvPr>
            <p:ph idx="1"/>
          </p:nvPr>
        </p:nvSpPr>
        <p:spPr>
          <a:xfrm>
            <a:off x="0" y="1125538"/>
            <a:ext cx="8913813" cy="1079500"/>
          </a:xfrm>
          <a:ln/>
        </p:spPr>
        <p:txBody>
          <a:bodyPr vert="horz" wrap="square" lIns="91440" tIns="45720" rIns="91440" bIns="45720" anchor="t"/>
          <a:lstStyle/>
          <a:p>
            <a:pPr eaLnBrk="1" hangingPunct="1">
              <a:buFont typeface="Wingdings" panose="05000000000000000000" pitchFamily="2" charset="2"/>
              <a:buChar char="u"/>
            </a:pPr>
            <a:r>
              <a:rPr lang="en-US" altLang="zh-CN" dirty="0">
                <a:solidFill>
                  <a:srgbClr val="0033CC"/>
                </a:solidFill>
              </a:rPr>
              <a:t>   try</a:t>
            </a:r>
            <a:r>
              <a:rPr lang="zh-CN" altLang="en-US" dirty="0"/>
              <a:t>、 </a:t>
            </a:r>
            <a:r>
              <a:rPr lang="en-US" altLang="zh-CN" dirty="0">
                <a:solidFill>
                  <a:srgbClr val="0033CC"/>
                </a:solidFill>
              </a:rPr>
              <a:t>catch</a:t>
            </a:r>
            <a:r>
              <a:rPr lang="zh-CN" altLang="en-US" dirty="0"/>
              <a:t>、 </a:t>
            </a:r>
            <a:r>
              <a:rPr lang="en-US" altLang="zh-CN" dirty="0">
                <a:solidFill>
                  <a:srgbClr val="0033CC"/>
                </a:solidFill>
              </a:rPr>
              <a:t>finally</a:t>
            </a:r>
            <a:r>
              <a:rPr lang="zh-CN" altLang="en-US" dirty="0"/>
              <a:t>、    </a:t>
            </a:r>
            <a:r>
              <a:rPr lang="en-US" altLang="zh-CN" dirty="0">
                <a:solidFill>
                  <a:srgbClr val="0033CC"/>
                </a:solidFill>
              </a:rPr>
              <a:t>throw</a:t>
            </a:r>
            <a:r>
              <a:rPr lang="zh-CN" altLang="en-US" dirty="0"/>
              <a:t>、     </a:t>
            </a:r>
            <a:r>
              <a:rPr lang="en-US" altLang="zh-CN" dirty="0">
                <a:solidFill>
                  <a:srgbClr val="0033CC"/>
                </a:solidFill>
              </a:rPr>
              <a:t>throws</a:t>
            </a:r>
            <a:endParaRPr lang="en-US" altLang="zh-CN" dirty="0"/>
          </a:p>
        </p:txBody>
      </p:sp>
      <p:sp>
        <p:nvSpPr>
          <p:cNvPr id="90" name="AutoShape 4"/>
          <p:cNvSpPr/>
          <p:nvPr/>
        </p:nvSpPr>
        <p:spPr>
          <a:xfrm>
            <a:off x="2195736" y="2276475"/>
            <a:ext cx="1296988" cy="431800"/>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eaLnBrk="0" hangingPunct="0"/>
            <a:r>
              <a:rPr lang="en-US" altLang="zh-CN" b="1" dirty="0">
                <a:latin typeface="Arial" panose="020B0604020202020204" pitchFamily="34" charset="0"/>
                <a:ea typeface="黑体" panose="02010609060101010101" pitchFamily="2" charset="-122"/>
              </a:rPr>
              <a:t> </a:t>
            </a:r>
            <a:r>
              <a:rPr lang="zh-CN" altLang="en-US" b="1" dirty="0">
                <a:solidFill>
                  <a:srgbClr val="003300"/>
                </a:solidFill>
                <a:latin typeface="Arial" panose="020B0604020202020204" pitchFamily="34" charset="0"/>
                <a:ea typeface="黑体" panose="02010609060101010101" pitchFamily="2" charset="-122"/>
              </a:rPr>
              <a:t>捕获异常 </a:t>
            </a:r>
            <a:endParaRPr/>
          </a:p>
        </p:txBody>
      </p:sp>
      <p:sp>
        <p:nvSpPr>
          <p:cNvPr id="91" name="AutoShape 10"/>
          <p:cNvSpPr/>
          <p:nvPr/>
        </p:nvSpPr>
        <p:spPr>
          <a:xfrm flipH="1">
            <a:off x="755650" y="3944938"/>
            <a:ext cx="1152525" cy="549275"/>
          </a:xfrm>
          <a:prstGeom prst="leftArrow">
            <a:avLst>
              <a:gd name="adj1" fmla="val 50000"/>
              <a:gd name="adj2" fmla="val 52456"/>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en-US" altLang="zh-CN" b="1" dirty="0">
                <a:solidFill>
                  <a:srgbClr val="003300"/>
                </a:solidFill>
                <a:latin typeface="Arial" panose="020B0604020202020204" pitchFamily="34" charset="0"/>
                <a:ea typeface="黑体" panose="02010609060101010101" pitchFamily="2" charset="-122"/>
              </a:rPr>
              <a:t>catch</a:t>
            </a:r>
            <a:endParaRPr/>
          </a:p>
        </p:txBody>
      </p:sp>
      <p:sp>
        <p:nvSpPr>
          <p:cNvPr id="92" name="AutoShape 22"/>
          <p:cNvSpPr/>
          <p:nvPr/>
        </p:nvSpPr>
        <p:spPr>
          <a:xfrm flipH="1">
            <a:off x="755650" y="3082925"/>
            <a:ext cx="1152525" cy="549275"/>
          </a:xfrm>
          <a:prstGeom prst="leftArrow">
            <a:avLst>
              <a:gd name="adj1" fmla="val 50000"/>
              <a:gd name="adj2" fmla="val 52456"/>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en-US" altLang="zh-CN" b="1" dirty="0">
                <a:solidFill>
                  <a:srgbClr val="003300"/>
                </a:solidFill>
                <a:latin typeface="Arial" panose="020B0604020202020204" pitchFamily="34" charset="0"/>
                <a:ea typeface="黑体" panose="02010609060101010101" pitchFamily="2" charset="-122"/>
              </a:rPr>
              <a:t>try</a:t>
            </a:r>
            <a:endParaRPr/>
          </a:p>
        </p:txBody>
      </p:sp>
      <p:sp>
        <p:nvSpPr>
          <p:cNvPr id="93" name="AutoShape 23"/>
          <p:cNvSpPr/>
          <p:nvPr/>
        </p:nvSpPr>
        <p:spPr>
          <a:xfrm flipH="1">
            <a:off x="755650" y="4883150"/>
            <a:ext cx="1152525" cy="549275"/>
          </a:xfrm>
          <a:prstGeom prst="leftArrow">
            <a:avLst>
              <a:gd name="adj1" fmla="val 50000"/>
              <a:gd name="adj2" fmla="val 52456"/>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en-US" altLang="zh-CN" b="1" dirty="0">
                <a:solidFill>
                  <a:srgbClr val="003300"/>
                </a:solidFill>
                <a:latin typeface="Arial" panose="020B0604020202020204" pitchFamily="34" charset="0"/>
                <a:ea typeface="黑体" panose="02010609060101010101" pitchFamily="2" charset="-122"/>
              </a:rPr>
              <a:t>finally</a:t>
            </a:r>
            <a:endParaRPr/>
          </a:p>
        </p:txBody>
      </p:sp>
      <p:sp>
        <p:nvSpPr>
          <p:cNvPr id="94" name="AutoShape 27"/>
          <p:cNvSpPr/>
          <p:nvPr/>
        </p:nvSpPr>
        <p:spPr>
          <a:xfrm>
            <a:off x="1979613" y="2997200"/>
            <a:ext cx="2411412" cy="719138"/>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执行可能产生 </a:t>
            </a:r>
            <a:endParaRPr/>
          </a:p>
          <a:p>
            <a:pPr algn="ctr" eaLnBrk="0" hangingPunct="0"/>
            <a:r>
              <a:rPr lang="zh-CN" altLang="en-US" b="1" dirty="0">
                <a:solidFill>
                  <a:srgbClr val="003300"/>
                </a:solidFill>
                <a:latin typeface="Arial" panose="020B0604020202020204" pitchFamily="34" charset="0"/>
                <a:ea typeface="黑体" panose="02010609060101010101" pitchFamily="2" charset="-122"/>
              </a:rPr>
              <a:t>异常的代码段 </a:t>
            </a:r>
            <a:endParaRPr/>
          </a:p>
        </p:txBody>
      </p:sp>
      <p:sp>
        <p:nvSpPr>
          <p:cNvPr id="95" name="AutoShape 28"/>
          <p:cNvSpPr/>
          <p:nvPr/>
        </p:nvSpPr>
        <p:spPr>
          <a:xfrm>
            <a:off x="1979613" y="3859213"/>
            <a:ext cx="2411412" cy="719137"/>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捕获异常 </a:t>
            </a:r>
            <a:endParaRPr/>
          </a:p>
        </p:txBody>
      </p:sp>
      <p:sp>
        <p:nvSpPr>
          <p:cNvPr id="96" name="AutoShape 29"/>
          <p:cNvSpPr/>
          <p:nvPr/>
        </p:nvSpPr>
        <p:spPr>
          <a:xfrm>
            <a:off x="1979613" y="4725988"/>
            <a:ext cx="2376487" cy="863600"/>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endParaRPr lang="en-US" altLang="zh-CN" b="1" dirty="0">
              <a:latin typeface="Arial" panose="020B0604020202020204" pitchFamily="34" charset="0"/>
              <a:ea typeface="黑体" panose="02010609060101010101" pitchFamily="2" charset="-122"/>
            </a:endParaRPr>
          </a:p>
          <a:p>
            <a:pPr algn="ctr" eaLnBrk="0" hangingPunct="0"/>
            <a:r>
              <a:rPr lang="zh-CN" altLang="en-US" b="1" dirty="0">
                <a:solidFill>
                  <a:srgbClr val="003300"/>
                </a:solidFill>
                <a:latin typeface="Arial" panose="020B0604020202020204" pitchFamily="34" charset="0"/>
                <a:ea typeface="黑体" panose="02010609060101010101" pitchFamily="2" charset="-122"/>
              </a:rPr>
              <a:t>无论是否发生异常，</a:t>
            </a:r>
            <a:endParaRPr/>
          </a:p>
          <a:p>
            <a:pPr algn="ctr" eaLnBrk="0" hangingPunct="0"/>
            <a:r>
              <a:rPr lang="zh-CN" altLang="en-US" b="1" dirty="0">
                <a:solidFill>
                  <a:srgbClr val="003300"/>
                </a:solidFill>
                <a:latin typeface="Arial" panose="020B0604020202020204" pitchFamily="34" charset="0"/>
                <a:ea typeface="黑体" panose="02010609060101010101" pitchFamily="2" charset="-122"/>
              </a:rPr>
              <a:t>代码总能执行</a:t>
            </a:r>
            <a:endParaRPr/>
          </a:p>
          <a:p>
            <a:pPr algn="ctr" eaLnBrk="0" hangingPunct="0"/>
            <a:endParaRPr lang="en-US" altLang="zh-CN" b="1" dirty="0">
              <a:latin typeface="Arial" panose="020B0604020202020204" pitchFamily="34" charset="0"/>
              <a:ea typeface="黑体" panose="02010609060101010101" pitchFamily="2" charset="-122"/>
            </a:endParaRPr>
          </a:p>
        </p:txBody>
      </p:sp>
      <p:sp>
        <p:nvSpPr>
          <p:cNvPr id="97" name="AutoShape 32"/>
          <p:cNvSpPr/>
          <p:nvPr/>
        </p:nvSpPr>
        <p:spPr>
          <a:xfrm>
            <a:off x="4787900" y="3660775"/>
            <a:ext cx="1800225" cy="90011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手动抛出异常 </a:t>
            </a:r>
            <a:endParaRPr/>
          </a:p>
        </p:txBody>
      </p:sp>
      <p:sp>
        <p:nvSpPr>
          <p:cNvPr id="98" name="AutoShape 33"/>
          <p:cNvSpPr/>
          <p:nvPr/>
        </p:nvSpPr>
        <p:spPr>
          <a:xfrm>
            <a:off x="5075238" y="2276475"/>
            <a:ext cx="1296987" cy="431800"/>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抛出异常 </a:t>
            </a:r>
            <a:endParaRPr/>
          </a:p>
        </p:txBody>
      </p:sp>
      <p:sp>
        <p:nvSpPr>
          <p:cNvPr id="99" name="AutoShape 34"/>
          <p:cNvSpPr/>
          <p:nvPr/>
        </p:nvSpPr>
        <p:spPr>
          <a:xfrm>
            <a:off x="4932363" y="2940050"/>
            <a:ext cx="1655762" cy="576263"/>
          </a:xfrm>
          <a:prstGeom prst="downArrow">
            <a:avLst>
              <a:gd name="adj1" fmla="val 50000"/>
              <a:gd name="adj2" fmla="val 25000"/>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en-US" altLang="zh-CN" b="1" dirty="0">
                <a:solidFill>
                  <a:srgbClr val="003300"/>
                </a:solidFill>
                <a:latin typeface="Arial" panose="020B0604020202020204" pitchFamily="34" charset="0"/>
                <a:ea typeface="黑体" panose="02010609060101010101" pitchFamily="2" charset="-122"/>
              </a:rPr>
              <a:t>throw</a:t>
            </a:r>
            <a:endParaRPr/>
          </a:p>
        </p:txBody>
      </p:sp>
      <p:sp>
        <p:nvSpPr>
          <p:cNvPr id="100" name="AutoShape 35"/>
          <p:cNvSpPr/>
          <p:nvPr/>
        </p:nvSpPr>
        <p:spPr>
          <a:xfrm>
            <a:off x="7091363" y="2278063"/>
            <a:ext cx="1296987" cy="431800"/>
          </a:xfrm>
          <a:prstGeom prst="roundRect">
            <a:avLst>
              <a:gd name="adj" fmla="val 16667"/>
            </a:avLst>
          </a:prstGeom>
          <a:gradFill rotWithShape="1">
            <a:gsLst>
              <a:gs pos="0">
                <a:srgbClr val="FFFF99"/>
              </a:gs>
              <a:gs pos="100000">
                <a:srgbClr val="FFFFFF"/>
              </a:gs>
            </a:gsLst>
            <a:lin ang="5400000" scaled="1"/>
            <a:tileRect/>
          </a:gradFill>
          <a:ln w="9525" cap="flat" cmpd="sng">
            <a:solidFill>
              <a:srgbClr val="FF9900"/>
            </a:solidFill>
            <a:prstDash val="solid"/>
            <a:headEnd type="none" w="med" len="med"/>
            <a:tailEnd type="none" w="med" len="med"/>
          </a:ln>
          <a:effectLst>
            <a:outerShdw dist="117088" dir="8363922" algn="ctr" rotWithShape="0">
              <a:schemeClr val="bg2">
                <a:alpha val="50000"/>
              </a:schemeClr>
            </a:outerShdw>
          </a:effectLst>
        </p:spPr>
        <p:txBody>
          <a:bodyPr wrap="none" anchor="ctr"/>
          <a:lstStyle/>
          <a:p>
            <a:pPr eaLnBrk="0" hangingPunct="0"/>
            <a:r>
              <a:rPr lang="zh-CN" altLang="en-US" b="1" dirty="0">
                <a:solidFill>
                  <a:srgbClr val="003300"/>
                </a:solidFill>
                <a:latin typeface="Arial" panose="020B0604020202020204" pitchFamily="34" charset="0"/>
                <a:ea typeface="黑体" panose="02010609060101010101" pitchFamily="2" charset="-122"/>
              </a:rPr>
              <a:t>声明异常 </a:t>
            </a:r>
            <a:endParaRPr/>
          </a:p>
        </p:txBody>
      </p:sp>
      <p:sp>
        <p:nvSpPr>
          <p:cNvPr id="101" name="AutoShape 36"/>
          <p:cNvSpPr/>
          <p:nvPr/>
        </p:nvSpPr>
        <p:spPr>
          <a:xfrm>
            <a:off x="6875463" y="3660775"/>
            <a:ext cx="1944687" cy="90011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声明方法可能要</a:t>
            </a:r>
            <a:endParaRPr/>
          </a:p>
          <a:p>
            <a:pPr algn="ctr" eaLnBrk="0" hangingPunct="0"/>
            <a:r>
              <a:rPr lang="zh-CN" altLang="en-US" b="1" dirty="0">
                <a:solidFill>
                  <a:srgbClr val="003300"/>
                </a:solidFill>
                <a:latin typeface="Arial" panose="020B0604020202020204" pitchFamily="34" charset="0"/>
                <a:ea typeface="黑体" panose="02010609060101010101" pitchFamily="2" charset="-122"/>
              </a:rPr>
              <a:t>抛出的各种异常 </a:t>
            </a:r>
            <a:endParaRPr/>
          </a:p>
        </p:txBody>
      </p:sp>
      <p:sp>
        <p:nvSpPr>
          <p:cNvPr id="102" name="AutoShape 37"/>
          <p:cNvSpPr/>
          <p:nvPr/>
        </p:nvSpPr>
        <p:spPr>
          <a:xfrm>
            <a:off x="6945313" y="2924175"/>
            <a:ext cx="1874837" cy="576263"/>
          </a:xfrm>
          <a:prstGeom prst="downArrow">
            <a:avLst>
              <a:gd name="adj1" fmla="val 50000"/>
              <a:gd name="adj2" fmla="val 25000"/>
            </a:avLst>
          </a:prstGeom>
          <a:gradFill rotWithShape="1">
            <a:gsLst>
              <a:gs pos="0">
                <a:srgbClr val="CC99FF"/>
              </a:gs>
              <a:gs pos="100000">
                <a:srgbClr val="FFFFFF"/>
              </a:gs>
            </a:gsLst>
            <a:lin ang="5400000" scaled="1"/>
            <a:tileRect/>
          </a:gradFill>
          <a:ln w="9525" cap="flat" cmpd="sng">
            <a:solidFill>
              <a:srgbClr val="800080"/>
            </a:solidFill>
            <a:prstDash val="solid"/>
            <a:miter/>
            <a:headEnd type="none" w="med" len="med"/>
            <a:tailEnd type="none" w="med" len="med"/>
          </a:ln>
          <a:effectLst>
            <a:outerShdw dist="53882" dir="2699999" algn="ctr" rotWithShape="0">
              <a:schemeClr val="bg2">
                <a:alpha val="50000"/>
              </a:schemeClr>
            </a:outerShdw>
          </a:effectLst>
        </p:spPr>
        <p:txBody>
          <a:bodyPr anchor="ctr"/>
          <a:lstStyle/>
          <a:p>
            <a:pPr algn="ctr">
              <a:spcBef>
                <a:spcPct val="50000"/>
              </a:spcBef>
            </a:pPr>
            <a:r>
              <a:rPr lang="en-US" altLang="zh-CN" b="1" dirty="0">
                <a:solidFill>
                  <a:srgbClr val="003300"/>
                </a:solidFill>
                <a:latin typeface="Arial" panose="020B0604020202020204" pitchFamily="34" charset="0"/>
                <a:ea typeface="黑体" panose="02010609060101010101" pitchFamily="2" charset="-122"/>
              </a:rPr>
              <a:t>throws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additive="base">
                                        <p:cTn id="7" dur="500" fill="hold"/>
                                        <p:tgtEl>
                                          <p:spTgt spid="90"/>
                                        </p:tgtEl>
                                        <p:attrNameLst>
                                          <p:attrName>ppt_x</p:attrName>
                                        </p:attrNameLst>
                                      </p:cBhvr>
                                      <p:tavLst>
                                        <p:tav tm="0">
                                          <p:val>
                                            <p:strVal val="#ppt_x"/>
                                          </p:val>
                                        </p:tav>
                                        <p:tav tm="100000">
                                          <p:val>
                                            <p:strVal val="#ppt_x"/>
                                          </p:val>
                                        </p:tav>
                                      </p:tavLst>
                                    </p:anim>
                                    <p:anim calcmode="lin" valueType="num">
                                      <p:cBhvr additive="base">
                                        <p:cTn id="8"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
                                        </p:tgtEl>
                                        <p:attrNameLst>
                                          <p:attrName>style.visibility</p:attrName>
                                        </p:attrNameLst>
                                      </p:cBhvr>
                                      <p:to>
                                        <p:strVal val="visible"/>
                                      </p:to>
                                    </p:set>
                                    <p:anim calcmode="lin" valueType="num">
                                      <p:cBhvr additive="base">
                                        <p:cTn id="13" dur="500" fill="hold"/>
                                        <p:tgtEl>
                                          <p:spTgt spid="92"/>
                                        </p:tgtEl>
                                        <p:attrNameLst>
                                          <p:attrName>ppt_x</p:attrName>
                                        </p:attrNameLst>
                                      </p:cBhvr>
                                      <p:tavLst>
                                        <p:tav tm="0">
                                          <p:val>
                                            <p:strVal val="#ppt_x"/>
                                          </p:val>
                                        </p:tav>
                                        <p:tav tm="100000">
                                          <p:val>
                                            <p:strVal val="#ppt_x"/>
                                          </p:val>
                                        </p:tav>
                                      </p:tavLst>
                                    </p:anim>
                                    <p:anim calcmode="lin" valueType="num">
                                      <p:cBhvr additive="base">
                                        <p:cTn id="14" dur="500" fill="hold"/>
                                        <p:tgtEl>
                                          <p:spTgt spid="9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4"/>
                                        </p:tgtEl>
                                        <p:attrNameLst>
                                          <p:attrName>style.visibility</p:attrName>
                                        </p:attrNameLst>
                                      </p:cBhvr>
                                      <p:to>
                                        <p:strVal val="visible"/>
                                      </p:to>
                                    </p:set>
                                    <p:anim calcmode="lin" valueType="num">
                                      <p:cBhvr additive="base">
                                        <p:cTn id="17" dur="500" fill="hold"/>
                                        <p:tgtEl>
                                          <p:spTgt spid="94"/>
                                        </p:tgtEl>
                                        <p:attrNameLst>
                                          <p:attrName>ppt_x</p:attrName>
                                        </p:attrNameLst>
                                      </p:cBhvr>
                                      <p:tavLst>
                                        <p:tav tm="0">
                                          <p:val>
                                            <p:strVal val="#ppt_x"/>
                                          </p:val>
                                        </p:tav>
                                        <p:tav tm="100000">
                                          <p:val>
                                            <p:strVal val="#ppt_x"/>
                                          </p:val>
                                        </p:tav>
                                      </p:tavLst>
                                    </p:anim>
                                    <p:anim calcmode="lin" valueType="num">
                                      <p:cBhvr additive="base">
                                        <p:cTn id="18"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1"/>
                                        </p:tgtEl>
                                        <p:attrNameLst>
                                          <p:attrName>style.visibility</p:attrName>
                                        </p:attrNameLst>
                                      </p:cBhvr>
                                      <p:to>
                                        <p:strVal val="visible"/>
                                      </p:to>
                                    </p:set>
                                    <p:anim calcmode="lin" valueType="num">
                                      <p:cBhvr additive="base">
                                        <p:cTn id="23" dur="500" fill="hold"/>
                                        <p:tgtEl>
                                          <p:spTgt spid="91"/>
                                        </p:tgtEl>
                                        <p:attrNameLst>
                                          <p:attrName>ppt_x</p:attrName>
                                        </p:attrNameLst>
                                      </p:cBhvr>
                                      <p:tavLst>
                                        <p:tav tm="0">
                                          <p:val>
                                            <p:strVal val="#ppt_x"/>
                                          </p:val>
                                        </p:tav>
                                        <p:tav tm="100000">
                                          <p:val>
                                            <p:strVal val="#ppt_x"/>
                                          </p:val>
                                        </p:tav>
                                      </p:tavLst>
                                    </p:anim>
                                    <p:anim calcmode="lin" valueType="num">
                                      <p:cBhvr additive="base">
                                        <p:cTn id="24" dur="500" fill="hold"/>
                                        <p:tgtEl>
                                          <p:spTgt spid="9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5"/>
                                        </p:tgtEl>
                                        <p:attrNameLst>
                                          <p:attrName>style.visibility</p:attrName>
                                        </p:attrNameLst>
                                      </p:cBhvr>
                                      <p:to>
                                        <p:strVal val="visible"/>
                                      </p:to>
                                    </p:set>
                                    <p:anim calcmode="lin" valueType="num">
                                      <p:cBhvr additive="base">
                                        <p:cTn id="27" dur="500" fill="hold"/>
                                        <p:tgtEl>
                                          <p:spTgt spid="95"/>
                                        </p:tgtEl>
                                        <p:attrNameLst>
                                          <p:attrName>ppt_x</p:attrName>
                                        </p:attrNameLst>
                                      </p:cBhvr>
                                      <p:tavLst>
                                        <p:tav tm="0">
                                          <p:val>
                                            <p:strVal val="#ppt_x"/>
                                          </p:val>
                                        </p:tav>
                                        <p:tav tm="100000">
                                          <p:val>
                                            <p:strVal val="#ppt_x"/>
                                          </p:val>
                                        </p:tav>
                                      </p:tavLst>
                                    </p:anim>
                                    <p:anim calcmode="lin" valueType="num">
                                      <p:cBhvr additive="base">
                                        <p:cTn id="28"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3"/>
                                        </p:tgtEl>
                                        <p:attrNameLst>
                                          <p:attrName>style.visibility</p:attrName>
                                        </p:attrNameLst>
                                      </p:cBhvr>
                                      <p:to>
                                        <p:strVal val="visible"/>
                                      </p:to>
                                    </p:set>
                                    <p:anim calcmode="lin" valueType="num">
                                      <p:cBhvr additive="base">
                                        <p:cTn id="33" dur="500" fill="hold"/>
                                        <p:tgtEl>
                                          <p:spTgt spid="93"/>
                                        </p:tgtEl>
                                        <p:attrNameLst>
                                          <p:attrName>ppt_x</p:attrName>
                                        </p:attrNameLst>
                                      </p:cBhvr>
                                      <p:tavLst>
                                        <p:tav tm="0">
                                          <p:val>
                                            <p:strVal val="#ppt_x"/>
                                          </p:val>
                                        </p:tav>
                                        <p:tav tm="100000">
                                          <p:val>
                                            <p:strVal val="#ppt_x"/>
                                          </p:val>
                                        </p:tav>
                                      </p:tavLst>
                                    </p:anim>
                                    <p:anim calcmode="lin" valueType="num">
                                      <p:cBhvr additive="base">
                                        <p:cTn id="34" dur="500" fill="hold"/>
                                        <p:tgtEl>
                                          <p:spTgt spid="9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6"/>
                                        </p:tgtEl>
                                        <p:attrNameLst>
                                          <p:attrName>style.visibility</p:attrName>
                                        </p:attrNameLst>
                                      </p:cBhvr>
                                      <p:to>
                                        <p:strVal val="visible"/>
                                      </p:to>
                                    </p:set>
                                    <p:anim calcmode="lin" valueType="num">
                                      <p:cBhvr additive="base">
                                        <p:cTn id="37" dur="500" fill="hold"/>
                                        <p:tgtEl>
                                          <p:spTgt spid="96"/>
                                        </p:tgtEl>
                                        <p:attrNameLst>
                                          <p:attrName>ppt_x</p:attrName>
                                        </p:attrNameLst>
                                      </p:cBhvr>
                                      <p:tavLst>
                                        <p:tav tm="0">
                                          <p:val>
                                            <p:strVal val="#ppt_x"/>
                                          </p:val>
                                        </p:tav>
                                        <p:tav tm="100000">
                                          <p:val>
                                            <p:strVal val="#ppt_x"/>
                                          </p:val>
                                        </p:tav>
                                      </p:tavLst>
                                    </p:anim>
                                    <p:anim calcmode="lin" valueType="num">
                                      <p:cBhvr additive="base">
                                        <p:cTn id="38"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gtEl>
                                        <p:attrNameLst>
                                          <p:attrName>style.visibility</p:attrName>
                                        </p:attrNameLst>
                                      </p:cBhvr>
                                      <p:to>
                                        <p:strVal val="visible"/>
                                      </p:to>
                                    </p:set>
                                    <p:anim calcmode="lin" valueType="num">
                                      <p:cBhvr additive="base">
                                        <p:cTn id="43" dur="500" fill="hold"/>
                                        <p:tgtEl>
                                          <p:spTgt spid="98"/>
                                        </p:tgtEl>
                                        <p:attrNameLst>
                                          <p:attrName>ppt_x</p:attrName>
                                        </p:attrNameLst>
                                      </p:cBhvr>
                                      <p:tavLst>
                                        <p:tav tm="0">
                                          <p:val>
                                            <p:strVal val="#ppt_x"/>
                                          </p:val>
                                        </p:tav>
                                        <p:tav tm="100000">
                                          <p:val>
                                            <p:strVal val="#ppt_x"/>
                                          </p:val>
                                        </p:tav>
                                      </p:tavLst>
                                    </p:anim>
                                    <p:anim calcmode="lin" valueType="num">
                                      <p:cBhvr additive="base">
                                        <p:cTn id="44" dur="500" fill="hold"/>
                                        <p:tgtEl>
                                          <p:spTgt spid="9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9"/>
                                        </p:tgtEl>
                                        <p:attrNameLst>
                                          <p:attrName>style.visibility</p:attrName>
                                        </p:attrNameLst>
                                      </p:cBhvr>
                                      <p:to>
                                        <p:strVal val="visible"/>
                                      </p:to>
                                    </p:set>
                                    <p:anim calcmode="lin" valueType="num">
                                      <p:cBhvr additive="base">
                                        <p:cTn id="47" dur="500" fill="hold"/>
                                        <p:tgtEl>
                                          <p:spTgt spid="99"/>
                                        </p:tgtEl>
                                        <p:attrNameLst>
                                          <p:attrName>ppt_x</p:attrName>
                                        </p:attrNameLst>
                                      </p:cBhvr>
                                      <p:tavLst>
                                        <p:tav tm="0">
                                          <p:val>
                                            <p:strVal val="#ppt_x"/>
                                          </p:val>
                                        </p:tav>
                                        <p:tav tm="100000">
                                          <p:val>
                                            <p:strVal val="#ppt_x"/>
                                          </p:val>
                                        </p:tav>
                                      </p:tavLst>
                                    </p:anim>
                                    <p:anim calcmode="lin" valueType="num">
                                      <p:cBhvr additive="base">
                                        <p:cTn id="48" dur="500" fill="hold"/>
                                        <p:tgtEl>
                                          <p:spTgt spid="9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97"/>
                                        </p:tgtEl>
                                        <p:attrNameLst>
                                          <p:attrName>style.visibility</p:attrName>
                                        </p:attrNameLst>
                                      </p:cBhvr>
                                      <p:to>
                                        <p:strVal val="visible"/>
                                      </p:to>
                                    </p:set>
                                    <p:anim calcmode="lin" valueType="num">
                                      <p:cBhvr additive="base">
                                        <p:cTn id="51" dur="500" fill="hold"/>
                                        <p:tgtEl>
                                          <p:spTgt spid="97"/>
                                        </p:tgtEl>
                                        <p:attrNameLst>
                                          <p:attrName>ppt_x</p:attrName>
                                        </p:attrNameLst>
                                      </p:cBhvr>
                                      <p:tavLst>
                                        <p:tav tm="0">
                                          <p:val>
                                            <p:strVal val="#ppt_x"/>
                                          </p:val>
                                        </p:tav>
                                        <p:tav tm="100000">
                                          <p:val>
                                            <p:strVal val="#ppt_x"/>
                                          </p:val>
                                        </p:tav>
                                      </p:tavLst>
                                    </p:anim>
                                    <p:anim calcmode="lin" valueType="num">
                                      <p:cBhvr additive="base">
                                        <p:cTn id="52"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00"/>
                                        </p:tgtEl>
                                        <p:attrNameLst>
                                          <p:attrName>style.visibility</p:attrName>
                                        </p:attrNameLst>
                                      </p:cBhvr>
                                      <p:to>
                                        <p:strVal val="visible"/>
                                      </p:to>
                                    </p:set>
                                    <p:anim calcmode="lin" valueType="num">
                                      <p:cBhvr additive="base">
                                        <p:cTn id="57" dur="500" fill="hold"/>
                                        <p:tgtEl>
                                          <p:spTgt spid="100"/>
                                        </p:tgtEl>
                                        <p:attrNameLst>
                                          <p:attrName>ppt_x</p:attrName>
                                        </p:attrNameLst>
                                      </p:cBhvr>
                                      <p:tavLst>
                                        <p:tav tm="0">
                                          <p:val>
                                            <p:strVal val="#ppt_x"/>
                                          </p:val>
                                        </p:tav>
                                        <p:tav tm="100000">
                                          <p:val>
                                            <p:strVal val="#ppt_x"/>
                                          </p:val>
                                        </p:tav>
                                      </p:tavLst>
                                    </p:anim>
                                    <p:anim calcmode="lin" valueType="num">
                                      <p:cBhvr additive="base">
                                        <p:cTn id="58" dur="500" fill="hold"/>
                                        <p:tgtEl>
                                          <p:spTgt spid="100"/>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02"/>
                                        </p:tgtEl>
                                        <p:attrNameLst>
                                          <p:attrName>style.visibility</p:attrName>
                                        </p:attrNameLst>
                                      </p:cBhvr>
                                      <p:to>
                                        <p:strVal val="visible"/>
                                      </p:to>
                                    </p:set>
                                    <p:anim calcmode="lin" valueType="num">
                                      <p:cBhvr additive="base">
                                        <p:cTn id="61" dur="500" fill="hold"/>
                                        <p:tgtEl>
                                          <p:spTgt spid="102"/>
                                        </p:tgtEl>
                                        <p:attrNameLst>
                                          <p:attrName>ppt_x</p:attrName>
                                        </p:attrNameLst>
                                      </p:cBhvr>
                                      <p:tavLst>
                                        <p:tav tm="0">
                                          <p:val>
                                            <p:strVal val="#ppt_x"/>
                                          </p:val>
                                        </p:tav>
                                        <p:tav tm="100000">
                                          <p:val>
                                            <p:strVal val="#ppt_x"/>
                                          </p:val>
                                        </p:tav>
                                      </p:tavLst>
                                    </p:anim>
                                    <p:anim calcmode="lin" valueType="num">
                                      <p:cBhvr additive="base">
                                        <p:cTn id="62" dur="500" fill="hold"/>
                                        <p:tgtEl>
                                          <p:spTgt spid="102"/>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01"/>
                                        </p:tgtEl>
                                        <p:attrNameLst>
                                          <p:attrName>style.visibility</p:attrName>
                                        </p:attrNameLst>
                                      </p:cBhvr>
                                      <p:to>
                                        <p:strVal val="visible"/>
                                      </p:to>
                                    </p:set>
                                    <p:anim calcmode="lin" valueType="num">
                                      <p:cBhvr additive="base">
                                        <p:cTn id="65" dur="500" fill="hold"/>
                                        <p:tgtEl>
                                          <p:spTgt spid="101"/>
                                        </p:tgtEl>
                                        <p:attrNameLst>
                                          <p:attrName>ppt_x</p:attrName>
                                        </p:attrNameLst>
                                      </p:cBhvr>
                                      <p:tavLst>
                                        <p:tav tm="0">
                                          <p:val>
                                            <p:strVal val="#ppt_x"/>
                                          </p:val>
                                        </p:tav>
                                        <p:tav tm="100000">
                                          <p:val>
                                            <p:strVal val="#ppt_x"/>
                                          </p:val>
                                        </p:tav>
                                      </p:tavLst>
                                    </p:anim>
                                    <p:anim calcmode="lin" valueType="num">
                                      <p:cBhvr additive="base">
                                        <p:cTn id="66"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标题 1"/>
          <p:cNvSpPr>
            <a:spLocks noGrp="1"/>
          </p:cNvSpPr>
          <p:nvPr>
            <p:ph type="title"/>
          </p:nvPr>
        </p:nvSpPr>
        <p:spPr>
          <a:ln/>
        </p:spPr>
        <p:txBody>
          <a:bodyPr vert="horz" wrap="square" lIns="91440" tIns="45720" rIns="91440" bIns="45720" anchor="ctr"/>
          <a:lstStyle/>
          <a:p>
            <a:r>
              <a:rPr lang="en-US" altLang="zh-CN" dirty="0"/>
              <a:t>throws</a:t>
            </a:r>
            <a:r>
              <a:rPr lang="zh-CN" altLang="en-US" dirty="0"/>
              <a:t>关键字</a:t>
            </a:r>
            <a:endParaRPr/>
          </a:p>
        </p:txBody>
      </p:sp>
      <p:sp>
        <p:nvSpPr>
          <p:cNvPr id="105" name="内容占位符 2"/>
          <p:cNvSpPr>
            <a:spLocks noGrp="1"/>
          </p:cNvSpPr>
          <p:nvPr>
            <p:ph idx="1"/>
          </p:nvPr>
        </p:nvSpPr>
        <p:spPr>
          <a:xfrm>
            <a:off x="423372" y="1340768"/>
            <a:ext cx="8229600" cy="4733925"/>
          </a:xfrm>
          <a:ln/>
        </p:spPr>
        <p:txBody>
          <a:bodyPr vert="horz" wrap="square" lIns="91440" tIns="45720" rIns="91440" bIns="45720" anchor="t"/>
          <a:lstStyle/>
          <a:p>
            <a:pPr marL="0" indent="0">
              <a:buNone/>
            </a:pPr>
            <a:r>
              <a:rPr lang="en-US" altLang="zh-CN" dirty="0"/>
              <a:t>[</a:t>
            </a:r>
            <a:r>
              <a:rPr lang="zh-CN" altLang="en-US" dirty="0"/>
              <a:t>修饰符</a:t>
            </a:r>
            <a:r>
              <a:rPr lang="en-US" altLang="zh-CN" dirty="0"/>
              <a:t>]</a:t>
            </a:r>
            <a:r>
              <a:rPr lang="zh-CN" altLang="en-US" dirty="0"/>
              <a:t>返回类型方法名（参数表）</a:t>
            </a:r>
            <a:r>
              <a:rPr lang="en-US" altLang="zh-CN" dirty="0"/>
              <a:t>throws</a:t>
            </a:r>
            <a:endParaRPr/>
          </a:p>
          <a:p>
            <a:pPr marL="0" indent="0">
              <a:buNone/>
            </a:pPr>
            <a:r>
              <a:rPr lang="en-US" altLang="zh-CN" dirty="0"/>
              <a:t> </a:t>
            </a:r>
            <a:r>
              <a:rPr lang="zh-CN" altLang="en-US" dirty="0"/>
              <a:t>异常类名表</a:t>
            </a:r>
            <a:endParaRPr/>
          </a:p>
          <a:p>
            <a:pPr marL="0" indent="0">
              <a:buNone/>
            </a:pPr>
            <a:r>
              <a:rPr lang="zh-CN" altLang="en-US" dirty="0"/>
              <a:t>    </a:t>
            </a:r>
            <a:r>
              <a:rPr lang="en-US" altLang="zh-CN" dirty="0"/>
              <a:t>{</a:t>
            </a:r>
            <a:endParaRPr/>
          </a:p>
          <a:p>
            <a:pPr marL="0" indent="0">
              <a:buNone/>
            </a:pPr>
            <a:r>
              <a:rPr lang="en-US" altLang="zh-CN" dirty="0"/>
              <a:t>            …</a:t>
            </a:r>
            <a:endParaRPr lang="zh-CN" altLang="en-US" dirty="0"/>
          </a:p>
          <a:p>
            <a:pPr marL="0" indent="0">
              <a:buNone/>
            </a:pPr>
            <a:r>
              <a:rPr lang="zh-CN" altLang="en-US" dirty="0"/>
              <a:t>            </a:t>
            </a:r>
            <a:r>
              <a:rPr lang="en-US" altLang="zh-CN" dirty="0"/>
              <a:t>…</a:t>
            </a:r>
            <a:endParaRPr/>
          </a:p>
          <a:p>
            <a:pPr marL="0" indent="0">
              <a:buNone/>
            </a:pPr>
            <a:r>
              <a:rPr lang="en-US" altLang="zh-CN" dirty="0"/>
              <a:t>    }</a:t>
            </a:r>
            <a:endParaRPr/>
          </a:p>
          <a:p>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标题 1"/>
          <p:cNvSpPr>
            <a:spLocks noGrp="1"/>
          </p:cNvSpPr>
          <p:nvPr>
            <p:ph type="title"/>
          </p:nvPr>
        </p:nvSpPr>
        <p:spPr>
          <a:ln/>
        </p:spPr>
        <p:txBody>
          <a:bodyPr vert="horz" wrap="square" lIns="91440" tIns="45720" rIns="91440" bIns="45720" anchor="ctr"/>
          <a:lstStyle/>
          <a:p>
            <a:r>
              <a:rPr lang="en-US" altLang="zh-CN" dirty="0"/>
              <a:t>throws</a:t>
            </a:r>
            <a:r>
              <a:rPr lang="zh-CN" altLang="en-US" dirty="0"/>
              <a:t>关键字举例</a:t>
            </a:r>
            <a:endParaRPr/>
          </a:p>
        </p:txBody>
      </p:sp>
      <p:sp>
        <p:nvSpPr>
          <p:cNvPr id="108" name="AutoShape 16"/>
          <p:cNvSpPr/>
          <p:nvPr/>
        </p:nvSpPr>
        <p:spPr>
          <a:xfrm>
            <a:off x="484937" y="2051328"/>
            <a:ext cx="8208912" cy="2755344"/>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Class   </a:t>
            </a:r>
            <a:r>
              <a:rPr lang="en-US" altLang="zh-CN" sz="2400" b="1" dirty="0" err="1">
                <a:solidFill>
                  <a:srgbClr val="003300"/>
                </a:solidFill>
                <a:ea typeface="黑体" panose="02010609060101010101" pitchFamily="2" charset="-122"/>
              </a:rPr>
              <a:t>MathAPP</a:t>
            </a:r>
            <a:r>
              <a:rPr lang="en-US" altLang="zh-CN" sz="2400" b="1" dirty="0">
                <a:solidFill>
                  <a:srgbClr val="003300"/>
                </a:solidFill>
                <a:ea typeface="黑体" panose="02010609060101010101" pitchFamily="2" charset="-122"/>
              </a:rPr>
              <a:t>{</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public  static int divide(int x, int y) throws Exception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int result = x / y;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return result;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标题 1"/>
          <p:cNvSpPr>
            <a:spLocks noGrp="1"/>
          </p:cNvSpPr>
          <p:nvPr>
            <p:ph type="title"/>
          </p:nvPr>
        </p:nvSpPr>
        <p:spPr>
          <a:ln/>
        </p:spPr>
        <p:txBody>
          <a:bodyPr vert="horz" wrap="square" lIns="91440" tIns="45720" rIns="91440" bIns="45720" anchor="ctr"/>
          <a:lstStyle/>
          <a:p>
            <a:r>
              <a:rPr lang="en-US" altLang="zh-CN" dirty="0"/>
              <a:t>throws</a:t>
            </a:r>
            <a:r>
              <a:rPr lang="zh-CN" altLang="en-US" dirty="0"/>
              <a:t>关键字举例续</a:t>
            </a:r>
            <a:endParaRPr/>
          </a:p>
        </p:txBody>
      </p:sp>
      <p:sp>
        <p:nvSpPr>
          <p:cNvPr id="111" name="AutoShape 16"/>
          <p:cNvSpPr/>
          <p:nvPr/>
        </p:nvSpPr>
        <p:spPr>
          <a:xfrm>
            <a:off x="179512" y="4102656"/>
            <a:ext cx="8208912" cy="2755344"/>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Class   </a:t>
            </a:r>
            <a:r>
              <a:rPr lang="en-US" altLang="zh-CN" sz="2400" b="1" dirty="0" err="1">
                <a:solidFill>
                  <a:srgbClr val="003300"/>
                </a:solidFill>
                <a:ea typeface="黑体" panose="02010609060101010101" pitchFamily="2" charset="-122"/>
              </a:rPr>
              <a:t>Div</a:t>
            </a:r>
            <a:r>
              <a:rPr lang="en-US" altLang="zh-CN" sz="2400" b="1" dirty="0">
                <a:solidFill>
                  <a:srgbClr val="003300"/>
                </a:solidFill>
                <a:ea typeface="黑体" panose="02010609060101010101" pitchFamily="2" charset="-122"/>
              </a:rPr>
              <a:t>{</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public static int divide(int x, int y) throws Exception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int result = x / y;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return result;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p:txBody>
      </p:sp>
      <p:sp>
        <p:nvSpPr>
          <p:cNvPr id="112" name="AutoShape 16"/>
          <p:cNvSpPr/>
          <p:nvPr/>
        </p:nvSpPr>
        <p:spPr>
          <a:xfrm>
            <a:off x="179512" y="1340768"/>
            <a:ext cx="8208912" cy="2679335"/>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Public  Class   </a:t>
            </a:r>
            <a:r>
              <a:rPr lang="en-US" altLang="zh-CN" sz="2400" b="1" dirty="0" err="1">
                <a:solidFill>
                  <a:srgbClr val="003300"/>
                </a:solidFill>
                <a:ea typeface="黑体" panose="02010609060101010101" pitchFamily="2" charset="-122"/>
              </a:rPr>
              <a:t>ThrowsException</a:t>
            </a:r>
            <a:r>
              <a:rPr lang="en-US" altLang="zh-CN" sz="2400" b="1" dirty="0">
                <a:solidFill>
                  <a:srgbClr val="003300"/>
                </a:solidFill>
                <a:ea typeface="黑体" panose="02010609060101010101" pitchFamily="2" charset="-122"/>
              </a:rPr>
              <a:t>{</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public static void main(String[] </a:t>
            </a:r>
            <a:r>
              <a:rPr lang="en-US" altLang="zh-CN" sz="2400" b="1" dirty="0" err="1">
                <a:solidFill>
                  <a:srgbClr val="003300"/>
                </a:solidFill>
                <a:ea typeface="黑体" panose="02010609060101010101" pitchFamily="2" charset="-122"/>
              </a:rPr>
              <a:t>args</a:t>
            </a: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FF0000"/>
                </a:solidFill>
                <a:ea typeface="黑体" panose="02010609060101010101" pitchFamily="2" charset="-122"/>
              </a:rPr>
              <a:t>     int result = </a:t>
            </a:r>
            <a:r>
              <a:rPr lang="en-US" altLang="zh-CN" sz="2400" b="1" dirty="0" err="1">
                <a:solidFill>
                  <a:srgbClr val="FF0000"/>
                </a:solidFill>
                <a:ea typeface="黑体" panose="02010609060101010101" pitchFamily="2" charset="-122"/>
              </a:rPr>
              <a:t>Div.divide</a:t>
            </a:r>
            <a:r>
              <a:rPr lang="en-US" altLang="zh-CN" sz="2400" b="1" dirty="0">
                <a:solidFill>
                  <a:srgbClr val="FF0000"/>
                </a:solidFill>
                <a:ea typeface="黑体" panose="02010609060101010101" pitchFamily="2" charset="-122"/>
              </a:rPr>
              <a:t>(4, 2)  </a:t>
            </a:r>
            <a:r>
              <a:rPr lang="zh-CN" altLang="en-US" sz="2400" b="1" dirty="0">
                <a:solidFill>
                  <a:srgbClr val="FF0000"/>
                </a:solidFill>
                <a:ea typeface="黑体" panose="02010609060101010101" pitchFamily="2" charset="-122"/>
              </a:rPr>
              <a:t>；</a:t>
            </a:r>
            <a:r>
              <a:rPr lang="en-US" altLang="zh-CN" sz="2400" b="1" dirty="0">
                <a:solidFill>
                  <a:srgbClr val="FF0000"/>
                </a:solidFill>
                <a:ea typeface="黑体" panose="02010609060101010101" pitchFamily="2" charset="-122"/>
              </a:rPr>
              <a:t>       </a:t>
            </a:r>
            <a:r>
              <a:rPr lang="en-US" altLang="zh-CN" sz="2400" b="1" dirty="0" err="1">
                <a:solidFill>
                  <a:srgbClr val="003300"/>
                </a:solidFill>
                <a:ea typeface="黑体" panose="02010609060101010101" pitchFamily="2" charset="-122"/>
              </a:rPr>
              <a:t>System.out.println</a:t>
            </a:r>
            <a:r>
              <a:rPr lang="en-US" altLang="zh-CN" sz="2400" b="1" dirty="0">
                <a:solidFill>
                  <a:srgbClr val="003300"/>
                </a:solidFill>
                <a:ea typeface="黑体" panose="02010609060101010101" pitchFamily="2" charset="-122"/>
              </a:rPr>
              <a:t>(result);</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p:txBody>
      </p:sp>
      <p:sp>
        <p:nvSpPr>
          <p:cNvPr id="113" name="矩形 4"/>
          <p:cNvSpPr/>
          <p:nvPr/>
        </p:nvSpPr>
        <p:spPr>
          <a:xfrm>
            <a:off x="5436096" y="2132856"/>
            <a:ext cx="646332" cy="923330"/>
          </a:xfrm>
          <a:prstGeom prst="rect">
            <a:avLst/>
          </a:prstGeom>
          <a:noFill/>
        </p:spPr>
        <p:txBody>
          <a:bodyPr wrap="none" lIns="91440" tIns="45720" rIns="91440" bIns="45720">
            <a:spAutoFit/>
          </a:bodyPr>
          <a:lstStyle/>
          <a:p>
            <a:pPr algn="ctr"/>
            <a:r>
              <a:rPr lang="en-US" altLang="zh-CN" sz="5400" b="1" cap="none" spc="0" dirty="0">
                <a:ln w="22225">
                  <a:solidFill>
                    <a:schemeClr val="accent2"/>
                  </a:solidFill>
                  <a:prstDash val="solid"/>
                </a:ln>
                <a:solidFill>
                  <a:srgbClr val="FF0000"/>
                </a:solidFill>
                <a:effectLst/>
              </a:rPr>
              <a:t>X</a:t>
            </a:r>
            <a:endParaRPr lang="zh-CN" altLang="en-US" sz="5400" b="1" cap="none" spc="0" dirty="0">
              <a:ln w="22225">
                <a:solidFill>
                  <a:schemeClr val="accent2"/>
                </a:solidFill>
                <a:prstDash val="solid"/>
              </a:ln>
              <a:solidFill>
                <a:srgbClr val="FF000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 calcmode="lin" valueType="num">
                                      <p:cBhvr additive="base">
                                        <p:cTn id="7" dur="500" fill="hold"/>
                                        <p:tgtEl>
                                          <p:spTgt spid="112"/>
                                        </p:tgtEl>
                                        <p:attrNameLst>
                                          <p:attrName>ppt_x</p:attrName>
                                        </p:attrNameLst>
                                      </p:cBhvr>
                                      <p:tavLst>
                                        <p:tav tm="0">
                                          <p:val>
                                            <p:strVal val="#ppt_x"/>
                                          </p:val>
                                        </p:tav>
                                        <p:tav tm="100000">
                                          <p:val>
                                            <p:strVal val="#ppt_x"/>
                                          </p:val>
                                        </p:tav>
                                      </p:tavLst>
                                    </p:anim>
                                    <p:anim calcmode="lin" valueType="num">
                                      <p:cBhvr additive="base">
                                        <p:cTn id="8"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1"/>
                                        </p:tgtEl>
                                        <p:attrNameLst>
                                          <p:attrName>style.visibility</p:attrName>
                                        </p:attrNameLst>
                                      </p:cBhvr>
                                      <p:to>
                                        <p:strVal val="visible"/>
                                      </p:to>
                                    </p:set>
                                    <p:anim calcmode="lin" valueType="num">
                                      <p:cBhvr additive="base">
                                        <p:cTn id="13" dur="500" fill="hold"/>
                                        <p:tgtEl>
                                          <p:spTgt spid="111"/>
                                        </p:tgtEl>
                                        <p:attrNameLst>
                                          <p:attrName>ppt_x</p:attrName>
                                        </p:attrNameLst>
                                      </p:cBhvr>
                                      <p:tavLst>
                                        <p:tav tm="0">
                                          <p:val>
                                            <p:strVal val="#ppt_x"/>
                                          </p:val>
                                        </p:tav>
                                        <p:tav tm="100000">
                                          <p:val>
                                            <p:strVal val="#ppt_x"/>
                                          </p:val>
                                        </p:tav>
                                      </p:tavLst>
                                    </p:anim>
                                    <p:anim calcmode="lin" valueType="num">
                                      <p:cBhvr additive="base">
                                        <p:cTn id="14"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3"/>
                                        </p:tgtEl>
                                        <p:attrNameLst>
                                          <p:attrName>style.visibility</p:attrName>
                                        </p:attrNameLst>
                                      </p:cBhvr>
                                      <p:to>
                                        <p:strVal val="visible"/>
                                      </p:to>
                                    </p:set>
                                    <p:anim calcmode="lin" valueType="num">
                                      <p:cBhvr additive="base">
                                        <p:cTn id="19" dur="500" fill="hold"/>
                                        <p:tgtEl>
                                          <p:spTgt spid="113"/>
                                        </p:tgtEl>
                                        <p:attrNameLst>
                                          <p:attrName>ppt_x</p:attrName>
                                        </p:attrNameLst>
                                      </p:cBhvr>
                                      <p:tavLst>
                                        <p:tav tm="0">
                                          <p:val>
                                            <p:strVal val="#ppt_x"/>
                                          </p:val>
                                        </p:tav>
                                        <p:tav tm="100000">
                                          <p:val>
                                            <p:strVal val="#ppt_x"/>
                                          </p:val>
                                        </p:tav>
                                      </p:tavLst>
                                    </p:anim>
                                    <p:anim calcmode="lin" valueType="num">
                                      <p:cBhvr additive="base">
                                        <p:cTn id="20"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标题 1"/>
          <p:cNvSpPr>
            <a:spLocks noGrp="1"/>
          </p:cNvSpPr>
          <p:nvPr>
            <p:ph type="title"/>
          </p:nvPr>
        </p:nvSpPr>
        <p:spPr>
          <a:ln/>
        </p:spPr>
        <p:txBody>
          <a:bodyPr vert="horz" wrap="square" lIns="91440" tIns="45720" rIns="91440" bIns="45720" anchor="ctr"/>
          <a:lstStyle/>
          <a:p>
            <a:r>
              <a:rPr lang="en-US" altLang="zh-CN" dirty="0"/>
              <a:t>throws</a:t>
            </a:r>
            <a:r>
              <a:rPr lang="zh-CN" altLang="en-US" dirty="0"/>
              <a:t>关键字举例续</a:t>
            </a:r>
            <a:endParaRPr/>
          </a:p>
        </p:txBody>
      </p:sp>
      <p:sp>
        <p:nvSpPr>
          <p:cNvPr id="116" name="AutoShape 16"/>
          <p:cNvSpPr/>
          <p:nvPr/>
        </p:nvSpPr>
        <p:spPr>
          <a:xfrm>
            <a:off x="179512" y="1340768"/>
            <a:ext cx="8136904" cy="4503563"/>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Public  Class   </a:t>
            </a:r>
            <a:r>
              <a:rPr kumimoji="0" lang="en-US" altLang="zh-CN" sz="2400" b="1" i="0" u="none" strike="noStrike" kern="1200" cap="none" spc="0" normalizeH="0" baseline="0" noProof="0" dirty="0" err="1">
                <a:ln>
                  <a:noFill/>
                </a:ln>
                <a:solidFill>
                  <a:srgbClr val="003300"/>
                </a:solidFill>
                <a:effectLst/>
                <a:uLnTx/>
                <a:uFillTx/>
                <a:latin typeface="Arial"/>
                <a:ea typeface="黑体" panose="02010609060101010101" pitchFamily="2" charset="-122"/>
                <a:cs typeface="+mn-cs"/>
              </a:rPr>
              <a:t>ThrowsException</a:t>
            </a: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public static void main(String[] </a:t>
            </a:r>
            <a:r>
              <a:rPr kumimoji="0" lang="en-US" altLang="zh-CN" sz="2400" b="1" i="0" u="none" strike="noStrike" kern="1200" cap="none" spc="0" normalizeH="0" baseline="0" noProof="0" dirty="0" err="1">
                <a:ln>
                  <a:noFill/>
                </a:ln>
                <a:solidFill>
                  <a:srgbClr val="003300"/>
                </a:solidFill>
                <a:effectLst/>
                <a:uLnTx/>
                <a:uFillTx/>
                <a:latin typeface="Arial"/>
                <a:ea typeface="黑体" panose="02010609060101010101" pitchFamily="2" charset="-122"/>
                <a:cs typeface="+mn-cs"/>
              </a:rPr>
              <a:t>args</a:t>
            </a: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endParaRPr/>
          </a:p>
          <a:p>
            <a:pPr marL="0" lvl="0" indent="0" eaLnBrk="1" fontAlgn="b" hangingPunct="1">
              <a:buClr>
                <a:srgbClr val="DD693B"/>
              </a:buClr>
              <a:buSzPct val="60000"/>
              <a:buNone/>
            </a:pPr>
            <a:r>
              <a:rPr lang="en-US" altLang="zh-CN" sz="2400" b="1" dirty="0">
                <a:solidFill>
                  <a:srgbClr val="FF0000"/>
                </a:solidFill>
                <a:ea typeface="黑体" panose="02010609060101010101" pitchFamily="2" charset="-122"/>
              </a:rPr>
              <a:t>      try {</a:t>
            </a:r>
            <a:endParaRPr/>
          </a:p>
          <a:p>
            <a:pPr marL="0" lvl="0" indent="0" eaLnBrk="1" fontAlgn="b" hangingPunct="1">
              <a:buClr>
                <a:srgbClr val="DD693B"/>
              </a:buClr>
              <a:buSzPct val="60000"/>
              <a:buNone/>
            </a:pPr>
            <a:r>
              <a:rPr lang="en-US" altLang="zh-CN" sz="2400" b="1" dirty="0">
                <a:solidFill>
                  <a:srgbClr val="FF0000"/>
                </a:solidFill>
                <a:ea typeface="黑体" panose="02010609060101010101" pitchFamily="2" charset="-122"/>
              </a:rPr>
              <a:t>          </a:t>
            </a:r>
            <a:r>
              <a:rPr lang="en-US" altLang="zh-CN" sz="2400" b="1" dirty="0">
                <a:solidFill>
                  <a:schemeClr val="tx2">
                    <a:lumMod val="60000"/>
                    <a:lumOff val="40000"/>
                  </a:schemeClr>
                </a:solidFill>
                <a:ea typeface="黑体" panose="02010609060101010101" pitchFamily="2" charset="-122"/>
              </a:rPr>
              <a:t>int </a:t>
            </a:r>
            <a:r>
              <a:rPr kumimoji="0" lang="en-US" altLang="zh-CN" sz="2400" b="1" i="0" u="none" strike="noStrike" kern="1200" cap="none" spc="0" normalizeH="0" baseline="0" noProof="0" dirty="0">
                <a:ln>
                  <a:noFill/>
                </a:ln>
                <a:solidFill>
                  <a:schemeClr val="tx2">
                    <a:lumMod val="60000"/>
                    <a:lumOff val="40000"/>
                  </a:schemeClr>
                </a:solidFill>
                <a:effectLst/>
                <a:uLnTx/>
                <a:uFillTx/>
                <a:latin typeface="Arial"/>
                <a:ea typeface="黑体" panose="02010609060101010101" pitchFamily="2" charset="-122"/>
                <a:cs typeface="+mn-cs"/>
              </a:rPr>
              <a:t>result = </a:t>
            </a:r>
            <a:r>
              <a:rPr kumimoji="0" lang="en-US" altLang="zh-CN" sz="2400" b="1" i="0" u="none" strike="noStrike" kern="1200" cap="none" spc="0" normalizeH="0" baseline="0" noProof="0" dirty="0" err="1">
                <a:ln>
                  <a:noFill/>
                </a:ln>
                <a:solidFill>
                  <a:schemeClr val="tx2">
                    <a:lumMod val="60000"/>
                    <a:lumOff val="40000"/>
                  </a:schemeClr>
                </a:solidFill>
                <a:effectLst/>
                <a:uLnTx/>
                <a:uFillTx/>
                <a:latin typeface="Arial"/>
                <a:ea typeface="黑体" panose="02010609060101010101" pitchFamily="2" charset="-122"/>
                <a:cs typeface="+mn-cs"/>
              </a:rPr>
              <a:t>Div.divide</a:t>
            </a:r>
            <a:r>
              <a:rPr kumimoji="0" lang="en-US" altLang="zh-CN" sz="2400" b="1" i="0" u="none" strike="noStrike" kern="1200" cap="none" spc="0" normalizeH="0" baseline="0" noProof="0" dirty="0">
                <a:ln>
                  <a:noFill/>
                </a:ln>
                <a:solidFill>
                  <a:schemeClr val="tx2">
                    <a:lumMod val="60000"/>
                    <a:lumOff val="40000"/>
                  </a:schemeClr>
                </a:solidFill>
                <a:effectLst/>
                <a:uLnTx/>
                <a:uFillTx/>
                <a:latin typeface="Arial"/>
                <a:ea typeface="黑体" panose="02010609060101010101" pitchFamily="2" charset="-122"/>
                <a:cs typeface="+mn-cs"/>
              </a:rPr>
              <a:t>(4, 2)  </a:t>
            </a:r>
            <a:r>
              <a:rPr kumimoji="0" lang="zh-CN" altLang="en-US" sz="2400" b="1" i="0" u="none" strike="noStrike" kern="1200" cap="none" spc="0" normalizeH="0" baseline="0" noProof="0" dirty="0">
                <a:ln>
                  <a:noFill/>
                </a:ln>
                <a:solidFill>
                  <a:schemeClr val="tx2">
                    <a:lumMod val="60000"/>
                    <a:lumOff val="40000"/>
                  </a:schemeClr>
                </a:solidFill>
                <a:effectLst/>
                <a:uLnTx/>
                <a:uFillTx/>
                <a:latin typeface="Arial"/>
                <a:ea typeface="黑体" panose="02010609060101010101" pitchFamily="2" charset="-122"/>
                <a:cs typeface="+mn-cs"/>
              </a:rPr>
              <a:t>；</a:t>
            </a:r>
            <a:r>
              <a:rPr kumimoji="0" lang="en-US" altLang="zh-CN" sz="2400" b="1" i="0" u="none" strike="noStrike" kern="1200" cap="none" spc="0" normalizeH="0" baseline="0" noProof="0" dirty="0">
                <a:ln>
                  <a:noFill/>
                </a:ln>
                <a:solidFill>
                  <a:schemeClr val="tx2">
                    <a:lumMod val="60000"/>
                    <a:lumOff val="40000"/>
                  </a:schemeClr>
                </a:solidFill>
                <a:effectLst/>
                <a:uLnTx/>
                <a:uFillTx/>
                <a:latin typeface="Arial"/>
                <a:ea typeface="黑体" panose="02010609060101010101" pitchFamily="2" charset="-122"/>
                <a:cs typeface="+mn-cs"/>
              </a:rPr>
              <a:t>                </a:t>
            </a:r>
            <a:r>
              <a:rPr kumimoji="0" lang="en-US" altLang="zh-CN" sz="2400" b="1" i="0" u="none" strike="noStrike" kern="1200" cap="none" spc="0" normalizeH="0" baseline="0" noProof="0" dirty="0" err="1">
                <a:ln>
                  <a:noFill/>
                </a:ln>
                <a:solidFill>
                  <a:srgbClr val="003300"/>
                </a:solidFill>
                <a:effectLst/>
                <a:uLnTx/>
                <a:uFillTx/>
                <a:latin typeface="Arial"/>
                <a:ea typeface="黑体" panose="02010609060101010101" pitchFamily="2" charset="-122"/>
                <a:cs typeface="+mn-cs"/>
              </a:rPr>
              <a:t>System.out.println</a:t>
            </a: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(result);</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a:p>
            <a:pPr marL="0" lvl="0" indent="0" eaLnBrk="1" fontAlgn="b" hangingPunct="1">
              <a:buClr>
                <a:srgbClr val="DD693B"/>
              </a:buClr>
              <a:buSzPct val="60000"/>
              <a:buNone/>
            </a:pPr>
            <a:r>
              <a:rPr lang="en-US" altLang="zh-CN" sz="2400" b="1" dirty="0">
                <a:solidFill>
                  <a:srgbClr val="003300"/>
                </a:solidFill>
                <a:ea typeface="黑体" panose="02010609060101010101" pitchFamily="2" charset="-122"/>
              </a:rPr>
              <a:t> } </a:t>
            </a:r>
            <a:r>
              <a:rPr lang="en-US" altLang="zh-CN" sz="2400" b="1" dirty="0">
                <a:solidFill>
                  <a:srgbClr val="FF0000"/>
                </a:solidFill>
                <a:ea typeface="黑体" panose="02010609060101010101" pitchFamily="2" charset="-122"/>
              </a:rPr>
              <a:t>catch</a:t>
            </a:r>
            <a:r>
              <a:rPr lang="en-US" altLang="zh-CN" sz="2400" b="1" dirty="0">
                <a:solidFill>
                  <a:srgbClr val="003300"/>
                </a:solidFill>
                <a:ea typeface="黑体" panose="02010609060101010101" pitchFamily="2" charset="-122"/>
              </a:rPr>
              <a:t> (Exception e) {           </a:t>
            </a:r>
            <a:endParaRPr lang="zh-CN" altLang="en-US" sz="2400" b="1" dirty="0">
              <a:solidFill>
                <a:srgbClr val="003300"/>
              </a:solidFill>
              <a:ea typeface="黑体" panose="02010609060101010101" pitchFamily="2" charset="-122"/>
            </a:endParaRPr>
          </a:p>
          <a:p>
            <a:pPr marL="0" lvl="0" indent="0" eaLnBrk="1" fontAlgn="b" hangingPunct="1">
              <a:buClr>
                <a:srgbClr val="DD693B"/>
              </a:buClr>
              <a:buSzPct val="60000"/>
              <a:buNone/>
            </a:pPr>
            <a:r>
              <a:rPr lang="zh-CN" altLang="en-US" sz="2400" b="1" dirty="0">
                <a:solidFill>
                  <a:srgbClr val="003300"/>
                </a:solidFill>
                <a:ea typeface="黑体" panose="02010609060101010101" pitchFamily="2" charset="-122"/>
              </a:rPr>
              <a:t>        </a:t>
            </a:r>
            <a:r>
              <a:rPr lang="en-US" altLang="zh-CN" sz="2400" b="1" dirty="0" err="1">
                <a:solidFill>
                  <a:srgbClr val="003300"/>
                </a:solidFill>
                <a:ea typeface="黑体" panose="02010609060101010101" pitchFamily="2" charset="-122"/>
              </a:rPr>
              <a:t>e.printStackTrace</a:t>
            </a:r>
            <a:r>
              <a:rPr lang="en-US" altLang="zh-CN" sz="2400" b="1" dirty="0">
                <a:solidFill>
                  <a:srgbClr val="003300"/>
                </a:solidFill>
                <a:ea typeface="黑体" panose="02010609060101010101" pitchFamily="2" charset="-122"/>
              </a:rPr>
              <a:t>(); }</a:t>
            </a:r>
            <a:endParaRPr/>
          </a:p>
          <a:p>
            <a:pPr marL="0" lvl="0" indent="0" eaLnBrk="1" fontAlgn="b" hangingPunct="1">
              <a:buClr>
                <a:srgbClr val="DD693B"/>
              </a:buClr>
              <a:buSzPct val="60000"/>
              <a:buNone/>
            </a:pPr>
            <a:r>
              <a:rPr lang="en-US" altLang="zh-CN" sz="2400" b="1" dirty="0">
                <a:solidFill>
                  <a:srgbClr val="003300"/>
                </a:solidFill>
                <a:ea typeface="黑体" panose="02010609060101010101" pitchFamily="2" charset="-122"/>
              </a:rPr>
              <a:t>    }</a:t>
            </a:r>
            <a:endPar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4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additive="base">
                                        <p:cTn id="7" dur="500" fill="hold"/>
                                        <p:tgtEl>
                                          <p:spTgt spid="116"/>
                                        </p:tgtEl>
                                        <p:attrNameLst>
                                          <p:attrName>ppt_x</p:attrName>
                                        </p:attrNameLst>
                                      </p:cBhvr>
                                      <p:tavLst>
                                        <p:tav tm="0">
                                          <p:val>
                                            <p:strVal val="#ppt_x"/>
                                          </p:val>
                                        </p:tav>
                                        <p:tav tm="100000">
                                          <p:val>
                                            <p:strVal val="#ppt_x"/>
                                          </p:val>
                                        </p:tav>
                                      </p:tavLst>
                                    </p:anim>
                                    <p:anim calcmode="lin" valueType="num">
                                      <p:cBhvr additive="base">
                                        <p:cTn id="8"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标题 1"/>
          <p:cNvSpPr>
            <a:spLocks noGrp="1"/>
          </p:cNvSpPr>
          <p:nvPr>
            <p:ph type="title"/>
          </p:nvPr>
        </p:nvSpPr>
        <p:spPr>
          <a:ln/>
        </p:spPr>
        <p:txBody>
          <a:bodyPr vert="horz" wrap="square" lIns="91440" tIns="45720" rIns="91440" bIns="45720" anchor="ctr"/>
          <a:lstStyle/>
          <a:p>
            <a:r>
              <a:rPr lang="en-US" altLang="zh-CN" dirty="0"/>
              <a:t>throw</a:t>
            </a:r>
            <a:r>
              <a:rPr lang="zh-CN" altLang="en-US" dirty="0"/>
              <a:t>关键字</a:t>
            </a:r>
            <a:endParaRPr/>
          </a:p>
        </p:txBody>
      </p:sp>
      <p:sp>
        <p:nvSpPr>
          <p:cNvPr id="119" name="内容占位符 2"/>
          <p:cNvSpPr>
            <a:spLocks noGrp="1"/>
          </p:cNvSpPr>
          <p:nvPr>
            <p:ph idx="1"/>
          </p:nvPr>
        </p:nvSpPr>
        <p:spPr>
          <a:xfrm>
            <a:off x="423372" y="1340768"/>
            <a:ext cx="8229600" cy="4733925"/>
          </a:xfrm>
          <a:ln/>
        </p:spPr>
        <p:txBody>
          <a:bodyPr vert="horz" wrap="square" lIns="91440" tIns="45720" rIns="91440" bIns="45720" anchor="t"/>
          <a:lstStyle/>
          <a:p>
            <a:pPr marL="0" indent="0">
              <a:buNone/>
            </a:pPr>
            <a:r>
              <a:rPr lang="en-US" altLang="zh-CN" dirty="0"/>
              <a:t>[</a:t>
            </a:r>
            <a:r>
              <a:rPr lang="zh-CN" altLang="en-US" dirty="0"/>
              <a:t>修饰符</a:t>
            </a:r>
            <a:r>
              <a:rPr lang="en-US" altLang="zh-CN" dirty="0"/>
              <a:t>]</a:t>
            </a:r>
            <a:r>
              <a:rPr lang="zh-CN" altLang="en-US" dirty="0"/>
              <a:t>返回类型方法名（参数表）</a:t>
            </a:r>
            <a:r>
              <a:rPr lang="en-US" altLang="zh-CN" dirty="0"/>
              <a:t>throws</a:t>
            </a:r>
            <a:endParaRPr/>
          </a:p>
          <a:p>
            <a:pPr marL="0" indent="0">
              <a:buNone/>
            </a:pPr>
            <a:r>
              <a:rPr lang="en-US" altLang="zh-CN" dirty="0"/>
              <a:t> </a:t>
            </a:r>
            <a:r>
              <a:rPr lang="zh-CN" altLang="en-US" dirty="0"/>
              <a:t>异常类名表</a:t>
            </a:r>
            <a:endParaRPr/>
          </a:p>
          <a:p>
            <a:pPr marL="0" indent="0">
              <a:buNone/>
            </a:pPr>
            <a:r>
              <a:rPr lang="zh-CN" altLang="en-US" dirty="0"/>
              <a:t>    </a:t>
            </a:r>
            <a:r>
              <a:rPr lang="en-US" altLang="zh-CN" dirty="0"/>
              <a:t>{</a:t>
            </a:r>
            <a:endParaRPr/>
          </a:p>
          <a:p>
            <a:pPr marL="0" indent="0">
              <a:buNone/>
            </a:pPr>
            <a:r>
              <a:rPr lang="en-US" altLang="zh-CN" dirty="0"/>
              <a:t>            …</a:t>
            </a:r>
            <a:r>
              <a:rPr lang="en-US" altLang="zh-CN" dirty="0">
                <a:solidFill>
                  <a:schemeClr val="tx2">
                    <a:lumMod val="60000"/>
                    <a:lumOff val="40000"/>
                  </a:schemeClr>
                </a:solidFill>
              </a:rPr>
              <a:t>throw   </a:t>
            </a:r>
            <a:r>
              <a:rPr lang="zh-CN" altLang="en-US" dirty="0">
                <a:solidFill>
                  <a:schemeClr val="tx2">
                    <a:lumMod val="60000"/>
                    <a:lumOff val="40000"/>
                  </a:schemeClr>
                </a:solidFill>
              </a:rPr>
              <a:t>异常对象；</a:t>
            </a:r>
            <a:endParaRPr/>
          </a:p>
          <a:p>
            <a:pPr marL="0" indent="0">
              <a:buNone/>
            </a:pPr>
            <a:r>
              <a:rPr lang="zh-CN" altLang="en-US" dirty="0"/>
              <a:t>            </a:t>
            </a:r>
            <a:r>
              <a:rPr lang="en-US" altLang="zh-CN" dirty="0"/>
              <a:t>…</a:t>
            </a:r>
            <a:endParaRPr/>
          </a:p>
          <a:p>
            <a:pPr marL="0" indent="0">
              <a:buNone/>
            </a:pPr>
            <a:r>
              <a:rPr lang="en-US" altLang="zh-CN" dirty="0"/>
              <a:t>    }</a:t>
            </a:r>
            <a:endParaRPr/>
          </a:p>
          <a:p>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Rectangle 3"/>
          <p:cNvSpPr>
            <a:spLocks noGrp="1"/>
          </p:cNvSpPr>
          <p:nvPr>
            <p:ph type="title"/>
          </p:nvPr>
        </p:nvSpPr>
        <p:spPr>
          <a:xfrm>
            <a:off x="179512" y="404466"/>
            <a:ext cx="7905750" cy="576262"/>
          </a:xfrm>
          <a:ln/>
        </p:spPr>
        <p:txBody>
          <a:bodyPr vert="horz" wrap="square" lIns="91440" tIns="45720" rIns="91440" bIns="45720" anchor="ctr"/>
          <a:lstStyle/>
          <a:p>
            <a:pPr eaLnBrk="1" hangingPunct="1"/>
            <a:r>
              <a:rPr lang="zh-CN" altLang="en-US" dirty="0"/>
              <a:t>抛出异常</a:t>
            </a:r>
            <a:endParaRPr/>
          </a:p>
        </p:txBody>
      </p:sp>
      <p:sp>
        <p:nvSpPr>
          <p:cNvPr id="122" name="AutoShape 16"/>
          <p:cNvSpPr/>
          <p:nvPr/>
        </p:nvSpPr>
        <p:spPr>
          <a:xfrm>
            <a:off x="1" y="1085905"/>
            <a:ext cx="8892480" cy="5555028"/>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class AccpTeacher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private String id;// </a:t>
            </a:r>
            <a:r>
              <a:rPr lang="zh-CN" altLang="en-US" sz="2400" b="1" dirty="0">
                <a:solidFill>
                  <a:srgbClr val="003300"/>
                </a:solidFill>
                <a:ea typeface="黑体" panose="02010609060101010101" pitchFamily="2" charset="-122"/>
              </a:rPr>
              <a:t>教员编号</a:t>
            </a:r>
            <a:r>
              <a:rPr lang="en-US" altLang="zh-CN" sz="2400" b="1" dirty="0">
                <a:solidFill>
                  <a:srgbClr val="003300"/>
                </a:solidFill>
                <a:ea typeface="黑体" panose="02010609060101010101" pitchFamily="2" charset="-122"/>
              </a:rPr>
              <a:t>,</a:t>
            </a:r>
            <a:r>
              <a:rPr lang="zh-CN" altLang="en-US" sz="2400" b="1" dirty="0">
                <a:solidFill>
                  <a:srgbClr val="003300"/>
                </a:solidFill>
                <a:ea typeface="黑体" panose="02010609060101010101" pitchFamily="2" charset="-122"/>
              </a:rPr>
              <a:t>长度应为</a:t>
            </a:r>
            <a:r>
              <a:rPr lang="en-US" altLang="zh-CN" sz="2400" b="1" dirty="0">
                <a:solidFill>
                  <a:srgbClr val="003300"/>
                </a:solidFill>
                <a:ea typeface="黑体" panose="02010609060101010101" pitchFamily="2" charset="-122"/>
              </a:rPr>
              <a:t>7</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public void setId(String pId) throws </a:t>
            </a:r>
            <a:r>
              <a:rPr lang="en-US" altLang="zh-CN" sz="1800" b="1" dirty="0">
                <a:solidFill>
                  <a:srgbClr val="003300"/>
                </a:solidFill>
                <a:ea typeface="黑体" panose="02010609060101010101" pitchFamily="2" charset="-122"/>
              </a:rPr>
              <a:t>IllegalArgumentException</a:t>
            </a:r>
            <a:r>
              <a:rPr lang="en-US" altLang="zh-CN" sz="2400" b="1" dirty="0">
                <a:solidFill>
                  <a:srgbClr val="003300"/>
                </a:solidFill>
                <a:ea typeface="黑体" panose="02010609060101010101" pitchFamily="2" charset="-122"/>
              </a:rPr>
              <a:t>{</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判断教员编号的长度是否为</a:t>
            </a:r>
            <a:r>
              <a:rPr lang="en-US" altLang="zh-CN" sz="2400" b="1" dirty="0">
                <a:solidFill>
                  <a:srgbClr val="003300"/>
                </a:solidFill>
                <a:ea typeface="黑体" panose="02010609060101010101" pitchFamily="2" charset="-122"/>
              </a:rPr>
              <a:t>7</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if (pId.length() == 7) {</a:t>
            </a:r>
            <a:endParaRPr/>
          </a:p>
          <a:p>
            <a:pPr marL="914400" lvl="2" indent="0" eaLnBrk="1" fontAlgn="b" hangingPunct="1">
              <a:buClr>
                <a:schemeClr val="folHlink"/>
              </a:buClr>
              <a:buSzPct val="60000"/>
              <a:buFont typeface="Wingdings" panose="05000000000000000000" pitchFamily="2" charset="2"/>
              <a:buNone/>
            </a:pPr>
            <a:r>
              <a:rPr lang="en-US" altLang="zh-CN" b="1" dirty="0">
                <a:solidFill>
                  <a:srgbClr val="003300"/>
                </a:solidFill>
                <a:ea typeface="黑体" panose="02010609060101010101" pitchFamily="2" charset="-122"/>
              </a:rPr>
              <a:t>id = pId;</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 else {</a:t>
            </a:r>
            <a:endParaRPr/>
          </a:p>
          <a:p>
            <a:pPr marL="457200" lvl="1" indent="0" eaLnBrk="1" fontAlgn="b" hangingPunct="1">
              <a:buClr>
                <a:schemeClr val="folHlink"/>
              </a:buClr>
              <a:buSzPct val="60000"/>
              <a:buFont typeface="Wingdings" panose="05000000000000000000" pitchFamily="2" charset="2"/>
              <a:buNone/>
            </a:pPr>
            <a:r>
              <a:rPr lang="en-US" altLang="zh-CN" b="1" dirty="0">
                <a:solidFill>
                  <a:schemeClr val="tx2">
                    <a:lumMod val="60000"/>
                    <a:lumOff val="40000"/>
                  </a:schemeClr>
                </a:solidFill>
                <a:ea typeface="黑体" panose="02010609060101010101" pitchFamily="2" charset="-122"/>
              </a:rPr>
              <a:t>throw new IllegalArgumentException</a:t>
            </a:r>
            <a:r>
              <a:rPr lang="en-US" altLang="zh-CN" b="1" dirty="0">
                <a:solidFill>
                  <a:srgbClr val="003300"/>
                </a:solidFill>
                <a:ea typeface="黑体" panose="02010609060101010101" pitchFamily="2" charset="-122"/>
              </a:rPr>
              <a:t>("</a:t>
            </a:r>
            <a:r>
              <a:rPr lang="zh-CN" altLang="en-US" b="1" dirty="0">
                <a:solidFill>
                  <a:srgbClr val="003300"/>
                </a:solidFill>
                <a:ea typeface="黑体" panose="02010609060101010101" pitchFamily="2" charset="-122"/>
              </a:rPr>
              <a:t>参数长度应为</a:t>
            </a:r>
            <a:r>
              <a:rPr lang="en-US" altLang="zh-CN" b="1" dirty="0">
                <a:solidFill>
                  <a:srgbClr val="003300"/>
                </a:solidFill>
                <a:ea typeface="黑体" panose="02010609060101010101" pitchFamily="2" charset="-122"/>
              </a:rPr>
              <a:t>7</a:t>
            </a:r>
            <a:r>
              <a:rPr lang="zh-CN" altLang="en-US" b="1" dirty="0">
                <a:solidFill>
                  <a:srgbClr val="003300"/>
                </a:solidFill>
                <a:ea typeface="黑体" panose="02010609060101010101" pitchFamily="2" charset="-122"/>
              </a:rPr>
              <a:t>！</a:t>
            </a:r>
            <a:r>
              <a:rPr lang="en-US" altLang="zh-CN" b="1" dirty="0">
                <a:solidFill>
                  <a:srgbClr val="003300"/>
                </a:solidFill>
                <a:ea typeface="黑体" panose="02010609060101010101" pitchFamily="2" charset="-122"/>
              </a:rPr>
              <a:t>");</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p:txBody>
      </p:sp>
      <p:sp>
        <p:nvSpPr>
          <p:cNvPr id="123" name="AutoShape 11"/>
          <p:cNvSpPr/>
          <p:nvPr/>
        </p:nvSpPr>
        <p:spPr>
          <a:xfrm>
            <a:off x="5364088" y="2348880"/>
            <a:ext cx="3025775" cy="574675"/>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r>
              <a:rPr lang="zh-CN" altLang="en-US" b="1" dirty="0">
                <a:solidFill>
                  <a:srgbClr val="003300"/>
                </a:solidFill>
                <a:latin typeface="Arial" panose="020B0604020202020204" pitchFamily="34" charset="0"/>
                <a:ea typeface="黑体" panose="02010609060101010101" pitchFamily="2" charset="-122"/>
              </a:rPr>
              <a:t>声明该方法可能会产生异常 </a:t>
            </a:r>
            <a:endParaRPr/>
          </a:p>
        </p:txBody>
      </p:sp>
      <p:sp>
        <p:nvSpPr>
          <p:cNvPr id="124" name="AutoShape 7"/>
          <p:cNvSpPr/>
          <p:nvPr/>
        </p:nvSpPr>
        <p:spPr>
          <a:xfrm>
            <a:off x="1907704" y="4869160"/>
            <a:ext cx="1366837" cy="407988"/>
          </a:xfrm>
          <a:prstGeom prst="wedgeRoundRectCallout">
            <a:avLst>
              <a:gd name="adj1" fmla="val -11208"/>
              <a:gd name="adj2" fmla="val -103676"/>
              <a:gd name="adj3" fmla="val 16667"/>
            </a:avLst>
          </a:prstGeom>
          <a:gradFill rotWithShape="1">
            <a:gsLst>
              <a:gs pos="0">
                <a:srgbClr val="FFFF99"/>
              </a:gs>
              <a:gs pos="100000">
                <a:srgbClr val="FFFFFF"/>
              </a:gs>
            </a:gsLst>
            <a:lin ang="5400000" scaled="1"/>
            <a:tileRect/>
          </a:gradFill>
          <a:ln w="9525" cap="flat" cmpd="sng">
            <a:solidFill>
              <a:srgbClr val="FF9900"/>
            </a:solidFill>
            <a:prstDash val="solid"/>
            <a:miter/>
            <a:headEnd type="none" w="med" len="med"/>
            <a:tailEnd type="none" w="med" len="med"/>
          </a:ln>
          <a:effectLst>
            <a:outerShdw dist="107763" dir="8100000" algn="ctr" rotWithShape="0">
              <a:schemeClr val="bg2">
                <a:alpha val="50000"/>
              </a:schemeClr>
            </a:outerShdw>
          </a:effectLst>
        </p:spPr>
        <p:txBody>
          <a:bodyPr anchor="t" anchorCtr="1">
            <a:spAutoFit/>
          </a:bodyPr>
          <a:lstStyle/>
          <a:p>
            <a:r>
              <a:rPr lang="zh-CN" altLang="en-US" b="1" dirty="0">
                <a:solidFill>
                  <a:srgbClr val="003300"/>
                </a:solidFill>
                <a:latin typeface="Arial" panose="020B0604020202020204" pitchFamily="34" charset="0"/>
                <a:ea typeface="黑体" panose="02010609060101010101" pitchFamily="2" charset="-122"/>
              </a:rPr>
              <a:t>抛出异常</a:t>
            </a:r>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3"/>
          <p:cNvSpPr>
            <a:spLocks noGrp="1"/>
          </p:cNvSpPr>
          <p:nvPr>
            <p:ph type="title"/>
          </p:nvPr>
        </p:nvSpPr>
        <p:spPr>
          <a:xfrm>
            <a:off x="107504" y="312111"/>
            <a:ext cx="7905750" cy="576262"/>
          </a:xfrm>
          <a:ln/>
        </p:spPr>
        <p:txBody>
          <a:bodyPr vert="horz" wrap="square" lIns="91440" tIns="45720" rIns="91440" bIns="45720" anchor="ctr"/>
          <a:lstStyle/>
          <a:p>
            <a:pPr eaLnBrk="1" hangingPunct="1"/>
            <a:r>
              <a:rPr lang="zh-CN" altLang="en-US" dirty="0"/>
              <a:t>异常处理</a:t>
            </a:r>
            <a:endParaRPr/>
          </a:p>
        </p:txBody>
      </p:sp>
      <p:sp>
        <p:nvSpPr>
          <p:cNvPr id="127" name="AutoShape 17"/>
          <p:cNvSpPr/>
          <p:nvPr/>
        </p:nvSpPr>
        <p:spPr>
          <a:xfrm>
            <a:off x="395536" y="993286"/>
            <a:ext cx="8496944" cy="5427131"/>
          </a:xfrm>
          <a:prstGeom prst="roundRect">
            <a:avLst>
              <a:gd name="adj" fmla="val 813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public class AccpTeacherTest {</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public static void main(String[] args) {</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AccpTeacher teacher = new AccpTeacher();</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try {</a:t>
            </a:r>
            <a:endParaRPr/>
          </a:p>
          <a:p>
            <a:pPr marL="914400" marR="0" lvl="2"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teacher.setId("088");</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catch (IllegalArgumentException ex) {</a:t>
            </a:r>
            <a:endParaRPr/>
          </a:p>
          <a:p>
            <a:pPr marL="914400" marR="0" lvl="2"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System.out.println(ex.getMessage());</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p:txBody>
      </p:sp>
      <p:sp>
        <p:nvSpPr>
          <p:cNvPr id="128" name="AutoShape 12"/>
          <p:cNvSpPr/>
          <p:nvPr/>
        </p:nvSpPr>
        <p:spPr>
          <a:xfrm>
            <a:off x="4918250" y="3068960"/>
            <a:ext cx="3024188" cy="57626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marL="0" marR="0" lvl="0" indent="0" algn="ctr" defTabSz="914400" rtl="0" eaLnBrk="0" fontAlgn="base" latinLnBrk="0" hangingPunct="0">
              <a:lnSpc>
                <a:spcPct val="100000"/>
              </a:lnSpc>
              <a:spcBef>
                <a:spcPct val="1"/>
              </a:spcBef>
              <a:spcAft>
                <a:spcPct val="1"/>
              </a:spcAft>
              <a:buClrTx/>
              <a:buSzTx/>
              <a:buFontTx/>
              <a:buNone/>
              <a:tabLst/>
              <a:defRPr/>
            </a:pPr>
            <a:r>
              <a:rPr kumimoji="0" lang="zh-CN" altLang="en-US" sz="1800" b="1" i="0" u="none" strike="noStrike" kern="1200" cap="none" spc="0" normalizeH="0" baseline="0" noProof="0" dirty="0">
                <a:ln>
                  <a:noFill/>
                </a:ln>
                <a:solidFill>
                  <a:srgbClr val="003300"/>
                </a:solidFill>
                <a:effectLst/>
                <a:uLnTx/>
                <a:uFillTx/>
                <a:latin typeface="Arial" panose="020B0604020202020204" pitchFamily="34" charset="0"/>
                <a:ea typeface="黑体" panose="02010609060101010101" pitchFamily="2" charset="-122"/>
                <a:cs typeface="+mn-cs"/>
              </a:rPr>
              <a:t>由调用者捕获异常 </a:t>
            </a:r>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Rectangle 2"/>
          <p:cNvSpPr>
            <a:spLocks noGrp="1"/>
          </p:cNvSpPr>
          <p:nvPr>
            <p:ph type="title"/>
          </p:nvPr>
        </p:nvSpPr>
        <p:spPr>
          <a:ln/>
        </p:spPr>
        <p:txBody>
          <a:bodyPr vert="horz" wrap="square" lIns="91440" tIns="45720" rIns="91440" bIns="45720" anchor="ctr"/>
          <a:lstStyle/>
          <a:p>
            <a:pPr eaLnBrk="1" hangingPunct="1"/>
            <a:r>
              <a:rPr lang="zh-CN" altLang="en-US" dirty="0"/>
              <a:t>举例</a:t>
            </a:r>
            <a:endParaRPr lang="en-US" altLang="zh-CN" dirty="0"/>
          </a:p>
        </p:txBody>
      </p:sp>
      <p:sp>
        <p:nvSpPr>
          <p:cNvPr id="131" name="Rectangle 3"/>
          <p:cNvSpPr>
            <a:spLocks noGrp="1"/>
          </p:cNvSpPr>
          <p:nvPr>
            <p:ph idx="1"/>
          </p:nvPr>
        </p:nvSpPr>
        <p:spPr>
          <a:xfrm>
            <a:off x="35496" y="1412776"/>
            <a:ext cx="9144000" cy="2736850"/>
          </a:xfrm>
          <a:ln/>
        </p:spPr>
        <p:txBody>
          <a:bodyPr vert="horz" wrap="square" lIns="91440" tIns="45720" rIns="91440" bIns="45720" anchor="t"/>
          <a:lstStyle/>
          <a:p>
            <a:pPr marL="0" indent="0" eaLnBrk="1" hangingPunct="1">
              <a:buNone/>
            </a:pPr>
            <a:r>
              <a:rPr lang="zh-CN" altLang="en-US" dirty="0"/>
              <a:t>（</a:t>
            </a:r>
            <a:r>
              <a:rPr lang="en-US" altLang="zh-CN" dirty="0"/>
              <a:t>1</a:t>
            </a:r>
            <a:r>
              <a:rPr lang="zh-CN" altLang="en-US" dirty="0"/>
              <a:t>）编写</a:t>
            </a:r>
            <a:r>
              <a:rPr lang="en-US" altLang="zh-CN" dirty="0"/>
              <a:t>Book</a:t>
            </a:r>
            <a:r>
              <a:rPr lang="zh-CN" altLang="en-US" dirty="0"/>
              <a:t>类</a:t>
            </a:r>
            <a:endParaRPr lang="en-US" altLang="zh-CN" dirty="0"/>
          </a:p>
          <a:p>
            <a:pPr marL="0" indent="0" eaLnBrk="1" hangingPunct="1">
              <a:buNone/>
            </a:pPr>
            <a:r>
              <a:rPr lang="zh-CN" altLang="en-US" sz="2800" dirty="0"/>
              <a:t>在</a:t>
            </a:r>
            <a:r>
              <a:rPr lang="en-US" altLang="zh-CN" sz="2800" dirty="0"/>
              <a:t>setPrice</a:t>
            </a:r>
            <a:r>
              <a:rPr lang="zh-CN" altLang="en-US" sz="2800" dirty="0"/>
              <a:t>（</a:t>
            </a:r>
            <a:r>
              <a:rPr lang="en-US" altLang="zh-CN" sz="2800" dirty="0"/>
              <a:t>int price</a:t>
            </a:r>
            <a:r>
              <a:rPr lang="zh-CN" altLang="en-US" sz="2800" dirty="0"/>
              <a:t>）方法中抛出异常</a:t>
            </a:r>
            <a:r>
              <a:rPr lang="en-US" altLang="zh-CN" sz="2800" dirty="0"/>
              <a:t>Exception</a:t>
            </a:r>
            <a:r>
              <a:rPr lang="zh-CN" altLang="en-US" sz="2800" dirty="0"/>
              <a:t>对象</a:t>
            </a:r>
            <a:r>
              <a:rPr lang="zh-CN" altLang="en-US" dirty="0"/>
              <a:t>；</a:t>
            </a:r>
            <a:endParaRPr lang="en-US" altLang="zh-CN" sz="2000" dirty="0"/>
          </a:p>
          <a:p>
            <a:pPr marL="0" indent="0" eaLnBrk="1" hangingPunct="1">
              <a:buNone/>
            </a:pPr>
            <a:r>
              <a:rPr lang="zh-CN" altLang="en-US" dirty="0"/>
              <a:t>（</a:t>
            </a:r>
            <a:r>
              <a:rPr lang="en-US" altLang="zh-CN" dirty="0"/>
              <a:t>2</a:t>
            </a:r>
            <a:r>
              <a:rPr lang="zh-CN" altLang="en-US" dirty="0"/>
              <a:t>）编写类</a:t>
            </a:r>
            <a:r>
              <a:rPr lang="en-US" altLang="zh-CN" dirty="0"/>
              <a:t>ExceptionTest2</a:t>
            </a:r>
            <a:r>
              <a:rPr lang="zh-CN" altLang="en-US" dirty="0"/>
              <a:t>：</a:t>
            </a:r>
            <a:endParaRPr/>
          </a:p>
          <a:p>
            <a:pPr lvl="1" eaLnBrk="1" hangingPunct="1"/>
            <a:r>
              <a:rPr lang="zh-CN" altLang="en-US" dirty="0"/>
              <a:t>在</a:t>
            </a:r>
            <a:r>
              <a:rPr lang="en-US" altLang="zh-CN" dirty="0"/>
              <a:t>main()</a:t>
            </a:r>
            <a:r>
              <a:rPr lang="zh-CN" altLang="en-US" dirty="0"/>
              <a:t>方法中，调用</a:t>
            </a:r>
            <a:r>
              <a:rPr lang="en-US" altLang="zh-CN" dirty="0"/>
              <a:t>setPrice</a:t>
            </a:r>
            <a:r>
              <a:rPr lang="zh-CN" altLang="en-US" dirty="0"/>
              <a:t>方法，使用</a:t>
            </a:r>
            <a:r>
              <a:rPr lang="en-US" altLang="zh-CN" dirty="0"/>
              <a:t>try/catch</a:t>
            </a:r>
            <a:r>
              <a:rPr lang="zh-CN" altLang="en-US" dirty="0"/>
              <a:t>捕获</a:t>
            </a:r>
            <a:r>
              <a:rPr lang="en-US" altLang="zh-CN" dirty="0"/>
              <a:t>setPrice</a:t>
            </a:r>
            <a:r>
              <a:rPr lang="zh-CN" altLang="en-US" dirty="0"/>
              <a:t>方法中抛出的异常</a:t>
            </a:r>
            <a:endParaRPr/>
          </a:p>
          <a:p>
            <a:pPr eaLnBrk="1" hangingPunct="1"/>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3"/>
          <p:cNvSpPr>
            <a:spLocks noGrp="1"/>
          </p:cNvSpPr>
          <p:nvPr>
            <p:ph type="title"/>
          </p:nvPr>
        </p:nvSpPr>
        <p:spPr>
          <a:xfrm>
            <a:off x="179512" y="404466"/>
            <a:ext cx="7905750" cy="576262"/>
          </a:xfrm>
          <a:ln/>
        </p:spPr>
        <p:txBody>
          <a:bodyPr vert="horz" wrap="square" lIns="91440" tIns="45720" rIns="91440" bIns="45720" anchor="ctr"/>
          <a:lstStyle/>
          <a:p>
            <a:pPr eaLnBrk="1" hangingPunct="1"/>
            <a:r>
              <a:rPr lang="zh-CN" altLang="en-US" dirty="0"/>
              <a:t>抛出异常练习</a:t>
            </a:r>
            <a:endParaRPr/>
          </a:p>
        </p:txBody>
      </p:sp>
      <p:sp>
        <p:nvSpPr>
          <p:cNvPr id="141" name="AutoShape 16"/>
          <p:cNvSpPr/>
          <p:nvPr/>
        </p:nvSpPr>
        <p:spPr>
          <a:xfrm>
            <a:off x="1" y="1085905"/>
            <a:ext cx="9353550" cy="4648200"/>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3200" b="0" i="0" u="none" baseline="0">
                <a:solidFill>
                  <a:srgbClr val="000000">
                    <a:alpha val="100000"/>
                  </a:srgbClr>
                </a:solidFill>
                <a:latin typeface="Arial"/>
                <a:ea typeface="Arial"/>
                <a:cs typeface="+mn-cs"/>
              </a:defRPr>
            </a:pPr>
            <a:r>
              <a:rPr lang="en-US" sz="2400" b="1" i="0" u="none" strike="noStrike">
                <a:ln>
                  <a:noFill/>
                </a:ln>
                <a:solidFill>
                  <a:srgbClr val="003300">
                    <a:alpha val="100000"/>
                  </a:srgbClr>
                </a:solidFill>
                <a:effectLst/>
                <a:latin typeface="Arial"/>
                <a:ea typeface="黑体"/>
                <a:cs typeface="+mn-cs"/>
              </a:rPr>
              <a:t> class </a:t>
            </a:r>
            <a:r>
              <a:rPr lang="en-US" sz="2400" b="1">
                <a:solidFill>
                  <a:srgbClr val="003300">
                    <a:alpha val="100000"/>
                  </a:srgbClr>
                </a:solidFill>
                <a:latin typeface="Arial"/>
                <a:ea typeface="黑体"/>
                <a:cs typeface="+mn-cs"/>
              </a:rPr>
              <a:t>Book</a:t>
            </a:r>
            <a:r>
              <a:rPr lang="en-US" sz="2400" b="1" i="0" u="none" strike="noStrike">
                <a:ln>
                  <a:noFill/>
                </a:ln>
                <a:solidFill>
                  <a:srgbClr val="003300">
                    <a:alpha val="100000"/>
                  </a:srgbClr>
                </a:solidFill>
                <a:effectLst/>
                <a:latin typeface="Arial"/>
                <a:ea typeface="黑体"/>
                <a:cs typeface="+mn-cs"/>
              </a:rPr>
              <a:t> {</a:t>
            </a:r>
            <a:endParaRPr/>
          </a:p>
          <a:p>
            <a:pPr marL="0" lvl="0"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3200" b="0" i="0" u="none" baseline="0">
                <a:solidFill>
                  <a:srgbClr val="000000">
                    <a:alpha val="100000"/>
                  </a:srgbClr>
                </a:solidFill>
                <a:latin typeface="Arial"/>
                <a:ea typeface="Arial"/>
                <a:cs typeface="+mn-cs"/>
              </a:defRPr>
            </a:pPr>
            <a:r>
              <a:rPr lang="en-US" sz="2400" b="1" i="0" u="none" strike="noStrike">
                <a:ln>
                  <a:noFill/>
                </a:ln>
                <a:solidFill>
                  <a:srgbClr val="003300">
                    <a:alpha val="100000"/>
                  </a:srgbClr>
                </a:solidFill>
                <a:effectLst/>
                <a:latin typeface="Arial"/>
                <a:ea typeface="黑体"/>
                <a:cs typeface="+mn-cs"/>
              </a:rPr>
              <a:t>    private String </a:t>
            </a:r>
            <a:r>
              <a:rPr lang="en-US" sz="2400" b="1">
                <a:solidFill>
                  <a:srgbClr val="003300">
                    <a:alpha val="100000"/>
                  </a:srgbClr>
                </a:solidFill>
                <a:latin typeface="Arial"/>
                <a:ea typeface="黑体"/>
                <a:cs typeface="+mn-cs"/>
              </a:rPr>
              <a:t>price</a:t>
            </a:r>
            <a:r>
              <a:rPr lang="en-US" sz="2400" b="1" i="0" u="none" strike="noStrike">
                <a:ln>
                  <a:noFill/>
                </a:ln>
                <a:solidFill>
                  <a:srgbClr val="003300">
                    <a:alpha val="100000"/>
                  </a:srgbClr>
                </a:solidFill>
                <a:effectLst/>
                <a:latin typeface="Arial"/>
                <a:ea typeface="黑体"/>
                <a:cs typeface="+mn-cs"/>
              </a:rPr>
              <a:t>;// </a:t>
            </a:r>
            <a:r>
              <a:rPr lang="zh-CN" sz="2400" b="1" i="0" u="none" strike="noStrike">
                <a:ln>
                  <a:noFill/>
                </a:ln>
                <a:solidFill>
                  <a:srgbClr val="003300">
                    <a:alpha val="100000"/>
                  </a:srgbClr>
                </a:solidFill>
                <a:effectLst/>
                <a:latin typeface="Arial"/>
                <a:ea typeface="黑体"/>
                <a:cs typeface="+mn-cs"/>
              </a:rPr>
              <a:t>价格在</a:t>
            </a:r>
            <a:r>
              <a:rPr lang="en-US" sz="2400" b="1" i="0" u="none" strike="noStrike">
                <a:ln>
                  <a:noFill/>
                </a:ln>
                <a:solidFill>
                  <a:srgbClr val="003300">
                    <a:alpha val="100000"/>
                  </a:srgbClr>
                </a:solidFill>
                <a:effectLst/>
                <a:latin typeface="Arial"/>
                <a:ea typeface="黑体"/>
                <a:cs typeface="+mn-cs"/>
              </a:rPr>
              <a:t>20-100</a:t>
            </a:r>
            <a:r>
              <a:rPr lang="zh-CN" sz="2400" b="1" i="0" u="none" strike="noStrike">
                <a:ln>
                  <a:noFill/>
                </a:ln>
                <a:solidFill>
                  <a:srgbClr val="003300">
                    <a:alpha val="100000"/>
                  </a:srgbClr>
                </a:solidFill>
                <a:effectLst/>
                <a:latin typeface="Arial"/>
                <a:ea typeface="黑体"/>
                <a:cs typeface="+mn-cs"/>
              </a:rPr>
              <a:t>之间</a:t>
            </a:r>
            <a:endParaRPr/>
          </a:p>
          <a:p>
            <a:pPr marL="0" lvl="0"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3200" b="0" i="0" u="none" baseline="0">
                <a:solidFill>
                  <a:srgbClr val="000000">
                    <a:alpha val="100000"/>
                  </a:srgbClr>
                </a:solidFill>
                <a:latin typeface="Arial"/>
                <a:ea typeface="Arial"/>
                <a:cs typeface="+mn-cs"/>
              </a:defRPr>
            </a:pPr>
            <a:r>
              <a:rPr lang="en-US" sz="2400" b="1" i="0" u="none" strike="noStrike">
                <a:ln>
                  <a:noFill/>
                </a:ln>
                <a:solidFill>
                  <a:srgbClr val="003300">
                    <a:alpha val="100000"/>
                  </a:srgbClr>
                </a:solidFill>
                <a:effectLst/>
                <a:latin typeface="Arial"/>
                <a:ea typeface="黑体"/>
                <a:cs typeface="+mn-cs"/>
              </a:rPr>
              <a:t>    public void setPrice(int price) throws Exception{</a:t>
            </a:r>
            <a:endParaRPr/>
          </a:p>
          <a:p>
            <a:pPr marL="457200" lvl="1"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2800" b="0" i="0" u="none" baseline="0">
                <a:solidFill>
                  <a:srgbClr val="000000">
                    <a:alpha val="100000"/>
                  </a:srgbClr>
                </a:solidFill>
                <a:latin typeface="Arial"/>
                <a:ea typeface="宋体"/>
                <a:cs typeface="+mn-cs"/>
              </a:defRPr>
            </a:pPr>
            <a:r>
              <a:rPr lang="en-US" sz="2400" b="1" i="0" u="none" strike="noStrike">
                <a:ln>
                  <a:noFill/>
                </a:ln>
                <a:solidFill>
                  <a:srgbClr val="003300">
                    <a:alpha val="100000"/>
                  </a:srgbClr>
                </a:solidFill>
                <a:effectLst/>
                <a:latin typeface="Arial"/>
                <a:ea typeface="黑体"/>
                <a:cs typeface="+mn-cs"/>
              </a:rPr>
              <a:t>if (price&gt;20&amp;&amp;price&lt;100) {</a:t>
            </a:r>
            <a:endParaRPr/>
          </a:p>
          <a:p>
            <a:pPr marL="914400" lvl="2"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2400" b="0" i="0" u="none" baseline="0">
                <a:solidFill>
                  <a:srgbClr val="000000">
                    <a:alpha val="100000"/>
                  </a:srgbClr>
                </a:solidFill>
                <a:latin typeface="Arial"/>
                <a:ea typeface="宋体"/>
                <a:cs typeface="+mn-cs"/>
              </a:defRPr>
            </a:pPr>
            <a:r>
              <a:rPr lang="en-US" b="1">
                <a:solidFill>
                  <a:srgbClr val="003300">
                    <a:alpha val="100000"/>
                  </a:srgbClr>
                </a:solidFill>
                <a:latin typeface="Arial"/>
                <a:ea typeface="黑体"/>
                <a:cs typeface="+mn-cs"/>
              </a:rPr>
              <a:t>t</a:t>
            </a:r>
            <a:r>
              <a:rPr lang="en-US" sz="2400" b="1" i="0" u="none" strike="noStrike">
                <a:ln>
                  <a:noFill/>
                </a:ln>
                <a:solidFill>
                  <a:srgbClr val="003300">
                    <a:alpha val="100000"/>
                  </a:srgbClr>
                </a:solidFill>
                <a:effectLst/>
                <a:latin typeface="Arial"/>
                <a:ea typeface="黑体"/>
                <a:cs typeface="+mn-cs"/>
              </a:rPr>
              <a:t>his.price = </a:t>
            </a:r>
            <a:r>
              <a:rPr lang="en-US" b="1">
                <a:solidFill>
                  <a:srgbClr val="003300">
                    <a:alpha val="100000"/>
                  </a:srgbClr>
                </a:solidFill>
                <a:latin typeface="Arial"/>
                <a:ea typeface="黑体"/>
                <a:cs typeface="+mn-cs"/>
              </a:rPr>
              <a:t>price</a:t>
            </a:r>
            <a:r>
              <a:rPr lang="en-US" sz="2400" b="1" i="0" u="none" strike="noStrike">
                <a:ln>
                  <a:noFill/>
                </a:ln>
                <a:solidFill>
                  <a:srgbClr val="003300">
                    <a:alpha val="100000"/>
                  </a:srgbClr>
                </a:solidFill>
                <a:effectLst/>
                <a:latin typeface="Arial"/>
                <a:ea typeface="黑体"/>
                <a:cs typeface="+mn-cs"/>
              </a:rPr>
              <a:t>;</a:t>
            </a:r>
            <a:endParaRPr/>
          </a:p>
          <a:p>
            <a:pPr marL="457200" lvl="1"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2800" b="0" i="0" u="none" baseline="0">
                <a:solidFill>
                  <a:srgbClr val="000000">
                    <a:alpha val="100000"/>
                  </a:srgbClr>
                </a:solidFill>
                <a:latin typeface="Arial"/>
                <a:ea typeface="宋体"/>
                <a:cs typeface="+mn-cs"/>
              </a:defRPr>
            </a:pPr>
            <a:r>
              <a:rPr lang="en-US" sz="2400" b="1" i="0" u="none" strike="noStrike">
                <a:ln>
                  <a:noFill/>
                </a:ln>
                <a:solidFill>
                  <a:srgbClr val="003300">
                    <a:alpha val="100000"/>
                  </a:srgbClr>
                </a:solidFill>
                <a:effectLst/>
                <a:latin typeface="Arial"/>
                <a:ea typeface="黑体"/>
                <a:cs typeface="+mn-cs"/>
              </a:rPr>
              <a:t> } else {</a:t>
            </a:r>
            <a:endParaRPr/>
          </a:p>
          <a:p>
            <a:pPr marL="457200" lvl="1"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2800" b="0" i="0" u="none" baseline="0">
                <a:solidFill>
                  <a:srgbClr val="000000">
                    <a:alpha val="100000"/>
                  </a:srgbClr>
                </a:solidFill>
                <a:latin typeface="Arial"/>
                <a:ea typeface="宋体"/>
                <a:cs typeface="+mn-cs"/>
              </a:defRPr>
            </a:pPr>
            <a:r>
              <a:rPr lang="en-US" sz="2800" b="1" i="0" u="none" strike="noStrike">
                <a:ln>
                  <a:noFill/>
                </a:ln>
                <a:solidFill>
                  <a:srgbClr val="324ED8">
                    <a:alpha val="100000"/>
                  </a:srgbClr>
                </a:solidFill>
                <a:effectLst/>
                <a:latin typeface="Arial"/>
                <a:ea typeface="黑体"/>
                <a:cs typeface="+mn-cs"/>
              </a:rPr>
              <a:t>throw new Exception</a:t>
            </a:r>
            <a:r>
              <a:rPr lang="en-US" sz="2800" b="1" i="0" u="none" strike="noStrike">
                <a:ln>
                  <a:noFill/>
                </a:ln>
                <a:solidFill>
                  <a:srgbClr val="003300">
                    <a:alpha val="100000"/>
                  </a:srgbClr>
                </a:solidFill>
                <a:effectLst/>
                <a:latin typeface="Arial"/>
                <a:ea typeface="黑体"/>
                <a:cs typeface="+mn-cs"/>
              </a:rPr>
              <a:t>(“over or down");</a:t>
            </a:r>
            <a:endParaRPr/>
          </a:p>
          <a:p>
            <a:pPr marL="457200" lvl="1"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2800" b="0" i="0" u="none" baseline="0">
                <a:solidFill>
                  <a:srgbClr val="000000">
                    <a:alpha val="100000"/>
                  </a:srgbClr>
                </a:solidFill>
                <a:latin typeface="Arial"/>
                <a:ea typeface="宋体"/>
                <a:cs typeface="+mn-cs"/>
              </a:defRPr>
            </a:pPr>
            <a:r>
              <a:rPr lang="en-US" sz="2400" b="1" i="0" u="none" strike="noStrike">
                <a:ln>
                  <a:noFill/>
                </a:ln>
                <a:solidFill>
                  <a:srgbClr val="003300">
                    <a:alpha val="100000"/>
                  </a:srgbClr>
                </a:solidFill>
                <a:effectLst/>
                <a:latin typeface="Arial"/>
                <a:ea typeface="黑体"/>
                <a:cs typeface="+mn-cs"/>
              </a:rPr>
              <a:t> }</a:t>
            </a:r>
            <a:endParaRPr/>
          </a:p>
          <a:p>
            <a:pPr marL="0" lvl="0"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3200" b="0" i="0" u="none" baseline="0">
                <a:solidFill>
                  <a:srgbClr val="000000">
                    <a:alpha val="100000"/>
                  </a:srgbClr>
                </a:solidFill>
                <a:latin typeface="Arial"/>
                <a:ea typeface="Arial"/>
                <a:cs typeface="+mn-cs"/>
              </a:defRPr>
            </a:pPr>
            <a:r>
              <a:rPr lang="en-US" sz="2400" b="1" i="0" u="none" strike="noStrike">
                <a:ln>
                  <a:noFill/>
                </a:ln>
                <a:solidFill>
                  <a:srgbClr val="003300">
                    <a:alpha val="100000"/>
                  </a:srgbClr>
                </a:solidFill>
                <a:effectLst/>
                <a:latin typeface="Arial"/>
                <a:ea typeface="黑体"/>
                <a:cs typeface="+mn-cs"/>
              </a:rPr>
              <a:t>    }</a:t>
            </a:r>
            <a:endParaRPr/>
          </a:p>
          <a:p>
            <a:pPr marL="0" lvl="0" indent="0" algn="l" defTabSz="914400">
              <a:lnSpc>
                <a:spcPct val="100000"/>
              </a:lnSpc>
              <a:spcBef>
                <a:spcPct val="20000"/>
              </a:spcBef>
              <a:spcAft>
                <a:spcPct val="1"/>
              </a:spcAft>
              <a:buClr>
                <a:srgbClr val="DD693B">
                  <a:alpha val="100000"/>
                </a:srgbClr>
              </a:buClr>
              <a:buSzPct val="60000"/>
              <a:buFont typeface="Wingdings" panose="05000000000000000000" pitchFamily="2" charset="2"/>
              <a:buNone/>
              <a:defRPr sz="3200" b="0" i="0" u="none" baseline="0">
                <a:solidFill>
                  <a:srgbClr val="000000">
                    <a:alpha val="100000"/>
                  </a:srgbClr>
                </a:solidFill>
                <a:latin typeface="Arial"/>
                <a:ea typeface="Arial"/>
                <a:cs typeface="+mn-cs"/>
              </a:defRPr>
            </a:pPr>
            <a:r>
              <a:rPr lang="en-US" sz="2400" b="1" i="0" u="none" strike="noStrike">
                <a:ln>
                  <a:noFill/>
                </a:ln>
                <a:solidFill>
                  <a:srgbClr val="003300">
                    <a:alpha val="100000"/>
                  </a:srgbClr>
                </a:solidFill>
                <a:effectLst/>
                <a:latin typeface="Arial"/>
                <a:ea typeface="黑体"/>
                <a:cs typeface="+mn-cs"/>
              </a:rPr>
              <a:t>}</a:t>
            </a:r>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ectangle 2"/>
          <p:cNvSpPr>
            <a:spLocks noGrp="1"/>
          </p:cNvSpPr>
          <p:nvPr>
            <p:ph type="title"/>
          </p:nvPr>
        </p:nvSpPr>
        <p:spPr>
          <a:xfrm>
            <a:off x="-179387" y="-201612"/>
            <a:ext cx="7993062" cy="1109662"/>
          </a:xfrm>
          <a:ln/>
        </p:spPr>
        <p:txBody>
          <a:bodyPr vert="horz" wrap="square" lIns="91440" tIns="45720" rIns="91440" bIns="45720" anchor="ctr"/>
          <a:lstStyle/>
          <a:p>
            <a:pPr eaLnBrk="1" hangingPunct="1"/>
            <a:endParaRPr lang="en-US" altLang="zh-CN" dirty="0"/>
          </a:p>
        </p:txBody>
      </p:sp>
      <p:sp>
        <p:nvSpPr>
          <p:cNvPr id="144" name="AutoShape 4"/>
          <p:cNvSpPr/>
          <p:nvPr/>
        </p:nvSpPr>
        <p:spPr>
          <a:xfrm>
            <a:off x="85983" y="-173203"/>
            <a:ext cx="8713787" cy="6682502"/>
          </a:xfrm>
          <a:prstGeom prst="roundRect">
            <a:avLst>
              <a:gd name="adj" fmla="val 5417"/>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marR="0" lvl="0" indent="0" algn="l" defTabSz="914400" rtl="0" eaLnBrk="0" fontAlgn="base" latinLnBrk="0" hangingPunct="0">
              <a:lnSpc>
                <a:spcPct val="100000"/>
              </a:lnSpc>
              <a:spcBef>
                <a:spcPct val="20000"/>
              </a:spcBef>
              <a:spcAft>
                <a:spcPct val="1"/>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public class ExceptionTest2{</a:t>
            </a:r>
            <a:endParaRPr/>
          </a:p>
          <a:p>
            <a:pPr marL="0" marR="0" lvl="0" indent="0" algn="l" defTabSz="914400" rtl="0" eaLnBrk="0" fontAlgn="base" latinLnBrk="0" hangingPunct="0">
              <a:lnSpc>
                <a:spcPct val="100000"/>
              </a:lnSpc>
              <a:spcBef>
                <a:spcPct val="20000"/>
              </a:spcBef>
              <a:spcAft>
                <a:spcPct val="1"/>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public static void main(String </a:t>
            </a:r>
            <a:r>
              <a:rPr kumimoji="0" lang="en-US" altLang="zh-CN" sz="3200" b="1" i="0" u="none" strike="noStrike" kern="1200" cap="none" spc="0" normalizeH="0" baseline="0" noProof="0" dirty="0" err="1">
                <a:ln>
                  <a:noFill/>
                </a:ln>
                <a:solidFill>
                  <a:srgbClr val="000000"/>
                </a:solidFill>
                <a:effectLst/>
                <a:uLnTx/>
                <a:uFillTx/>
                <a:latin typeface="Arial"/>
                <a:ea typeface="+mn-ea"/>
                <a:cs typeface="+mn-cs"/>
              </a:rPr>
              <a:t>args</a:t>
            </a: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a:t>
            </a:r>
            <a:endParaRPr/>
          </a:p>
          <a:p>
            <a:pPr marL="0" marR="0" lvl="0" indent="0" algn="l" defTabSz="914400" rtl="0" eaLnBrk="0" fontAlgn="base" latinLnBrk="0" hangingPunct="0">
              <a:lnSpc>
                <a:spcPct val="100000"/>
              </a:lnSpc>
              <a:spcBef>
                <a:spcPct val="20000"/>
              </a:spcBef>
              <a:spcAft>
                <a:spcPct val="1"/>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Book  Java=</a:t>
            </a:r>
            <a:r>
              <a:rPr lang="en-US" altLang="zh-CN" b="1" dirty="0">
                <a:latin typeface="Arial"/>
              </a:rPr>
              <a:t>new Book();</a:t>
            </a: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a:t>
            </a:r>
            <a:endParaRPr/>
          </a:p>
          <a:p>
            <a:pPr marL="0" marR="0" lvl="0" indent="0" algn="l" defTabSz="914400" rtl="0" eaLnBrk="0" fontAlgn="base" latinLnBrk="0" hangingPunct="0">
              <a:lnSpc>
                <a:spcPct val="100000"/>
              </a:lnSpc>
              <a:spcBef>
                <a:spcPct val="20000"/>
              </a:spcBef>
              <a:spcAft>
                <a:spcPct val="1"/>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try {</a:t>
            </a:r>
            <a:endParaRPr/>
          </a:p>
          <a:p>
            <a:pPr marL="0" marR="0" lvl="0" indent="0" algn="l" defTabSz="914400" rtl="0" eaLnBrk="0" fontAlgn="base" latinLnBrk="0" hangingPunct="0">
              <a:lnSpc>
                <a:spcPct val="100000"/>
              </a:lnSpc>
              <a:spcBef>
                <a:spcPct val="20000"/>
              </a:spcBef>
              <a:spcAft>
                <a:spcPct val="1"/>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a:t>
            </a:r>
            <a:r>
              <a:rPr lang="en-US" altLang="zh-CN" b="1" dirty="0">
                <a:latin typeface="Arial"/>
              </a:rPr>
              <a:t>           java</a:t>
            </a: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a:t>
            </a:r>
            <a:r>
              <a:rPr kumimoji="0" lang="en-US" altLang="zh-CN" sz="3200" b="1" i="0" u="none" strike="noStrike" kern="1200" cap="none" spc="0" normalizeH="0" baseline="0" noProof="0" dirty="0" err="1">
                <a:ln>
                  <a:noFill/>
                </a:ln>
                <a:solidFill>
                  <a:srgbClr val="000000"/>
                </a:solidFill>
                <a:effectLst/>
                <a:uLnTx/>
                <a:uFillTx/>
                <a:latin typeface="Arial"/>
                <a:ea typeface="+mn-ea"/>
                <a:cs typeface="+mn-cs"/>
              </a:rPr>
              <a:t>setPrice</a:t>
            </a: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(180);}</a:t>
            </a:r>
            <a:endParaRPr/>
          </a:p>
          <a:p>
            <a:pPr marL="0" marR="0" lvl="0" indent="0" algn="l" defTabSz="914400" rtl="0" eaLnBrk="0" fontAlgn="base" latinLnBrk="0" hangingPunct="0">
              <a:lnSpc>
                <a:spcPct val="100000"/>
              </a:lnSpc>
              <a:spcBef>
                <a:spcPct val="20000"/>
              </a:spcBef>
              <a:spcAft>
                <a:spcPct val="1"/>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catch(Exception e)  {</a:t>
            </a:r>
            <a:endParaRPr/>
          </a:p>
          <a:p>
            <a:pPr marL="0" indent="0">
              <a:buNone/>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a:t>
            </a:r>
            <a:r>
              <a:rPr lang="en-US" altLang="zh-CN" dirty="0" err="1"/>
              <a:t>System.</a:t>
            </a:r>
            <a:r>
              <a:rPr lang="en-US" altLang="zh-CN" b="1" i="1" dirty="0" err="1"/>
              <a:t>out.println</a:t>
            </a:r>
            <a:r>
              <a:rPr lang="en-US" altLang="zh-CN" b="1" i="1" dirty="0"/>
              <a:t>("</a:t>
            </a:r>
            <a:r>
              <a:rPr lang="zh-CN" altLang="en-US" b="1" i="1" dirty="0"/>
              <a:t>异常发生</a:t>
            </a:r>
            <a:r>
              <a:rPr lang="en-US" altLang="zh-CN" b="1" i="1" dirty="0"/>
              <a:t>");</a:t>
            </a:r>
            <a:endParaRPr/>
          </a:p>
          <a:p>
            <a:pPr marL="0" indent="0">
              <a:buNone/>
            </a:pPr>
            <a:r>
              <a:rPr lang="en-US" altLang="zh-CN" dirty="0"/>
              <a:t>    </a:t>
            </a:r>
            <a:r>
              <a:rPr lang="en-US" altLang="zh-CN" dirty="0" err="1"/>
              <a:t>e.printStackTrace</a:t>
            </a:r>
            <a:r>
              <a:rPr lang="en-US" altLang="zh-CN" dirty="0"/>
              <a:t>();</a:t>
            </a:r>
            <a:endParaRPr/>
          </a:p>
          <a:p>
            <a:pPr marL="0" indent="0">
              <a:buNone/>
            </a:pPr>
            <a:r>
              <a:rPr lang="en-US" altLang="zh-CN" dirty="0"/>
              <a:t>   </a:t>
            </a:r>
            <a:r>
              <a:rPr lang="en-US" altLang="zh-CN" dirty="0" err="1"/>
              <a:t>System.</a:t>
            </a:r>
            <a:r>
              <a:rPr lang="en-US" altLang="zh-CN" b="1" i="1" dirty="0" err="1"/>
              <a:t>out.println</a:t>
            </a:r>
            <a:r>
              <a:rPr lang="en-US" altLang="zh-CN" b="1" i="1" dirty="0"/>
              <a:t>(</a:t>
            </a:r>
            <a:r>
              <a:rPr lang="en-US" altLang="zh-CN" b="1" i="1" dirty="0" err="1"/>
              <a:t>e.getMessage</a:t>
            </a:r>
            <a:r>
              <a:rPr lang="en-US" altLang="zh-CN" b="1" i="1" dirty="0"/>
              <a:t>());</a:t>
            </a:r>
            <a:endParaRPr/>
          </a:p>
          <a:p>
            <a:pPr marL="0" indent="0">
              <a:buNone/>
            </a:pPr>
            <a:r>
              <a:rPr lang="en-US" altLang="zh-CN" dirty="0"/>
              <a:t>     </a:t>
            </a:r>
            <a:r>
              <a:rPr lang="en-US" altLang="zh-CN" dirty="0" err="1"/>
              <a:t>System.</a:t>
            </a:r>
            <a:r>
              <a:rPr lang="en-US" altLang="zh-CN" b="1" i="1" dirty="0" err="1"/>
              <a:t>out.println</a:t>
            </a:r>
            <a:r>
              <a:rPr lang="en-US" altLang="zh-CN" b="1" i="1" dirty="0"/>
              <a:t>(</a:t>
            </a:r>
            <a:r>
              <a:rPr lang="en-US" altLang="zh-CN" b="1" i="1" dirty="0" err="1"/>
              <a:t>e.toString</a:t>
            </a:r>
            <a:r>
              <a:rPr lang="en-US" altLang="zh-CN" b="1" i="1" dirty="0"/>
              <a:t>());</a:t>
            </a: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    </a:t>
            </a:r>
            <a:endParaRPr/>
          </a:p>
          <a:p>
            <a:pPr marL="0" indent="0">
              <a:buNone/>
            </a:pPr>
            <a:r>
              <a:rPr kumimoji="0" lang="en-US" altLang="zh-CN" sz="3200" b="1" i="0" u="none" strike="noStrike" kern="1200" cap="none" spc="0" normalizeH="0" baseline="0" noProof="0" dirty="0">
                <a:ln>
                  <a:noFill/>
                </a:ln>
                <a:solidFill>
                  <a:srgbClr val="000000"/>
                </a:solidFill>
                <a:effectLst/>
                <a:uLnTx/>
                <a:uFillTx/>
                <a:latin typeface="Arial"/>
                <a:ea typeface="+mn-ea"/>
                <a:cs typeface="+mn-cs"/>
              </a:rPr>
              <a:t>}}}</a:t>
            </a:r>
            <a:endParaRPr/>
          </a:p>
        </p:txBody>
      </p:sp>
      <p:pic>
        <p:nvPicPr>
          <p:cNvPr id="145" name="图片 2"/>
          <p:cNvPicPr>
            <a:picLocks noChangeAspect="1"/>
          </p:cNvPicPr>
          <p:nvPr/>
        </p:nvPicPr>
        <p:blipFill>
          <a:blip r:embed="rId2"/>
          <a:stretch>
            <a:fillRect/>
          </a:stretch>
        </p:blipFill>
        <p:spPr>
          <a:xfrm>
            <a:off x="147176" y="-151940"/>
            <a:ext cx="8515350" cy="2009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 calcmode="lin" valueType="num">
                                      <p:cBhvr additive="base">
                                        <p:cTn id="7" dur="500" fill="hold"/>
                                        <p:tgtEl>
                                          <p:spTgt spid="144"/>
                                        </p:tgtEl>
                                        <p:attrNameLst>
                                          <p:attrName>ppt_x</p:attrName>
                                        </p:attrNameLst>
                                      </p:cBhvr>
                                      <p:tavLst>
                                        <p:tav tm="0">
                                          <p:val>
                                            <p:strVal val="#ppt_x"/>
                                          </p:val>
                                        </p:tav>
                                        <p:tav tm="100000">
                                          <p:val>
                                            <p:strVal val="#ppt_x"/>
                                          </p:val>
                                        </p:tav>
                                      </p:tavLst>
                                    </p:anim>
                                    <p:anim calcmode="lin" valueType="num">
                                      <p:cBhvr additive="base">
                                        <p:cTn id="8" dur="500" fill="hold"/>
                                        <p:tgtEl>
                                          <p:spTgt spid="1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5"/>
                                        </p:tgtEl>
                                        <p:attrNameLst>
                                          <p:attrName>style.visibility</p:attrName>
                                        </p:attrNameLst>
                                      </p:cBhvr>
                                      <p:to>
                                        <p:strVal val="visible"/>
                                      </p:to>
                                    </p:set>
                                    <p:anim calcmode="lin" valueType="num">
                                      <p:cBhvr additive="base">
                                        <p:cTn id="13" dur="500" fill="hold"/>
                                        <p:tgtEl>
                                          <p:spTgt spid="145"/>
                                        </p:tgtEl>
                                        <p:attrNameLst>
                                          <p:attrName>ppt_x</p:attrName>
                                        </p:attrNameLst>
                                      </p:cBhvr>
                                      <p:tavLst>
                                        <p:tav tm="0">
                                          <p:val>
                                            <p:strVal val="#ppt_x"/>
                                          </p:val>
                                        </p:tav>
                                        <p:tav tm="100000">
                                          <p:val>
                                            <p:strVal val="#ppt_x"/>
                                          </p:val>
                                        </p:tav>
                                      </p:tavLst>
                                    </p:anim>
                                    <p:anim calcmode="lin" valueType="num">
                                      <p:cBhvr additive="base">
                                        <p:cTn id="14" dur="500" fill="hold"/>
                                        <p:tgtEl>
                                          <p:spTgt spid="1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标题 1"/>
          <p:cNvSpPr>
            <a:spLocks noGrp="1"/>
          </p:cNvSpPr>
          <p:nvPr>
            <p:ph type="title"/>
          </p:nvPr>
        </p:nvSpPr>
        <p:spPr>
          <a:ln/>
        </p:spPr>
        <p:txBody>
          <a:bodyPr vert="horz" wrap="square" lIns="91440" tIns="45720" rIns="91440" bIns="45720" anchor="ctr"/>
          <a:lstStyle/>
          <a:p>
            <a:r>
              <a:rPr lang="zh-CN" altLang="en-US" dirty="0"/>
              <a:t>自定义异常类定义</a:t>
            </a:r>
            <a:endParaRPr/>
          </a:p>
        </p:txBody>
      </p:sp>
      <p:sp>
        <p:nvSpPr>
          <p:cNvPr id="148" name="内容占位符 2"/>
          <p:cNvSpPr>
            <a:spLocks noGrp="1"/>
          </p:cNvSpPr>
          <p:nvPr>
            <p:ph idx="1"/>
          </p:nvPr>
        </p:nvSpPr>
        <p:spPr>
          <a:xfrm>
            <a:off x="428625" y="1357313"/>
            <a:ext cx="8229600" cy="4525962"/>
          </a:xfrm>
          <a:ln/>
        </p:spPr>
        <p:txBody>
          <a:bodyPr vert="horz" wrap="square" lIns="91440" tIns="45720" rIns="91440" bIns="45720" anchor="t"/>
          <a:lstStyle/>
          <a:p>
            <a:pPr marL="0" indent="0">
              <a:buNone/>
            </a:pPr>
            <a:r>
              <a:rPr lang="zh-CN" altLang="en-US" dirty="0"/>
              <a:t>通过继承</a:t>
            </a:r>
            <a:r>
              <a:rPr lang="en-US" altLang="zh-CN" dirty="0"/>
              <a:t>Exception</a:t>
            </a:r>
            <a:endParaRPr/>
          </a:p>
          <a:p>
            <a:endParaRPr lang="zh-CN" altLang="en-US" dirty="0"/>
          </a:p>
        </p:txBody>
      </p:sp>
      <p:sp>
        <p:nvSpPr>
          <p:cNvPr id="149" name="AutoShape 17"/>
          <p:cNvSpPr/>
          <p:nvPr/>
        </p:nvSpPr>
        <p:spPr>
          <a:xfrm>
            <a:off x="117987" y="2036808"/>
            <a:ext cx="8715375" cy="4342995"/>
          </a:xfrm>
          <a:prstGeom prst="roundRect">
            <a:avLst>
              <a:gd name="adj" fmla="val 813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public class </a:t>
            </a:r>
            <a:r>
              <a:rPr lang="en-US" altLang="zh-CN" sz="2800" b="1" dirty="0">
                <a:solidFill>
                  <a:srgbClr val="003300"/>
                </a:solidFill>
                <a:latin typeface="Arial"/>
                <a:ea typeface="黑体" panose="02010609060101010101" pitchFamily="2" charset="-122"/>
              </a:rPr>
              <a:t>Long</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Exception extends Exception{</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public </a:t>
            </a:r>
            <a:r>
              <a:rPr lang="en-US" altLang="zh-CN" sz="2800" b="1" dirty="0">
                <a:solidFill>
                  <a:srgbClr val="003300"/>
                </a:solidFill>
                <a:latin typeface="Arial"/>
                <a:ea typeface="黑体" panose="02010609060101010101" pitchFamily="2" charset="-122"/>
              </a:rPr>
              <a:t>Long</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Exception(){</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public </a:t>
            </a:r>
            <a:r>
              <a:rPr lang="en-US" altLang="zh-CN" sz="2800" b="1" dirty="0">
                <a:solidFill>
                  <a:srgbClr val="003300"/>
                </a:solidFill>
                <a:latin typeface="Arial"/>
                <a:ea typeface="黑体" panose="02010609060101010101" pitchFamily="2" charset="-122"/>
              </a:rPr>
              <a:t>Long</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Exception(String message){</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super(message);</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r>
              <a:rPr kumimoji="0" lang="en-US" altLang="zh-CN" sz="2800" b="1" i="0" u="none" strike="noStrike" kern="1200" cap="none" spc="0" normalizeH="0" baseline="0" noProof="0" dirty="0" err="1">
                <a:ln>
                  <a:noFill/>
                </a:ln>
                <a:solidFill>
                  <a:srgbClr val="003300"/>
                </a:solidFill>
                <a:effectLst/>
                <a:uLnTx/>
                <a:uFillTx/>
                <a:latin typeface="Arial"/>
                <a:ea typeface="黑体" panose="02010609060101010101" pitchFamily="2" charset="-122"/>
                <a:cs typeface="+mn-cs"/>
              </a:rPr>
              <a:t>System.out.println</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r>
              <a:rPr kumimoji="0" lang="en-US" altLang="zh-CN" sz="2800" b="1" i="0" u="none" strike="noStrike" kern="1200" cap="none" spc="0" normalizeH="0" baseline="0" noProof="0" dirty="0" err="1">
                <a:ln>
                  <a:noFill/>
                </a:ln>
                <a:solidFill>
                  <a:srgbClr val="003300"/>
                </a:solidFill>
                <a:effectLst/>
                <a:uLnTx/>
                <a:uFillTx/>
                <a:latin typeface="Arial"/>
                <a:ea typeface="黑体" panose="02010609060101010101" pitchFamily="2" charset="-122"/>
                <a:cs typeface="+mn-cs"/>
              </a:rPr>
              <a:t>getMessage</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标题 1"/>
          <p:cNvSpPr>
            <a:spLocks noGrp="1"/>
          </p:cNvSpPr>
          <p:nvPr>
            <p:ph type="title"/>
          </p:nvPr>
        </p:nvSpPr>
        <p:spPr>
          <a:ln/>
        </p:spPr>
        <p:txBody>
          <a:bodyPr vert="horz" wrap="square" lIns="91440" tIns="45720" rIns="91440" bIns="45720" anchor="ctr"/>
          <a:lstStyle/>
          <a:p>
            <a:r>
              <a:rPr lang="zh-CN" altLang="en-US" dirty="0"/>
              <a:t>抛出自定义异常类</a:t>
            </a:r>
            <a:endParaRPr/>
          </a:p>
        </p:txBody>
      </p:sp>
      <p:sp>
        <p:nvSpPr>
          <p:cNvPr id="152" name="AutoShape 16"/>
          <p:cNvSpPr>
            <a:spLocks noGrp="1"/>
          </p:cNvSpPr>
          <p:nvPr>
            <p:ph idx="1"/>
          </p:nvPr>
        </p:nvSpPr>
        <p:spPr>
          <a:xfrm>
            <a:off x="323528" y="1108650"/>
            <a:ext cx="8229600" cy="5555028"/>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class AccpTeacher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private String id;// </a:t>
            </a:r>
            <a:r>
              <a:rPr lang="zh-CN" altLang="en-US" sz="2400" b="1" dirty="0">
                <a:solidFill>
                  <a:srgbClr val="003300"/>
                </a:solidFill>
                <a:ea typeface="黑体" panose="02010609060101010101" pitchFamily="2" charset="-122"/>
              </a:rPr>
              <a:t>教员编号</a:t>
            </a:r>
            <a:r>
              <a:rPr lang="en-US" altLang="zh-CN" sz="2400" b="1" dirty="0">
                <a:solidFill>
                  <a:srgbClr val="003300"/>
                </a:solidFill>
                <a:ea typeface="黑体" panose="02010609060101010101" pitchFamily="2" charset="-122"/>
              </a:rPr>
              <a:t>,</a:t>
            </a:r>
            <a:r>
              <a:rPr lang="zh-CN" altLang="en-US" sz="2400" b="1" dirty="0">
                <a:solidFill>
                  <a:srgbClr val="003300"/>
                </a:solidFill>
                <a:ea typeface="黑体" panose="02010609060101010101" pitchFamily="2" charset="-122"/>
              </a:rPr>
              <a:t>长度应为</a:t>
            </a:r>
            <a:r>
              <a:rPr lang="en-US" altLang="zh-CN" sz="2400" b="1" dirty="0">
                <a:solidFill>
                  <a:srgbClr val="003300"/>
                </a:solidFill>
                <a:ea typeface="黑体" panose="02010609060101010101" pitchFamily="2" charset="-122"/>
              </a:rPr>
              <a:t>7</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public void setId(String pId) throws </a:t>
            </a:r>
            <a:r>
              <a:rPr lang="en-US" altLang="zh-CN" sz="1800" b="1" dirty="0" err="1">
                <a:solidFill>
                  <a:srgbClr val="003300"/>
                </a:solidFill>
                <a:ea typeface="黑体" panose="02010609060101010101" pitchFamily="2" charset="-122"/>
              </a:rPr>
              <a:t>LongException</a:t>
            </a:r>
            <a:r>
              <a:rPr lang="en-US" altLang="zh-CN" sz="2400" b="1" dirty="0">
                <a:solidFill>
                  <a:srgbClr val="003300"/>
                </a:solidFill>
                <a:ea typeface="黑体" panose="02010609060101010101" pitchFamily="2" charset="-122"/>
              </a:rPr>
              <a:t>{</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 </a:t>
            </a:r>
            <a:r>
              <a:rPr lang="zh-CN" altLang="en-US" sz="2400" b="1" dirty="0">
                <a:solidFill>
                  <a:srgbClr val="003300"/>
                </a:solidFill>
                <a:ea typeface="黑体" panose="02010609060101010101" pitchFamily="2" charset="-122"/>
              </a:rPr>
              <a:t>判断教员编号的长度是否为</a:t>
            </a:r>
            <a:r>
              <a:rPr lang="en-US" altLang="zh-CN" sz="2400" b="1" dirty="0">
                <a:solidFill>
                  <a:srgbClr val="003300"/>
                </a:solidFill>
                <a:ea typeface="黑体" panose="02010609060101010101" pitchFamily="2" charset="-122"/>
              </a:rPr>
              <a:t>7</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if (pId.length() == 7) {</a:t>
            </a:r>
            <a:endParaRPr/>
          </a:p>
          <a:p>
            <a:pPr marL="914400" lvl="2" indent="0" eaLnBrk="1" fontAlgn="b" hangingPunct="1">
              <a:buClr>
                <a:schemeClr val="folHlink"/>
              </a:buClr>
              <a:buSzPct val="60000"/>
              <a:buFont typeface="Wingdings" panose="05000000000000000000" pitchFamily="2" charset="2"/>
              <a:buNone/>
            </a:pPr>
            <a:r>
              <a:rPr lang="en-US" altLang="zh-CN" b="1" dirty="0">
                <a:solidFill>
                  <a:srgbClr val="003300"/>
                </a:solidFill>
                <a:ea typeface="黑体" panose="02010609060101010101" pitchFamily="2" charset="-122"/>
              </a:rPr>
              <a:t>id = pId;</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 else {</a:t>
            </a:r>
            <a:endParaRPr/>
          </a:p>
          <a:p>
            <a:pPr marL="457200" lvl="1" indent="0" eaLnBrk="1" fontAlgn="b" hangingPunct="1">
              <a:buClr>
                <a:schemeClr val="folHlink"/>
              </a:buClr>
              <a:buSzPct val="60000"/>
              <a:buFont typeface="Wingdings" panose="05000000000000000000" pitchFamily="2" charset="2"/>
              <a:buNone/>
            </a:pPr>
            <a:r>
              <a:rPr lang="en-US" altLang="zh-CN" b="1" dirty="0">
                <a:solidFill>
                  <a:schemeClr val="tx2">
                    <a:lumMod val="60000"/>
                    <a:lumOff val="40000"/>
                  </a:schemeClr>
                </a:solidFill>
                <a:ea typeface="黑体" panose="02010609060101010101" pitchFamily="2" charset="-122"/>
              </a:rPr>
              <a:t>throw new </a:t>
            </a:r>
            <a:r>
              <a:rPr lang="en-US" altLang="zh-CN" b="1" dirty="0" err="1">
                <a:solidFill>
                  <a:schemeClr val="tx2">
                    <a:lumMod val="60000"/>
                    <a:lumOff val="40000"/>
                  </a:schemeClr>
                </a:solidFill>
                <a:ea typeface="黑体" panose="02010609060101010101" pitchFamily="2" charset="-122"/>
              </a:rPr>
              <a:t>LongException</a:t>
            </a:r>
            <a:r>
              <a:rPr lang="en-US" altLang="zh-CN" b="1" dirty="0">
                <a:solidFill>
                  <a:srgbClr val="003300"/>
                </a:solidFill>
                <a:ea typeface="黑体" panose="02010609060101010101" pitchFamily="2" charset="-122"/>
              </a:rPr>
              <a:t>("</a:t>
            </a:r>
            <a:r>
              <a:rPr lang="zh-CN" altLang="en-US" b="1" dirty="0">
                <a:solidFill>
                  <a:srgbClr val="003300"/>
                </a:solidFill>
                <a:ea typeface="黑体" panose="02010609060101010101" pitchFamily="2" charset="-122"/>
              </a:rPr>
              <a:t>参数长度应为</a:t>
            </a:r>
            <a:r>
              <a:rPr lang="en-US" altLang="zh-CN" b="1" dirty="0">
                <a:solidFill>
                  <a:srgbClr val="003300"/>
                </a:solidFill>
                <a:ea typeface="黑体" panose="02010609060101010101" pitchFamily="2" charset="-122"/>
              </a:rPr>
              <a:t>7</a:t>
            </a:r>
            <a:r>
              <a:rPr lang="zh-CN" altLang="en-US" b="1" dirty="0">
                <a:solidFill>
                  <a:srgbClr val="003300"/>
                </a:solidFill>
                <a:ea typeface="黑体" panose="02010609060101010101" pitchFamily="2" charset="-122"/>
              </a:rPr>
              <a:t>！</a:t>
            </a:r>
            <a:r>
              <a:rPr lang="en-US" altLang="zh-CN" b="1" dirty="0">
                <a:solidFill>
                  <a:srgbClr val="003300"/>
                </a:solidFill>
                <a:ea typeface="黑体" panose="02010609060101010101" pitchFamily="2" charset="-122"/>
              </a:rPr>
              <a:t>");</a:t>
            </a:r>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3"/>
          <p:cNvSpPr>
            <a:spLocks noGrp="1"/>
          </p:cNvSpPr>
          <p:nvPr>
            <p:ph type="title"/>
          </p:nvPr>
        </p:nvSpPr>
        <p:spPr>
          <a:xfrm>
            <a:off x="107504" y="312111"/>
            <a:ext cx="7905750" cy="576262"/>
          </a:xfrm>
          <a:ln/>
        </p:spPr>
        <p:txBody>
          <a:bodyPr vert="horz" wrap="square" lIns="91440" tIns="45720" rIns="91440" bIns="45720" anchor="ctr"/>
          <a:lstStyle/>
          <a:p>
            <a:pPr eaLnBrk="1" hangingPunct="1"/>
            <a:r>
              <a:rPr lang="zh-CN" altLang="en-US" dirty="0"/>
              <a:t>自定义异常的异常处理</a:t>
            </a:r>
            <a:endParaRPr/>
          </a:p>
        </p:txBody>
      </p:sp>
      <p:sp>
        <p:nvSpPr>
          <p:cNvPr id="155" name="AutoShape 17"/>
          <p:cNvSpPr/>
          <p:nvPr/>
        </p:nvSpPr>
        <p:spPr>
          <a:xfrm>
            <a:off x="107504" y="1118758"/>
            <a:ext cx="8496944" cy="5427131"/>
          </a:xfrm>
          <a:prstGeom prst="roundRect">
            <a:avLst>
              <a:gd name="adj" fmla="val 813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public class </a:t>
            </a:r>
            <a:r>
              <a:rPr kumimoji="0" lang="en-US" altLang="zh-CN" sz="2800" b="1" i="0" u="none" strike="noStrike" kern="1200" cap="none" spc="0" normalizeH="0" baseline="0" noProof="0" dirty="0" err="1">
                <a:ln>
                  <a:noFill/>
                </a:ln>
                <a:solidFill>
                  <a:srgbClr val="003300"/>
                </a:solidFill>
                <a:effectLst/>
                <a:uLnTx/>
                <a:uFillTx/>
                <a:latin typeface="Arial"/>
                <a:ea typeface="黑体" panose="02010609060101010101" pitchFamily="2" charset="-122"/>
                <a:cs typeface="+mn-cs"/>
              </a:rPr>
              <a:t>AccpTeacherTest</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4{</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public static void main(String[] args) {</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AccpTeacher teacher = new AccpTeacher();</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try {</a:t>
            </a:r>
            <a:endParaRPr/>
          </a:p>
          <a:p>
            <a:pPr marL="914400" marR="0" lvl="2"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teacher.setId("088");</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catch (L</a:t>
            </a:r>
            <a:r>
              <a:rPr lang="en-US" altLang="zh-CN" b="1" dirty="0" err="1">
                <a:solidFill>
                  <a:srgbClr val="003300"/>
                </a:solidFill>
                <a:latin typeface="Arial"/>
                <a:ea typeface="黑体" panose="02010609060101010101" pitchFamily="2" charset="-122"/>
              </a:rPr>
              <a:t>ong</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Exception </a:t>
            </a:r>
            <a:r>
              <a:rPr lang="en-US" altLang="zh-CN" b="1" dirty="0">
                <a:solidFill>
                  <a:srgbClr val="003300"/>
                </a:solidFill>
                <a:latin typeface="Arial"/>
                <a:ea typeface="黑体" panose="02010609060101010101" pitchFamily="2" charset="-122"/>
              </a:rPr>
              <a:t>l</a:t>
            </a: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x) {</a:t>
            </a:r>
            <a:endParaRPr/>
          </a:p>
          <a:p>
            <a:pPr marL="914400" marR="0" lvl="2"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System.out.println(ex.getMessage());</a:t>
            </a:r>
            <a:endParaRPr/>
          </a:p>
          <a:p>
            <a:pPr marL="457200" marR="0" lvl="1"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    }</a:t>
            </a:r>
            <a:endParaRPr/>
          </a:p>
          <a:p>
            <a:pPr marL="0" marR="0" lvl="0" indent="0" algn="l" defTabSz="914400" rtl="0" eaLnBrk="1" fontAlgn="b" latinLnBrk="0" hangingPunct="1">
              <a:lnSpc>
                <a:spcPct val="100000"/>
              </a:lnSpc>
              <a:spcBef>
                <a:spcPct val="20000"/>
              </a:spcBef>
              <a:spcAft>
                <a:spcPct val="1"/>
              </a:spcAft>
              <a:buClr>
                <a:srgbClr val="DD693B"/>
              </a:buClr>
              <a:buSzPct val="60000"/>
              <a:buFont typeface="Wingdings" panose="05000000000000000000" pitchFamily="2" charset="2"/>
              <a:buNone/>
              <a:tabLst/>
              <a:defRPr/>
            </a:pPr>
            <a:r>
              <a:rPr kumimoji="0" lang="en-US" altLang="zh-CN" sz="2800" b="1" i="0" u="none" strike="noStrike" kern="1200" cap="none" spc="0" normalizeH="0" baseline="0" noProof="0" dirty="0">
                <a:ln>
                  <a:noFill/>
                </a:ln>
                <a:solidFill>
                  <a:srgbClr val="003300"/>
                </a:solidFill>
                <a:effectLst/>
                <a:uLnTx/>
                <a:uFillTx/>
                <a:latin typeface="Arial"/>
                <a:ea typeface="黑体" panose="02010609060101010101" pitchFamily="2" charset="-122"/>
                <a:cs typeface="+mn-cs"/>
              </a:rPr>
              <a:t>}</a:t>
            </a:r>
            <a:endParaRPr/>
          </a:p>
        </p:txBody>
      </p:sp>
      <p:sp>
        <p:nvSpPr>
          <p:cNvPr id="156" name="AutoShape 12"/>
          <p:cNvSpPr/>
          <p:nvPr/>
        </p:nvSpPr>
        <p:spPr>
          <a:xfrm>
            <a:off x="4918250" y="3068960"/>
            <a:ext cx="3024188" cy="57626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marL="0" marR="0" lvl="0" indent="0" algn="ctr" defTabSz="914400" rtl="0" eaLnBrk="0" fontAlgn="base" latinLnBrk="0" hangingPunct="0">
              <a:lnSpc>
                <a:spcPct val="100000"/>
              </a:lnSpc>
              <a:spcBef>
                <a:spcPct val="1"/>
              </a:spcBef>
              <a:spcAft>
                <a:spcPct val="1"/>
              </a:spcAft>
              <a:buClrTx/>
              <a:buSzTx/>
              <a:buFontTx/>
              <a:buNone/>
              <a:tabLst/>
              <a:defRPr/>
            </a:pPr>
            <a:r>
              <a:rPr kumimoji="0" lang="zh-CN" altLang="en-US" sz="1800" b="1" i="0" u="none" strike="noStrike" kern="1200" cap="none" spc="0" normalizeH="0" baseline="0" noProof="0" dirty="0">
                <a:ln>
                  <a:noFill/>
                </a:ln>
                <a:solidFill>
                  <a:srgbClr val="003300"/>
                </a:solidFill>
                <a:effectLst/>
                <a:uLnTx/>
                <a:uFillTx/>
                <a:latin typeface="Arial" panose="020B0604020202020204" pitchFamily="34" charset="0"/>
                <a:ea typeface="黑体" panose="02010609060101010101" pitchFamily="2" charset="-122"/>
                <a:cs typeface="+mn-cs"/>
              </a:rPr>
              <a:t>由调用者捕获异常 </a:t>
            </a:r>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angle 2"/>
          <p:cNvSpPr>
            <a:spLocks noGrp="1"/>
          </p:cNvSpPr>
          <p:nvPr>
            <p:ph type="title"/>
          </p:nvPr>
        </p:nvSpPr>
        <p:spPr>
          <a:ln/>
        </p:spPr>
        <p:txBody>
          <a:bodyPr vert="horz" wrap="square" lIns="91440" tIns="45720" rIns="91440" bIns="45720" anchor="ctr"/>
          <a:lstStyle/>
          <a:p>
            <a:pPr eaLnBrk="1" hangingPunct="1"/>
            <a:r>
              <a:rPr lang="zh-CN" altLang="en-US" dirty="0"/>
              <a:t>课堂练习</a:t>
            </a:r>
            <a:endParaRPr lang="en-US" altLang="zh-CN" dirty="0"/>
          </a:p>
        </p:txBody>
      </p:sp>
      <p:sp>
        <p:nvSpPr>
          <p:cNvPr id="159" name="Rectangle 3"/>
          <p:cNvSpPr>
            <a:spLocks noGrp="1"/>
          </p:cNvSpPr>
          <p:nvPr>
            <p:ph idx="1"/>
          </p:nvPr>
        </p:nvSpPr>
        <p:spPr>
          <a:xfrm>
            <a:off x="0" y="1196752"/>
            <a:ext cx="9144000" cy="5112568"/>
          </a:xfrm>
          <a:ln/>
        </p:spPr>
        <p:txBody>
          <a:bodyPr vert="horz" wrap="square" lIns="91440" tIns="45720" rIns="91440" bIns="45720" anchor="t"/>
          <a:lstStyle/>
          <a:p>
            <a:pPr eaLnBrk="1" hangingPunct="1"/>
            <a:r>
              <a:rPr lang="zh-CN" altLang="en-US" dirty="0"/>
              <a:t>编写一个类</a:t>
            </a:r>
            <a:r>
              <a:rPr lang="en-US" altLang="zh-CN" dirty="0" err="1"/>
              <a:t>AppMath</a:t>
            </a:r>
            <a:r>
              <a:rPr lang="zh-CN" altLang="en-US" dirty="0"/>
              <a:t>：计算正偶数的平方根</a:t>
            </a:r>
            <a:r>
              <a:rPr lang="en-US" altLang="zh-CN" dirty="0" err="1"/>
              <a:t>calSqrt</a:t>
            </a:r>
            <a:r>
              <a:rPr lang="zh-CN" altLang="en-US" dirty="0"/>
              <a:t>。如果是负数，抛出</a:t>
            </a:r>
            <a:r>
              <a:rPr lang="en-US" altLang="zh-CN" dirty="0" err="1"/>
              <a:t>NeException</a:t>
            </a:r>
            <a:r>
              <a:rPr lang="zh-CN" altLang="en-US" dirty="0"/>
              <a:t>。如果是奇数，抛出</a:t>
            </a:r>
            <a:r>
              <a:rPr lang="en-US" altLang="zh-CN" dirty="0" err="1"/>
              <a:t>OddException</a:t>
            </a:r>
            <a:r>
              <a:rPr lang="zh-CN" altLang="en-US" dirty="0"/>
              <a:t>。</a:t>
            </a:r>
            <a:endParaRPr lang="en-US" altLang="zh-CN" dirty="0"/>
          </a:p>
          <a:p>
            <a:pPr eaLnBrk="1" hangingPunct="1"/>
            <a:r>
              <a:rPr lang="zh-CN" altLang="en-US" dirty="0"/>
              <a:t>分别创建</a:t>
            </a:r>
            <a:r>
              <a:rPr lang="en-US" altLang="zh-CN" dirty="0" err="1"/>
              <a:t>NeException</a:t>
            </a:r>
            <a:r>
              <a:rPr lang="zh-CN" altLang="en-US" dirty="0"/>
              <a:t>和</a:t>
            </a:r>
            <a:r>
              <a:rPr lang="en-US" altLang="zh-CN" dirty="0" err="1"/>
              <a:t>OddException</a:t>
            </a:r>
            <a:r>
              <a:rPr lang="zh-CN" altLang="en-US" dirty="0"/>
              <a:t>异常类</a:t>
            </a:r>
            <a:endParaRPr lang="en-US" altLang="zh-CN" dirty="0"/>
          </a:p>
          <a:p>
            <a:pPr eaLnBrk="1" hangingPunct="1"/>
            <a:r>
              <a:rPr lang="zh-CN" altLang="en-US" dirty="0"/>
              <a:t>编写一个类</a:t>
            </a:r>
            <a:r>
              <a:rPr lang="en-US" altLang="zh-CN" dirty="0"/>
              <a:t>ExceptionTest1</a:t>
            </a:r>
            <a:r>
              <a:rPr lang="zh-CN" altLang="en-US" dirty="0"/>
              <a:t>，在</a:t>
            </a:r>
            <a:r>
              <a:rPr lang="en-US" altLang="zh-CN" dirty="0"/>
              <a:t>main</a:t>
            </a:r>
            <a:r>
              <a:rPr lang="zh-CN" altLang="en-US" dirty="0"/>
              <a:t>方法中使用</a:t>
            </a:r>
            <a:r>
              <a:rPr lang="en-US" altLang="zh-CN" dirty="0"/>
              <a:t>try</a:t>
            </a:r>
            <a:r>
              <a:rPr lang="zh-CN" altLang="en-US" dirty="0"/>
              <a:t>、</a:t>
            </a:r>
            <a:r>
              <a:rPr lang="en-US" altLang="zh-CN" dirty="0"/>
              <a:t>catch</a:t>
            </a:r>
            <a:r>
              <a:rPr lang="zh-CN" altLang="en-US" dirty="0"/>
              <a:t>、</a:t>
            </a:r>
            <a:r>
              <a:rPr lang="en-US" altLang="zh-CN" dirty="0"/>
              <a:t>finally</a:t>
            </a:r>
            <a:r>
              <a:rPr lang="zh-CN" altLang="en-US" dirty="0"/>
              <a:t>：</a:t>
            </a:r>
            <a:endParaRPr/>
          </a:p>
          <a:p>
            <a:pPr lvl="1" eaLnBrk="1" hangingPunct="1"/>
            <a:r>
              <a:rPr lang="zh-CN" altLang="en-US" dirty="0"/>
              <a:t>在</a:t>
            </a:r>
            <a:r>
              <a:rPr lang="en-US" altLang="zh-CN" dirty="0"/>
              <a:t>try</a:t>
            </a:r>
            <a:r>
              <a:rPr lang="zh-CN" altLang="en-US" dirty="0"/>
              <a:t>块中，调用</a:t>
            </a:r>
            <a:r>
              <a:rPr lang="en-US" altLang="zh-CN" dirty="0" err="1"/>
              <a:t>AppMath</a:t>
            </a:r>
            <a:r>
              <a:rPr lang="zh-CN" altLang="en-US" dirty="0"/>
              <a:t>的</a:t>
            </a:r>
            <a:r>
              <a:rPr lang="en-US" altLang="zh-CN" dirty="0" err="1"/>
              <a:t>calSqrt</a:t>
            </a:r>
            <a:r>
              <a:rPr lang="zh-CN" altLang="en-US" dirty="0"/>
              <a:t>方法</a:t>
            </a:r>
            <a:endParaRPr/>
          </a:p>
          <a:p>
            <a:pPr lvl="1" eaLnBrk="1" hangingPunct="1"/>
            <a:r>
              <a:rPr lang="zh-CN" altLang="en-US" dirty="0"/>
              <a:t>在</a:t>
            </a:r>
            <a:r>
              <a:rPr lang="en-US" altLang="zh-CN" dirty="0"/>
              <a:t>catch</a:t>
            </a:r>
            <a:r>
              <a:rPr lang="zh-CN" altLang="en-US" dirty="0"/>
              <a:t>块中，捕获</a:t>
            </a:r>
            <a:r>
              <a:rPr lang="en-US" altLang="zh-CN" dirty="0" err="1"/>
              <a:t>calSqrt</a:t>
            </a:r>
            <a:r>
              <a:rPr lang="zh-CN" altLang="en-US" dirty="0"/>
              <a:t>方法所产生的异常，并且打印异常信息</a:t>
            </a:r>
            <a:endParaRPr/>
          </a:p>
          <a:p>
            <a:pPr lvl="1" eaLnBrk="1" hangingPunct="1"/>
            <a:r>
              <a:rPr lang="zh-CN" altLang="en-US" dirty="0"/>
              <a:t>在</a:t>
            </a:r>
            <a:r>
              <a:rPr lang="en-US" altLang="zh-CN" dirty="0"/>
              <a:t>finally</a:t>
            </a:r>
            <a:r>
              <a:rPr lang="zh-CN" altLang="en-US" dirty="0"/>
              <a:t>块中，打印“</a:t>
            </a:r>
            <a:r>
              <a:rPr lang="en-US" altLang="zh-CN" dirty="0"/>
              <a:t>finally</a:t>
            </a:r>
            <a:r>
              <a:rPr lang="zh-CN" altLang="en-US" dirty="0"/>
              <a:t>语句都执行”</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标题 1"/>
          <p:cNvSpPr>
            <a:spLocks noGrp="1"/>
          </p:cNvSpPr>
          <p:nvPr>
            <p:ph type="title"/>
          </p:nvPr>
        </p:nvSpPr>
        <p:spPr>
          <a:ln/>
        </p:spPr>
        <p:txBody>
          <a:bodyPr vert="horz" wrap="square" lIns="91440" tIns="45720" rIns="91440" bIns="45720" anchor="ctr"/>
          <a:lstStyle/>
          <a:p>
            <a:r>
              <a:rPr lang="en-US" altLang="zh-CN" dirty="0" err="1"/>
              <a:t>AppMath</a:t>
            </a:r>
            <a:endParaRPr lang="zh-CN" altLang="en-US" dirty="0"/>
          </a:p>
        </p:txBody>
      </p:sp>
      <p:sp>
        <p:nvSpPr>
          <p:cNvPr id="162" name="AutoShape 16"/>
          <p:cNvSpPr>
            <a:spLocks noGrp="1"/>
          </p:cNvSpPr>
          <p:nvPr>
            <p:ph idx="1"/>
          </p:nvPr>
        </p:nvSpPr>
        <p:spPr>
          <a:xfrm>
            <a:off x="-90311" y="239406"/>
            <a:ext cx="9313333" cy="6175772"/>
          </a:xfrm>
          <a:prstGeom prst="roundRect">
            <a:avLst>
              <a:gd name="adj" fmla="val 5963"/>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class </a:t>
            </a:r>
            <a:r>
              <a:rPr lang="en-US" altLang="zh-CN" sz="2400" b="1" dirty="0" err="1">
                <a:solidFill>
                  <a:srgbClr val="003300"/>
                </a:solidFill>
                <a:ea typeface="黑体" panose="02010609060101010101" pitchFamily="2" charset="-122"/>
              </a:rPr>
              <a:t>AppMath</a:t>
            </a: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public static void  </a:t>
            </a:r>
            <a:r>
              <a:rPr lang="en-US" altLang="zh-CN" sz="2400" b="1" dirty="0" err="1">
                <a:solidFill>
                  <a:srgbClr val="003300"/>
                </a:solidFill>
                <a:ea typeface="黑体" panose="02010609060101010101" pitchFamily="2" charset="-122"/>
              </a:rPr>
              <a:t>cal</a:t>
            </a:r>
            <a:r>
              <a:rPr lang="en-US" altLang="zh-CN" sz="2400" dirty="0" err="1"/>
              <a:t>Sqrt</a:t>
            </a:r>
            <a:r>
              <a:rPr lang="en-US" altLang="zh-CN" sz="2400" b="1" dirty="0">
                <a:solidFill>
                  <a:srgbClr val="003300"/>
                </a:solidFill>
                <a:ea typeface="黑体" panose="02010609060101010101" pitchFamily="2" charset="-122"/>
              </a:rPr>
              <a:t>(</a:t>
            </a:r>
            <a:r>
              <a:rPr lang="en-US" altLang="zh-CN" sz="2400" b="1" dirty="0" err="1">
                <a:solidFill>
                  <a:srgbClr val="003300"/>
                </a:solidFill>
                <a:ea typeface="黑体" panose="02010609060101010101" pitchFamily="2" charset="-122"/>
              </a:rPr>
              <a:t>int</a:t>
            </a:r>
            <a:r>
              <a:rPr lang="en-US" altLang="zh-CN" sz="2400" b="1" dirty="0">
                <a:solidFill>
                  <a:srgbClr val="003300"/>
                </a:solidFill>
                <a:ea typeface="黑体" panose="02010609060101010101" pitchFamily="2" charset="-122"/>
              </a:rPr>
              <a:t> number) throws </a:t>
            </a:r>
            <a:r>
              <a:rPr lang="en-US" altLang="zh-CN" sz="2400" b="1" dirty="0" err="1">
                <a:solidFill>
                  <a:srgbClr val="003300"/>
                </a:solidFill>
                <a:ea typeface="黑体" panose="02010609060101010101" pitchFamily="2" charset="-122"/>
              </a:rPr>
              <a:t>NeException,OddException</a:t>
            </a:r>
            <a:r>
              <a:rPr lang="en-US" altLang="zh-CN" sz="2400" b="1" dirty="0">
                <a:solidFill>
                  <a:srgbClr val="003300"/>
                </a:solidFill>
                <a:ea typeface="黑体" panose="02010609060101010101" pitchFamily="2" charset="-122"/>
              </a:rPr>
              <a:t>{</a:t>
            </a: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if (number&lt;0) {</a:t>
            </a:r>
            <a:endParaRPr/>
          </a:p>
          <a:p>
            <a:pPr marL="457200" lvl="1" indent="0" eaLnBrk="1" fontAlgn="b" hangingPunct="1">
              <a:buClr>
                <a:schemeClr val="folHlink"/>
              </a:buClr>
              <a:buSzPct val="60000"/>
              <a:buFont typeface="Wingdings" panose="05000000000000000000" pitchFamily="2" charset="2"/>
              <a:buNone/>
            </a:pPr>
            <a:r>
              <a:rPr lang="en-US" altLang="zh-CN" b="1" dirty="0">
                <a:solidFill>
                  <a:schemeClr val="tx2">
                    <a:lumMod val="60000"/>
                    <a:lumOff val="40000"/>
                  </a:schemeClr>
                </a:solidFill>
                <a:ea typeface="黑体" panose="02010609060101010101" pitchFamily="2" charset="-122"/>
              </a:rPr>
              <a:t>  throw new </a:t>
            </a:r>
            <a:r>
              <a:rPr lang="en-US" altLang="zh-CN" b="1" dirty="0" err="1">
                <a:solidFill>
                  <a:srgbClr val="003300"/>
                </a:solidFill>
                <a:ea typeface="黑体" panose="02010609060101010101" pitchFamily="2" charset="-122"/>
              </a:rPr>
              <a:t>Ne</a:t>
            </a:r>
            <a:r>
              <a:rPr lang="en-US" altLang="zh-CN" b="1" dirty="0" err="1">
                <a:solidFill>
                  <a:schemeClr val="tx2">
                    <a:lumMod val="60000"/>
                    <a:lumOff val="40000"/>
                  </a:schemeClr>
                </a:solidFill>
                <a:ea typeface="黑体" panose="02010609060101010101" pitchFamily="2" charset="-122"/>
              </a:rPr>
              <a:t>Exception</a:t>
            </a:r>
            <a:r>
              <a:rPr lang="en-US" altLang="zh-CN" b="1" dirty="0">
                <a:solidFill>
                  <a:srgbClr val="003300"/>
                </a:solidFill>
                <a:ea typeface="黑体" panose="02010609060101010101" pitchFamily="2" charset="-122"/>
              </a:rPr>
              <a:t>(“</a:t>
            </a:r>
            <a:r>
              <a:rPr lang="zh-CN" altLang="en-US" b="1" dirty="0">
                <a:solidFill>
                  <a:srgbClr val="003300"/>
                </a:solidFill>
                <a:ea typeface="黑体" panose="02010609060101010101" pitchFamily="2" charset="-122"/>
              </a:rPr>
              <a:t>参数应大于</a:t>
            </a:r>
            <a:r>
              <a:rPr lang="en-US" altLang="zh-CN" b="1" dirty="0">
                <a:solidFill>
                  <a:srgbClr val="003300"/>
                </a:solidFill>
                <a:ea typeface="黑体" panose="02010609060101010101" pitchFamily="2" charset="-122"/>
              </a:rPr>
              <a:t>0");</a:t>
            </a: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 </a:t>
            </a: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else  if</a:t>
            </a:r>
            <a:r>
              <a:rPr lang="zh-CN" altLang="en-US" sz="2400" b="1" dirty="0">
                <a:solidFill>
                  <a:srgbClr val="003300"/>
                </a:solidFill>
                <a:ea typeface="黑体" panose="02010609060101010101" pitchFamily="2" charset="-122"/>
              </a:rPr>
              <a:t>（</a:t>
            </a:r>
            <a:r>
              <a:rPr lang="en-US" altLang="zh-CN" sz="2400" b="1" dirty="0">
                <a:solidFill>
                  <a:srgbClr val="003300"/>
                </a:solidFill>
                <a:ea typeface="黑体" panose="02010609060101010101" pitchFamily="2" charset="-122"/>
              </a:rPr>
              <a:t>number%</a:t>
            </a:r>
            <a:r>
              <a:rPr lang="zh-CN" altLang="en-US" sz="2400" b="1" dirty="0">
                <a:solidFill>
                  <a:srgbClr val="003300"/>
                </a:solidFill>
                <a:ea typeface="黑体" panose="02010609060101010101" pitchFamily="2" charset="-122"/>
              </a:rPr>
              <a:t>！</a:t>
            </a:r>
            <a:r>
              <a:rPr lang="en-US" altLang="zh-CN" sz="2400" b="1" dirty="0">
                <a:solidFill>
                  <a:srgbClr val="003300"/>
                </a:solidFill>
                <a:ea typeface="黑体" panose="02010609060101010101" pitchFamily="2" charset="-122"/>
              </a:rPr>
              <a:t>=0</a:t>
            </a:r>
            <a:r>
              <a:rPr lang="zh-CN" altLang="en-US" sz="2400" b="1" dirty="0">
                <a:solidFill>
                  <a:srgbClr val="003300"/>
                </a:solidFill>
                <a:ea typeface="黑体" panose="02010609060101010101" pitchFamily="2" charset="-122"/>
              </a:rPr>
              <a:t>）</a:t>
            </a:r>
            <a:endParaRPr lang="en-US" altLang="zh-CN" sz="2400" b="1" dirty="0">
              <a:solidFill>
                <a:srgbClr val="003300"/>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b="1" dirty="0">
                <a:solidFill>
                  <a:schemeClr val="tx2">
                    <a:lumMod val="60000"/>
                    <a:lumOff val="40000"/>
                  </a:schemeClr>
                </a:solidFill>
                <a:ea typeface="黑体" panose="02010609060101010101" pitchFamily="2" charset="-122"/>
              </a:rPr>
              <a:t>   throw new </a:t>
            </a:r>
            <a:r>
              <a:rPr lang="en-US" altLang="zh-CN" b="1" dirty="0" err="1">
                <a:solidFill>
                  <a:schemeClr val="tx2">
                    <a:lumMod val="60000"/>
                    <a:lumOff val="40000"/>
                  </a:schemeClr>
                </a:solidFill>
                <a:ea typeface="黑体" panose="02010609060101010101" pitchFamily="2" charset="-122"/>
              </a:rPr>
              <a:t>OddException</a:t>
            </a:r>
            <a:r>
              <a:rPr lang="en-US" altLang="zh-CN" b="1" dirty="0">
                <a:solidFill>
                  <a:srgbClr val="003300"/>
                </a:solidFill>
                <a:ea typeface="黑体" panose="02010609060101010101" pitchFamily="2" charset="-122"/>
              </a:rPr>
              <a:t>(“</a:t>
            </a:r>
            <a:r>
              <a:rPr lang="zh-CN" altLang="en-US" b="1" dirty="0">
                <a:solidFill>
                  <a:srgbClr val="003300"/>
                </a:solidFill>
                <a:ea typeface="黑体" panose="02010609060101010101" pitchFamily="2" charset="-122"/>
              </a:rPr>
              <a:t>参数应为偶数！</a:t>
            </a:r>
            <a:r>
              <a:rPr lang="en-US" altLang="zh-CN" b="1" dirty="0">
                <a:solidFill>
                  <a:srgbClr val="003300"/>
                </a:solidFill>
                <a:ea typeface="黑体" panose="02010609060101010101" pitchFamily="2" charset="-122"/>
              </a:rPr>
              <a:t>");</a:t>
            </a:r>
            <a:endParaRPr/>
          </a:p>
          <a:p>
            <a:pPr marL="457200" lvl="1" indent="0" eaLnBrk="1" fontAlgn="b" hangingPunct="1">
              <a:buClr>
                <a:schemeClr val="folHlink"/>
              </a:buClr>
              <a:buSzPct val="60000"/>
              <a:buFont typeface="Wingdings" panose="05000000000000000000" pitchFamily="2" charset="2"/>
              <a:buNone/>
            </a:pPr>
            <a:r>
              <a:rPr lang="en-US" altLang="zh-CN" b="1" dirty="0">
                <a:solidFill>
                  <a:srgbClr val="003300"/>
                </a:solidFill>
                <a:ea typeface="黑体" panose="02010609060101010101" pitchFamily="2" charset="-122"/>
              </a:rPr>
              <a:t>   else</a:t>
            </a:r>
            <a:endParaRPr/>
          </a:p>
          <a:p>
            <a:pPr marL="457200" lvl="1" indent="0" eaLnBrk="1" fontAlgn="b" hangingPunct="1">
              <a:buClr>
                <a:schemeClr val="folHlink"/>
              </a:buClr>
              <a:buSzPct val="60000"/>
              <a:buFont typeface="Wingdings" panose="05000000000000000000" pitchFamily="2" charset="2"/>
              <a:buNone/>
            </a:pPr>
            <a:r>
              <a:rPr lang="en-US" altLang="zh-CN" b="1" dirty="0">
                <a:solidFill>
                  <a:srgbClr val="003300"/>
                </a:solidFill>
                <a:ea typeface="黑体" panose="02010609060101010101" pitchFamily="2" charset="-122"/>
              </a:rPr>
              <a:t>   </a:t>
            </a:r>
            <a:r>
              <a:rPr lang="en-US" altLang="zh-CN" b="1" dirty="0" err="1">
                <a:solidFill>
                  <a:srgbClr val="003300"/>
                </a:solidFill>
                <a:ea typeface="黑体" panose="02010609060101010101" pitchFamily="2" charset="-122"/>
              </a:rPr>
              <a:t>System.out.println</a:t>
            </a:r>
            <a:r>
              <a:rPr lang="en-US" altLang="zh-CN" b="1" dirty="0">
                <a:solidFill>
                  <a:srgbClr val="003300"/>
                </a:solidFill>
                <a:ea typeface="黑体" panose="02010609060101010101" pitchFamily="2" charset="-122"/>
              </a:rPr>
              <a:t>(“</a:t>
            </a:r>
            <a:r>
              <a:rPr lang="zh-CN" altLang="en-US" sz="2400" b="1" dirty="0">
                <a:solidFill>
                  <a:srgbClr val="003300"/>
                </a:solidFill>
                <a:ea typeface="黑体" panose="02010609060101010101" pitchFamily="2" charset="-122"/>
              </a:rPr>
              <a:t>平方根</a:t>
            </a:r>
            <a:r>
              <a:rPr lang="en-US" altLang="zh-CN" sz="2400" b="1" dirty="0">
                <a:solidFill>
                  <a:srgbClr val="003300"/>
                </a:solidFill>
                <a:ea typeface="黑体" panose="02010609060101010101" pitchFamily="2" charset="-122"/>
              </a:rPr>
              <a:t>”+</a:t>
            </a:r>
            <a:r>
              <a:rPr lang="en-US" altLang="zh-CN" sz="2400" b="1" dirty="0" err="1">
                <a:solidFill>
                  <a:srgbClr val="003300"/>
                </a:solidFill>
                <a:ea typeface="黑体" panose="02010609060101010101" pitchFamily="2" charset="-122"/>
              </a:rPr>
              <a:t>Math.sqrt</a:t>
            </a:r>
            <a:r>
              <a:rPr lang="en-US" altLang="zh-CN" sz="2400" b="1" dirty="0">
                <a:solidFill>
                  <a:srgbClr val="003300"/>
                </a:solidFill>
                <a:ea typeface="黑体" panose="02010609060101010101" pitchFamily="2" charset="-122"/>
              </a:rPr>
              <a:t>(number)</a:t>
            </a:r>
            <a:r>
              <a:rPr lang="en-US" altLang="zh-CN" b="1" dirty="0">
                <a:solidFill>
                  <a:srgbClr val="003300"/>
                </a:solidFill>
                <a:ea typeface="黑体" panose="02010609060101010101" pitchFamily="2" charset="-122"/>
              </a:rPr>
              <a:t>)</a:t>
            </a:r>
            <a:r>
              <a:rPr lang="zh-CN" altLang="en-US" b="1" dirty="0">
                <a:solidFill>
                  <a:srgbClr val="003300"/>
                </a:solidFill>
                <a:ea typeface="黑体" panose="02010609060101010101" pitchFamily="2" charset="-122"/>
              </a:rPr>
              <a:t>；</a:t>
            </a:r>
            <a:endParaRPr lang="en-US" altLang="zh-CN" b="1" dirty="0">
              <a:solidFill>
                <a:srgbClr val="003300"/>
              </a:solidFill>
              <a:ea typeface="黑体" panose="02010609060101010101" pitchFamily="2" charset="-122"/>
            </a:endParaRPr>
          </a:p>
          <a:p>
            <a:pPr marL="457200" lvl="1"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    }</a:t>
            </a:r>
            <a:endParaRPr/>
          </a:p>
          <a:p>
            <a:pPr marL="0" lvl="0" indent="0" eaLnBrk="1" fontAlgn="b" hangingPunct="1">
              <a:buClr>
                <a:schemeClr val="folHlink"/>
              </a:buClr>
              <a:buSzPct val="60000"/>
              <a:buFont typeface="Wingdings" panose="05000000000000000000" pitchFamily="2" charset="2"/>
              <a:buNone/>
            </a:pPr>
            <a:r>
              <a:rPr lang="en-US" altLang="zh-CN" sz="2400" b="1" dirty="0">
                <a:solidFill>
                  <a:srgbClr val="003300"/>
                </a:solidFill>
                <a:ea typeface="黑体" panose="02010609060101010101" pitchFamily="2" charset="-122"/>
              </a:rPr>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标题 1"/>
          <p:cNvSpPr>
            <a:spLocks noGrp="1"/>
          </p:cNvSpPr>
          <p:nvPr>
            <p:ph type="title"/>
          </p:nvPr>
        </p:nvSpPr>
        <p:spPr>
          <a:ln/>
        </p:spPr>
        <p:txBody>
          <a:bodyPr vert="horz" wrap="square" lIns="91440" tIns="45720" rIns="91440" bIns="45720" anchor="ctr"/>
          <a:lstStyle/>
          <a:p>
            <a:r>
              <a:rPr lang="zh-CN" altLang="en-US" dirty="0"/>
              <a:t>自定义异常类定义</a:t>
            </a:r>
            <a:endParaRPr/>
          </a:p>
        </p:txBody>
      </p:sp>
      <p:sp>
        <p:nvSpPr>
          <p:cNvPr id="165" name="内容占位符 2"/>
          <p:cNvSpPr>
            <a:spLocks noGrp="1"/>
          </p:cNvSpPr>
          <p:nvPr>
            <p:ph idx="1"/>
          </p:nvPr>
        </p:nvSpPr>
        <p:spPr>
          <a:xfrm>
            <a:off x="428625" y="1357313"/>
            <a:ext cx="8229600" cy="4525962"/>
          </a:xfrm>
          <a:ln/>
        </p:spPr>
        <p:txBody>
          <a:bodyPr vert="horz" wrap="square" lIns="91440" tIns="45720" rIns="91440" bIns="45720" anchor="t"/>
          <a:lstStyle/>
          <a:p>
            <a:endParaRPr lang="zh-CN" altLang="en-US" dirty="0"/>
          </a:p>
        </p:txBody>
      </p:sp>
      <p:sp>
        <p:nvSpPr>
          <p:cNvPr id="166" name="AutoShape 17"/>
          <p:cNvSpPr/>
          <p:nvPr/>
        </p:nvSpPr>
        <p:spPr>
          <a:xfrm>
            <a:off x="264742" y="1212719"/>
            <a:ext cx="8715375" cy="4342995"/>
          </a:xfrm>
          <a:prstGeom prst="roundRect">
            <a:avLst>
              <a:gd name="adj" fmla="val 813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public class </a:t>
            </a:r>
            <a:r>
              <a:rPr lang="en-US" altLang="zh-CN" sz="2800" b="1" dirty="0" err="1">
                <a:solidFill>
                  <a:srgbClr val="003300"/>
                </a:solidFill>
                <a:ea typeface="黑体" panose="02010609060101010101" pitchFamily="2" charset="-122"/>
              </a:rPr>
              <a:t>NeException</a:t>
            </a:r>
            <a:r>
              <a:rPr lang="en-US" altLang="zh-CN" sz="2800" b="1" dirty="0">
                <a:solidFill>
                  <a:srgbClr val="003300"/>
                </a:solidFill>
                <a:ea typeface="黑体" panose="02010609060101010101" pitchFamily="2" charset="-122"/>
              </a:rPr>
              <a:t> extends Exception{</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public </a:t>
            </a:r>
            <a:r>
              <a:rPr lang="en-US" altLang="zh-CN" sz="2800" b="1" dirty="0" err="1">
                <a:solidFill>
                  <a:srgbClr val="003300"/>
                </a:solidFill>
                <a:ea typeface="黑体" panose="02010609060101010101" pitchFamily="2" charset="-122"/>
              </a:rPr>
              <a:t>NeException</a:t>
            </a:r>
            <a:r>
              <a:rPr lang="en-US" altLang="zh-CN" sz="2800" b="1" dirty="0">
                <a:solidFill>
                  <a:srgbClr val="003300"/>
                </a:solidFill>
                <a:ea typeface="黑体" panose="02010609060101010101" pitchFamily="2" charset="-122"/>
              </a:rPr>
              <a:t>(){</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public </a:t>
            </a:r>
            <a:r>
              <a:rPr lang="en-US" altLang="zh-CN" sz="2800" b="1" dirty="0" err="1">
                <a:solidFill>
                  <a:srgbClr val="003300"/>
                </a:solidFill>
                <a:ea typeface="黑体" panose="02010609060101010101" pitchFamily="2" charset="-122"/>
              </a:rPr>
              <a:t>NeException</a:t>
            </a:r>
            <a:r>
              <a:rPr lang="en-US" altLang="zh-CN" sz="2800" b="1" dirty="0">
                <a:solidFill>
                  <a:srgbClr val="003300"/>
                </a:solidFill>
                <a:ea typeface="黑体" panose="02010609060101010101" pitchFamily="2" charset="-122"/>
              </a:rPr>
              <a:t>(String message){</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super(message);</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a:t>
            </a:r>
            <a:r>
              <a:rPr lang="en-US" altLang="zh-CN" sz="2800" b="1" dirty="0" err="1">
                <a:solidFill>
                  <a:srgbClr val="003300"/>
                </a:solidFill>
                <a:ea typeface="黑体" panose="02010609060101010101" pitchFamily="2" charset="-122"/>
              </a:rPr>
              <a:t>System.out.println</a:t>
            </a:r>
            <a:r>
              <a:rPr lang="en-US" altLang="zh-CN" sz="2800" b="1" dirty="0">
                <a:solidFill>
                  <a:srgbClr val="003300"/>
                </a:solidFill>
                <a:ea typeface="黑体" panose="02010609060101010101" pitchFamily="2" charset="-122"/>
              </a:rPr>
              <a:t>(</a:t>
            </a:r>
            <a:r>
              <a:rPr lang="en-US" altLang="zh-CN" sz="2800" b="1" dirty="0" err="1">
                <a:solidFill>
                  <a:srgbClr val="003300"/>
                </a:solidFill>
                <a:ea typeface="黑体" panose="02010609060101010101" pitchFamily="2" charset="-122"/>
              </a:rPr>
              <a:t>getMessage</a:t>
            </a:r>
            <a:r>
              <a:rPr lang="en-US" altLang="zh-CN" sz="2800" b="1" dirty="0">
                <a:solidFill>
                  <a:srgbClr val="003300"/>
                </a:solidFill>
                <a:ea typeface="黑体" panose="02010609060101010101" pitchFamily="2" charset="-122"/>
              </a:rPr>
              <a:t>());</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a:t>
            </a:r>
            <a:endParaRP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Rectangle 3"/>
          <p:cNvSpPr>
            <a:spLocks noGrp="1"/>
          </p:cNvSpPr>
          <p:nvPr>
            <p:ph type="title"/>
          </p:nvPr>
        </p:nvSpPr>
        <p:spPr>
          <a:xfrm>
            <a:off x="107504" y="312111"/>
            <a:ext cx="7905750" cy="576262"/>
          </a:xfrm>
          <a:ln/>
        </p:spPr>
        <p:txBody>
          <a:bodyPr vert="horz" wrap="square" lIns="91440" tIns="45720" rIns="91440" bIns="45720" anchor="ctr"/>
          <a:lstStyle/>
          <a:p>
            <a:pPr eaLnBrk="1" hangingPunct="1"/>
            <a:r>
              <a:rPr lang="zh-CN" altLang="en-US" dirty="0"/>
              <a:t>自定义异常的异常处理</a:t>
            </a:r>
            <a:endParaRPr/>
          </a:p>
        </p:txBody>
      </p:sp>
      <p:sp>
        <p:nvSpPr>
          <p:cNvPr id="169" name="AutoShape 17"/>
          <p:cNvSpPr/>
          <p:nvPr/>
        </p:nvSpPr>
        <p:spPr>
          <a:xfrm>
            <a:off x="107504" y="1118758"/>
            <a:ext cx="8496944" cy="5969198"/>
          </a:xfrm>
          <a:prstGeom prst="roundRect">
            <a:avLst>
              <a:gd name="adj" fmla="val 8134"/>
            </a:avLst>
          </a:prstGeom>
          <a:gradFill rotWithShape="1">
            <a:gsLst>
              <a:gs pos="0">
                <a:srgbClr val="CCFFFF"/>
              </a:gs>
              <a:gs pos="100000">
                <a:srgbClr val="FFFFFF"/>
              </a:gs>
            </a:gsLst>
            <a:lin ang="5400000" scaled="1"/>
            <a:tileRect/>
          </a:gradFill>
          <a:ln w="9525" cap="flat" cmpd="sng">
            <a:solidFill>
              <a:srgbClr val="008080"/>
            </a:solidFill>
            <a:prstDash val="solid"/>
            <a:headEnd type="none" w="med" len="med"/>
            <a:tailEnd type="none" w="med" len="med"/>
          </a:ln>
        </p:spPr>
        <p:txBody>
          <a:bodyPr wrap="square">
            <a:spAutoFit/>
          </a:bodyPr>
          <a:lstStyle>
            <a:lvl1pPr marL="342900" indent="-342900" algn="l" rtl="0" eaLnBrk="0" fontAlgn="base" hangingPunct="0">
              <a:spcBef>
                <a:spcPct val="20000"/>
              </a:spcBef>
              <a:spcAft>
                <a:spcPct val="1"/>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1"/>
              </a:spcAft>
              <a:buChar char="–"/>
              <a:defRPr sz="2800">
                <a:solidFill>
                  <a:srgbClr val="000000"/>
                </a:solidFill>
                <a:latin typeface="+mn-lt"/>
              </a:defRPr>
            </a:lvl2pPr>
            <a:lvl3pPr marL="1143000" indent="-228600" algn="l" rtl="0" eaLnBrk="0" fontAlgn="base" hangingPunct="0">
              <a:spcBef>
                <a:spcPct val="20000"/>
              </a:spcBef>
              <a:spcAft>
                <a:spcPct val="1"/>
              </a:spcAft>
              <a:buChar char="•"/>
              <a:defRPr sz="2400">
                <a:solidFill>
                  <a:srgbClr val="000000"/>
                </a:solidFill>
                <a:latin typeface="+mn-lt"/>
              </a:defRPr>
            </a:lvl3pPr>
            <a:lvl4pPr marL="1600200" indent="-228600" algn="l" rtl="0" eaLnBrk="0" fontAlgn="base" hangingPunct="0">
              <a:spcBef>
                <a:spcPct val="20000"/>
              </a:spcBef>
              <a:spcAft>
                <a:spcPct val="1"/>
              </a:spcAft>
              <a:buChar char="–"/>
              <a:defRPr sz="2000">
                <a:solidFill>
                  <a:srgbClr val="000000"/>
                </a:solidFill>
                <a:latin typeface="+mn-lt"/>
              </a:defRPr>
            </a:lvl4pPr>
            <a:lvl5pPr marL="2057400" indent="-228600" algn="l" rtl="0" eaLnBrk="0" fontAlgn="base" hangingPunct="0">
              <a:spcBef>
                <a:spcPct val="20000"/>
              </a:spcBef>
              <a:spcAft>
                <a:spcPct val="1"/>
              </a:spcAft>
              <a:buChar char="»"/>
              <a:defRPr sz="2000">
                <a:solidFill>
                  <a:srgbClr val="000000"/>
                </a:solidFill>
                <a:latin typeface="+mn-lt"/>
              </a:defRPr>
            </a:lvl5pPr>
          </a:lstStyle>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public class </a:t>
            </a:r>
            <a:r>
              <a:rPr lang="en-US" altLang="zh-CN" sz="2800" b="1" dirty="0" err="1">
                <a:solidFill>
                  <a:srgbClr val="003300"/>
                </a:solidFill>
                <a:ea typeface="黑体" panose="02010609060101010101" pitchFamily="2" charset="-122"/>
              </a:rPr>
              <a:t>ExceptionTest</a:t>
            </a:r>
            <a:r>
              <a:rPr lang="en-US" altLang="zh-CN" sz="2800" b="1" dirty="0">
                <a:solidFill>
                  <a:srgbClr val="003300"/>
                </a:solidFill>
                <a:ea typeface="黑体" panose="02010609060101010101" pitchFamily="2" charset="-122"/>
              </a:rPr>
              <a:t> 1{</a:t>
            </a:r>
          </a:p>
          <a:p>
            <a:pPr marL="0" indent="0" eaLnBrk="1" fontAlgn="b" hangingPunct="1">
              <a:buClr>
                <a:srgbClr val="DD693B"/>
              </a:buClr>
              <a:buSzPct val="60000"/>
              <a:buFont typeface="Wingdings" panose="05000000000000000000" pitchFamily="2" charset="2"/>
              <a:buNone/>
              <a:defRPr/>
            </a:pPr>
            <a:r>
              <a:rPr lang="en-US" altLang="zh-CN" sz="2800" b="1" dirty="0">
                <a:solidFill>
                  <a:srgbClr val="003300"/>
                </a:solidFill>
                <a:ea typeface="黑体" panose="02010609060101010101" pitchFamily="2" charset="-122"/>
              </a:rPr>
              <a:t>    public static void main(String[] args) {</a:t>
            </a:r>
            <a:endParaRPr/>
          </a:p>
          <a:p>
            <a:pPr marL="457200" lvl="1" indent="0" eaLnBrk="1" fontAlgn="b" hangingPunct="1">
              <a:buClr>
                <a:srgbClr val="DD693B"/>
              </a:buClr>
              <a:buSzPct val="60000"/>
              <a:buFont typeface="Wingdings" panose="05000000000000000000" pitchFamily="2" charset="2"/>
              <a:buNone/>
              <a:defRPr/>
            </a:pPr>
            <a:r>
              <a:rPr lang="en-US" altLang="zh-CN" b="1" dirty="0">
                <a:solidFill>
                  <a:srgbClr val="003300"/>
                </a:solidFill>
                <a:ea typeface="黑体" panose="02010609060101010101" pitchFamily="2" charset="-122"/>
              </a:rPr>
              <a:t>try {</a:t>
            </a:r>
            <a:endParaRPr/>
          </a:p>
          <a:p>
            <a:pPr marL="914400" lvl="2" indent="0" eaLnBrk="1" fontAlgn="b" hangingPunct="1">
              <a:buClr>
                <a:srgbClr val="DD693B"/>
              </a:buClr>
              <a:buSzPct val="60000"/>
              <a:buFont typeface="Wingdings" panose="05000000000000000000" pitchFamily="2" charset="2"/>
              <a:buNone/>
              <a:defRPr/>
            </a:pPr>
            <a:r>
              <a:rPr lang="en-US" altLang="zh-CN" sz="2800" b="1" dirty="0" err="1">
                <a:solidFill>
                  <a:srgbClr val="003300"/>
                </a:solidFill>
                <a:ea typeface="黑体" panose="02010609060101010101" pitchFamily="2" charset="-122"/>
              </a:rPr>
              <a:t>AppMath.calSqrt</a:t>
            </a:r>
            <a:r>
              <a:rPr lang="en-US" altLang="zh-CN" sz="2800" b="1" dirty="0">
                <a:solidFill>
                  <a:srgbClr val="003300"/>
                </a:solidFill>
                <a:ea typeface="黑体" panose="02010609060101010101" pitchFamily="2" charset="-122"/>
              </a:rPr>
              <a:t>(-5);</a:t>
            </a:r>
          </a:p>
          <a:p>
            <a:pPr marL="457200" lvl="1" indent="0" eaLnBrk="1" fontAlgn="b" hangingPunct="1">
              <a:buClr>
                <a:srgbClr val="DD693B"/>
              </a:buClr>
              <a:buSzPct val="60000"/>
              <a:buFont typeface="Wingdings" panose="05000000000000000000" pitchFamily="2" charset="2"/>
              <a:buNone/>
              <a:defRPr/>
            </a:pPr>
            <a:r>
              <a:rPr lang="en-US" altLang="zh-CN" b="1" dirty="0">
                <a:solidFill>
                  <a:srgbClr val="003300"/>
                </a:solidFill>
                <a:ea typeface="黑体" panose="02010609060101010101" pitchFamily="2" charset="-122"/>
              </a:rPr>
              <a:t>} catch (</a:t>
            </a:r>
            <a:r>
              <a:rPr lang="en-US" altLang="zh-CN" b="1" dirty="0" err="1">
                <a:solidFill>
                  <a:srgbClr val="003300"/>
                </a:solidFill>
                <a:ea typeface="黑体" panose="02010609060101010101" pitchFamily="2" charset="-122"/>
              </a:rPr>
              <a:t>NeException</a:t>
            </a:r>
            <a:r>
              <a:rPr lang="en-US" altLang="zh-CN" b="1" dirty="0">
                <a:solidFill>
                  <a:srgbClr val="003300"/>
                </a:solidFill>
                <a:ea typeface="黑体" panose="02010609060101010101" pitchFamily="2" charset="-122"/>
              </a:rPr>
              <a:t> ne) {</a:t>
            </a:r>
            <a:endParaRPr/>
          </a:p>
          <a:p>
            <a:pPr marL="914400" lvl="2" indent="0" eaLnBrk="1" fontAlgn="b" hangingPunct="1">
              <a:buClr>
                <a:srgbClr val="DD693B"/>
              </a:buClr>
              <a:buSzPct val="60000"/>
              <a:buFont typeface="Wingdings" panose="05000000000000000000" pitchFamily="2" charset="2"/>
              <a:buNone/>
              <a:defRPr/>
            </a:pPr>
            <a:r>
              <a:rPr lang="en-US" altLang="zh-CN" sz="2800" b="1" dirty="0" err="1">
                <a:solidFill>
                  <a:srgbClr val="003300"/>
                </a:solidFill>
                <a:ea typeface="黑体" panose="02010609060101010101" pitchFamily="2" charset="-122"/>
              </a:rPr>
              <a:t>System.out.println</a:t>
            </a:r>
            <a:r>
              <a:rPr lang="en-US" altLang="zh-CN" sz="2800" b="1" dirty="0">
                <a:solidFill>
                  <a:srgbClr val="003300"/>
                </a:solidFill>
                <a:ea typeface="黑体" panose="02010609060101010101" pitchFamily="2" charset="-122"/>
              </a:rPr>
              <a:t>(</a:t>
            </a:r>
            <a:r>
              <a:rPr lang="en-US" altLang="zh-CN" sz="2800" b="1" dirty="0" err="1">
                <a:solidFill>
                  <a:srgbClr val="003300"/>
                </a:solidFill>
                <a:ea typeface="黑体" panose="02010609060101010101" pitchFamily="2" charset="-122"/>
              </a:rPr>
              <a:t>ne.getMessage</a:t>
            </a:r>
            <a:r>
              <a:rPr lang="en-US" altLang="zh-CN" sz="2800" b="1" dirty="0">
                <a:solidFill>
                  <a:srgbClr val="003300"/>
                </a:solidFill>
                <a:ea typeface="黑体" panose="02010609060101010101" pitchFamily="2" charset="-122"/>
              </a:rPr>
              <a:t>());</a:t>
            </a:r>
            <a:endParaRPr/>
          </a:p>
          <a:p>
            <a:pPr marL="457200" lvl="1" indent="0" eaLnBrk="1" fontAlgn="b" hangingPunct="1">
              <a:buClr>
                <a:srgbClr val="DD693B"/>
              </a:buClr>
              <a:buSzPct val="60000"/>
              <a:buFont typeface="Wingdings" panose="05000000000000000000" pitchFamily="2" charset="2"/>
              <a:buNone/>
              <a:defRPr/>
            </a:pPr>
            <a:r>
              <a:rPr lang="en-US" altLang="zh-CN" b="1" dirty="0">
                <a:solidFill>
                  <a:srgbClr val="003300"/>
                </a:solidFill>
                <a:ea typeface="黑体" panose="02010609060101010101" pitchFamily="2" charset="-122"/>
              </a:rPr>
              <a:t>}</a:t>
            </a:r>
            <a:endParaRPr/>
          </a:p>
          <a:p>
            <a:pPr marL="457200" lvl="1" indent="0" eaLnBrk="1" fontAlgn="b" hangingPunct="1">
              <a:buClr>
                <a:srgbClr val="DD693B"/>
              </a:buClr>
              <a:buSzPct val="60000"/>
              <a:buFont typeface="Wingdings" panose="05000000000000000000" pitchFamily="2" charset="2"/>
              <a:buNone/>
              <a:defRPr/>
            </a:pPr>
            <a:r>
              <a:rPr lang="en-US" altLang="zh-CN" b="1" dirty="0">
                <a:solidFill>
                  <a:srgbClr val="003300"/>
                </a:solidFill>
                <a:ea typeface="黑体" panose="02010609060101010101" pitchFamily="2" charset="-122"/>
              </a:rPr>
              <a:t>finally{</a:t>
            </a:r>
            <a:endParaRPr/>
          </a:p>
          <a:p>
            <a:pPr marL="457200" lvl="1" indent="0" eaLnBrk="1" fontAlgn="b" hangingPunct="1">
              <a:buClr>
                <a:srgbClr val="DD693B"/>
              </a:buClr>
              <a:buSzPct val="60000"/>
              <a:buNone/>
              <a:defRPr/>
            </a:pPr>
            <a:r>
              <a:rPr lang="en-US" altLang="zh-CN" b="1" dirty="0">
                <a:solidFill>
                  <a:srgbClr val="003300"/>
                </a:solidFill>
                <a:ea typeface="黑体" panose="02010609060101010101" pitchFamily="2" charset="-122"/>
              </a:rPr>
              <a:t>    </a:t>
            </a:r>
            <a:r>
              <a:rPr lang="en-US" altLang="zh-CN" b="1" dirty="0" err="1">
                <a:solidFill>
                  <a:srgbClr val="003300"/>
                </a:solidFill>
                <a:ea typeface="黑体" panose="02010609060101010101" pitchFamily="2" charset="-122"/>
              </a:rPr>
              <a:t>System.out.println</a:t>
            </a:r>
            <a:r>
              <a:rPr lang="en-US" altLang="zh-CN" b="1" dirty="0">
                <a:solidFill>
                  <a:srgbClr val="003300"/>
                </a:solidFill>
                <a:ea typeface="黑体" panose="02010609060101010101" pitchFamily="2" charset="-122"/>
              </a:rPr>
              <a:t>(“</a:t>
            </a:r>
            <a:r>
              <a:rPr lang="en-US" altLang="zh-CN" dirty="0"/>
              <a:t>finally</a:t>
            </a:r>
            <a:r>
              <a:rPr lang="zh-CN" altLang="en-US" dirty="0"/>
              <a:t>语句都执行</a:t>
            </a:r>
            <a:r>
              <a:rPr lang="en-US" altLang="zh-CN" b="1" dirty="0">
                <a:solidFill>
                  <a:srgbClr val="003300"/>
                </a:solidFill>
                <a:ea typeface="黑体" panose="02010609060101010101" pitchFamily="2" charset="-122"/>
              </a:rPr>
              <a:t>”); </a:t>
            </a:r>
            <a:endParaRPr/>
          </a:p>
          <a:p>
            <a:pPr marL="457200" lvl="1" indent="0" eaLnBrk="1" fontAlgn="b" hangingPunct="1">
              <a:buClr>
                <a:srgbClr val="DD693B"/>
              </a:buClr>
              <a:buSzPct val="60000"/>
              <a:buFont typeface="Wingdings" panose="05000000000000000000" pitchFamily="2" charset="2"/>
              <a:buNone/>
              <a:defRPr/>
            </a:pPr>
            <a:r>
              <a:rPr lang="en-US" altLang="zh-CN" b="1" dirty="0">
                <a:solidFill>
                  <a:srgbClr val="003300"/>
                </a:solidFill>
                <a:ea typeface="黑体" panose="02010609060101010101" pitchFamily="2" charset="-122"/>
              </a:rPr>
              <a:t>   }</a:t>
            </a:r>
          </a:p>
          <a:p>
            <a:pPr marL="0" indent="0" eaLnBrk="1" fontAlgn="b" hangingPunct="1">
              <a:buClr>
                <a:srgbClr val="DD693B"/>
              </a:buClr>
              <a:buSzPct val="60000"/>
              <a:buFont typeface="Wingdings" panose="05000000000000000000" pitchFamily="2" charset="2"/>
              <a:buNone/>
              <a:defRPr/>
            </a:pPr>
            <a:r>
              <a:rPr lang="en-US" altLang="zh-CN" sz="2800" b="1">
                <a:solidFill>
                  <a:srgbClr val="003300"/>
                </a:solidFill>
                <a:ea typeface="黑体" panose="02010609060101010101" pitchFamily="2" charset="-122"/>
              </a:rPr>
              <a:t>    }}</a:t>
            </a:r>
            <a:endParaRPr lang="en-US" altLang="zh-CN" sz="2800" b="1" dirty="0">
              <a:solidFill>
                <a:srgbClr val="003300"/>
              </a:solidFill>
              <a:ea typeface="黑体" panose="02010609060101010101" pitchFamily="2" charset="-122"/>
            </a:endParaRPr>
          </a:p>
        </p:txBody>
      </p:sp>
      <p:sp>
        <p:nvSpPr>
          <p:cNvPr id="170" name="AutoShape 12"/>
          <p:cNvSpPr/>
          <p:nvPr/>
        </p:nvSpPr>
        <p:spPr>
          <a:xfrm>
            <a:off x="5234339" y="2882958"/>
            <a:ext cx="3024188" cy="576263"/>
          </a:xfrm>
          <a:prstGeom prst="roundRect">
            <a:avLst>
              <a:gd name="adj" fmla="val 16667"/>
            </a:avLst>
          </a:prstGeom>
          <a:gradFill rotWithShape="1">
            <a:gsLst>
              <a:gs pos="0">
                <a:srgbClr val="CC99FF"/>
              </a:gs>
              <a:gs pos="100000">
                <a:srgbClr val="FFFFFF"/>
              </a:gs>
            </a:gsLst>
            <a:lin ang="5400000" scaled="1"/>
            <a:tileRect/>
          </a:gradFill>
          <a:ln w="9525" cap="flat" cmpd="sng">
            <a:solidFill>
              <a:srgbClr val="B563CF"/>
            </a:solidFill>
            <a:prstDash val="solid"/>
            <a:headEnd type="none" w="med" len="med"/>
            <a:tailEnd type="none" w="med" len="med"/>
          </a:ln>
          <a:effectLst>
            <a:outerShdw dist="107763" dir="8100000" algn="ctr" rotWithShape="0">
              <a:schemeClr val="bg2">
                <a:alpha val="50000"/>
              </a:schemeClr>
            </a:outerShdw>
          </a:effectLst>
        </p:spPr>
        <p:txBody>
          <a:bodyPr wrap="none" anchor="ctr"/>
          <a:lstStyle/>
          <a:p>
            <a:pPr algn="ctr" eaLnBrk="0" hangingPunct="0">
              <a:defRPr/>
            </a:pPr>
            <a:r>
              <a:rPr lang="zh-CN" altLang="en-US" b="1" dirty="0">
                <a:solidFill>
                  <a:srgbClr val="003300"/>
                </a:solidFill>
                <a:ea typeface="黑体" panose="02010609060101010101" pitchFamily="2" charset="-122"/>
              </a:rPr>
              <a:t>由调用者捕获异常 </a:t>
            </a:r>
            <a:endParaRPr/>
          </a:p>
        </p:txBody>
      </p:sp>
    </p:spTree>
  </p:cSld>
  <p:clrMapOvr>
    <a:masterClrMapping/>
  </p:clrMapOvr>
  <p:transition/>
</p:sld>
</file>

<file path=ppt/theme/theme1.xml><?xml version="1.0" encoding="utf-8"?>
<a:theme xmlns:a="http://schemas.openxmlformats.org/drawingml/2006/main" name="1_专业ppt模板之natural_light（20多页的精美模板）">
  <a:themeElements>
    <a:clrScheme name="Default Design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3546</Words>
  <Application>Microsoft Office PowerPoint</Application>
  <PresentationFormat>全屏显示(4:3)</PresentationFormat>
  <Paragraphs>514</Paragraphs>
  <Slides>37</Slides>
  <Notes>11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37</vt:i4>
      </vt:variant>
    </vt:vector>
  </HeadingPairs>
  <TitlesOfParts>
    <vt:vector size="42" baseType="lpstr">
      <vt:lpstr>Arial</vt:lpstr>
      <vt:lpstr>Calibri</vt:lpstr>
      <vt:lpstr>Times New Roman</vt:lpstr>
      <vt:lpstr>Wingdings</vt:lpstr>
      <vt:lpstr>1_专业ppt模板之natural_light（20多页的精美模板）</vt:lpstr>
      <vt:lpstr>PowerPoint 演示文稿</vt:lpstr>
      <vt:lpstr>本章目标</vt:lpstr>
      <vt:lpstr>程序中的异常</vt:lpstr>
      <vt:lpstr>错误和异常的区别</vt:lpstr>
      <vt:lpstr>什么是异常处理</vt:lpstr>
      <vt:lpstr>                                      常见异常</vt:lpstr>
      <vt:lpstr>   异常类Exception</vt:lpstr>
      <vt:lpstr>常见异常类型</vt:lpstr>
      <vt:lpstr>try/catch块机制1</vt:lpstr>
      <vt:lpstr>try/catch块</vt:lpstr>
      <vt:lpstr>try/catch块7-4</vt:lpstr>
      <vt:lpstr>try/catch块</vt:lpstr>
      <vt:lpstr>异常类型不匹配</vt:lpstr>
      <vt:lpstr>try/catch/finally</vt:lpstr>
      <vt:lpstr>try/catch/finally 2-2 </vt:lpstr>
      <vt:lpstr>课堂练习</vt:lpstr>
      <vt:lpstr>try/catch/finally 2-2 </vt:lpstr>
      <vt:lpstr>多重catch块 </vt:lpstr>
      <vt:lpstr>多重catch块 2-2</vt:lpstr>
      <vt:lpstr>Java中如何进行异常处理</vt:lpstr>
      <vt:lpstr>throws关键字</vt:lpstr>
      <vt:lpstr>throws关键字举例</vt:lpstr>
      <vt:lpstr>throws关键字举例续</vt:lpstr>
      <vt:lpstr>throws关键字举例续</vt:lpstr>
      <vt:lpstr>throw关键字</vt:lpstr>
      <vt:lpstr>抛出异常</vt:lpstr>
      <vt:lpstr>异常处理</vt:lpstr>
      <vt:lpstr>举例</vt:lpstr>
      <vt:lpstr>抛出异常练习</vt:lpstr>
      <vt:lpstr>PowerPoint 演示文稿</vt:lpstr>
      <vt:lpstr>自定义异常类定义</vt:lpstr>
      <vt:lpstr>抛出自定义异常类</vt:lpstr>
      <vt:lpstr>自定义异常的异常处理</vt:lpstr>
      <vt:lpstr>课堂练习</vt:lpstr>
      <vt:lpstr>AppMath</vt:lpstr>
      <vt:lpstr>自定义异常类定义</vt:lpstr>
      <vt:lpstr>自定义异常的异常处理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Administrator</cp:lastModifiedBy>
  <cp:revision>2</cp:revision>
  <dcterms:created xsi:type="dcterms:W3CDTF">2026-03-16T10:53:55Z</dcterms:created>
  <dcterms:modified xsi:type="dcterms:W3CDTF">2026-03-18T02:48:32Z</dcterms:modified>
</cp:coreProperties>
</file>