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567" r:id="rId2"/>
    <p:sldId id="463" r:id="rId3"/>
    <p:sldId id="527" r:id="rId4"/>
    <p:sldId id="526" r:id="rId5"/>
    <p:sldId id="528" r:id="rId6"/>
    <p:sldId id="282" r:id="rId7"/>
    <p:sldId id="283" r:id="rId8"/>
    <p:sldId id="309" r:id="rId9"/>
    <p:sldId id="284" r:id="rId10"/>
    <p:sldId id="285" r:id="rId11"/>
    <p:sldId id="530" r:id="rId12"/>
    <p:sldId id="529" r:id="rId13"/>
    <p:sldId id="286" r:id="rId14"/>
    <p:sldId id="532" r:id="rId15"/>
    <p:sldId id="531" r:id="rId16"/>
    <p:sldId id="533" r:id="rId17"/>
    <p:sldId id="534" r:id="rId18"/>
    <p:sldId id="535" r:id="rId19"/>
    <p:sldId id="536" r:id="rId20"/>
    <p:sldId id="537" r:id="rId21"/>
    <p:sldId id="288" r:id="rId22"/>
    <p:sldId id="290" r:id="rId23"/>
    <p:sldId id="553" r:id="rId24"/>
    <p:sldId id="538" r:id="rId25"/>
    <p:sldId id="539" r:id="rId26"/>
    <p:sldId id="295" r:id="rId27"/>
    <p:sldId id="296" r:id="rId28"/>
    <p:sldId id="297" r:id="rId29"/>
    <p:sldId id="298" r:id="rId30"/>
    <p:sldId id="299" r:id="rId31"/>
    <p:sldId id="562" r:id="rId32"/>
    <p:sldId id="565" r:id="rId33"/>
    <p:sldId id="564" r:id="rId34"/>
    <p:sldId id="540" r:id="rId35"/>
    <p:sldId id="554" r:id="rId36"/>
    <p:sldId id="555" r:id="rId37"/>
    <p:sldId id="556" r:id="rId38"/>
    <p:sldId id="557" r:id="rId39"/>
    <p:sldId id="558" r:id="rId40"/>
    <p:sldId id="559"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99208-21CB-4098-A3F3-08BE820D18CA}"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CFAEB6-7FEB-485F-AD95-FCEA61620EA8}" type="slidenum">
              <a:rPr lang="zh-CN" altLang="en-US" smtClean="0"/>
              <a:t>‹#›</a:t>
            </a:fld>
            <a:endParaRPr lang="zh-CN" altLang="en-US"/>
          </a:p>
        </p:txBody>
      </p:sp>
    </p:spTree>
    <p:extLst>
      <p:ext uri="{BB962C8B-B14F-4D97-AF65-F5344CB8AC3E}">
        <p14:creationId xmlns:p14="http://schemas.microsoft.com/office/powerpoint/2010/main" val="3342666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0C07E667-B0D7-430E-B6EC-9BCB748D698F}"/>
              </a:ext>
            </a:extLst>
          </p:cNvPr>
          <p:cNvSpPr>
            <a:spLocks noGrp="1" noRot="1" noChangeAspect="1" noTextEdit="1"/>
          </p:cNvSpPr>
          <p:nvPr>
            <p:ph type="sldImg"/>
          </p:nvPr>
        </p:nvSpPr>
        <p:spPr/>
      </p:sp>
      <p:sp>
        <p:nvSpPr>
          <p:cNvPr id="71683" name="备注占位符 2">
            <a:extLst>
              <a:ext uri="{FF2B5EF4-FFF2-40B4-BE49-F238E27FC236}">
                <a16:creationId xmlns:a16="http://schemas.microsoft.com/office/drawing/2014/main" id="{2970DB34-809D-454D-92CC-CD82BF1C8F7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灯片编号占位符 3">
            <a:extLst>
              <a:ext uri="{FF2B5EF4-FFF2-40B4-BE49-F238E27FC236}">
                <a16:creationId xmlns:a16="http://schemas.microsoft.com/office/drawing/2014/main" id="{8F3A1DCD-6469-4405-842E-51B2DE85F5C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AEB7AB1-8B49-407F-AAD7-979C22590164}" type="slidenum">
              <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 name="日期占位符 1">
            <a:extLst>
              <a:ext uri="{FF2B5EF4-FFF2-40B4-BE49-F238E27FC236}">
                <a16:creationId xmlns:a16="http://schemas.microsoft.com/office/drawing/2014/main" id="{A6AA56D2-0ED4-41BD-A087-ED931E2DD90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0C07E667-B0D7-430E-B6EC-9BCB748D698F}"/>
              </a:ext>
            </a:extLst>
          </p:cNvPr>
          <p:cNvSpPr>
            <a:spLocks noGrp="1" noRot="1" noChangeAspect="1" noTextEdit="1"/>
          </p:cNvSpPr>
          <p:nvPr>
            <p:ph type="sldImg"/>
          </p:nvPr>
        </p:nvSpPr>
        <p:spPr/>
      </p:sp>
      <p:sp>
        <p:nvSpPr>
          <p:cNvPr id="71683" name="备注占位符 2">
            <a:extLst>
              <a:ext uri="{FF2B5EF4-FFF2-40B4-BE49-F238E27FC236}">
                <a16:creationId xmlns:a16="http://schemas.microsoft.com/office/drawing/2014/main" id="{2970DB34-809D-454D-92CC-CD82BF1C8F7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灯片编号占位符 3">
            <a:extLst>
              <a:ext uri="{FF2B5EF4-FFF2-40B4-BE49-F238E27FC236}">
                <a16:creationId xmlns:a16="http://schemas.microsoft.com/office/drawing/2014/main" id="{8F3A1DCD-6469-4405-842E-51B2DE85F5C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AEB7AB1-8B49-407F-AAD7-979C22590164}" type="slidenum">
              <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 name="日期占位符 1">
            <a:extLst>
              <a:ext uri="{FF2B5EF4-FFF2-40B4-BE49-F238E27FC236}">
                <a16:creationId xmlns:a16="http://schemas.microsoft.com/office/drawing/2014/main" id="{272A6EAE-17F8-46E0-A6CE-770E1ADB15F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71205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0C07E667-B0D7-430E-B6EC-9BCB748D698F}"/>
              </a:ext>
            </a:extLst>
          </p:cNvPr>
          <p:cNvSpPr>
            <a:spLocks noGrp="1" noRot="1" noChangeAspect="1" noTextEdit="1"/>
          </p:cNvSpPr>
          <p:nvPr>
            <p:ph type="sldImg"/>
          </p:nvPr>
        </p:nvSpPr>
        <p:spPr/>
      </p:sp>
      <p:sp>
        <p:nvSpPr>
          <p:cNvPr id="71683" name="备注占位符 2">
            <a:extLst>
              <a:ext uri="{FF2B5EF4-FFF2-40B4-BE49-F238E27FC236}">
                <a16:creationId xmlns:a16="http://schemas.microsoft.com/office/drawing/2014/main" id="{2970DB34-809D-454D-92CC-CD82BF1C8F7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灯片编号占位符 3">
            <a:extLst>
              <a:ext uri="{FF2B5EF4-FFF2-40B4-BE49-F238E27FC236}">
                <a16:creationId xmlns:a16="http://schemas.microsoft.com/office/drawing/2014/main" id="{8F3A1DCD-6469-4405-842E-51B2DE85F5C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AEB7AB1-8B49-407F-AAD7-979C22590164}" type="slidenum">
              <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 name="日期占位符 1">
            <a:extLst>
              <a:ext uri="{FF2B5EF4-FFF2-40B4-BE49-F238E27FC236}">
                <a16:creationId xmlns:a16="http://schemas.microsoft.com/office/drawing/2014/main" id="{BEEE91D8-C125-4798-AE12-DFA997E68B0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7511109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73"/>
          <p:cNvSpPr>
            <a:spLocks noChangeArrowheads="1"/>
          </p:cNvSpPr>
          <p:nvPr/>
        </p:nvSpPr>
        <p:spPr bwMode="gray">
          <a:xfrm>
            <a:off x="2264833" y="3705225"/>
            <a:ext cx="990600" cy="7429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5" name="Rectangle 44" descr="3"/>
          <p:cNvSpPr>
            <a:spLocks noChangeArrowheads="1"/>
          </p:cNvSpPr>
          <p:nvPr/>
        </p:nvSpPr>
        <p:spPr bwMode="gray">
          <a:xfrm>
            <a:off x="3323167" y="4510089"/>
            <a:ext cx="990600" cy="744537"/>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6" name="Rectangle 34" descr="5"/>
          <p:cNvSpPr>
            <a:spLocks noChangeArrowheads="1"/>
          </p:cNvSpPr>
          <p:nvPr/>
        </p:nvSpPr>
        <p:spPr bwMode="gray">
          <a:xfrm>
            <a:off x="1221317" y="4510089"/>
            <a:ext cx="990600" cy="744537"/>
          </a:xfrm>
          <a:prstGeom prst="rect">
            <a:avLst/>
          </a:prstGeom>
          <a:blipFill dpi="0" rotWithShape="1">
            <a:blip r:embed="rId3"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7" name="Rectangle 59"/>
          <p:cNvSpPr>
            <a:spLocks noChangeArrowheads="1"/>
          </p:cNvSpPr>
          <p:nvPr/>
        </p:nvSpPr>
        <p:spPr bwMode="gray">
          <a:xfrm>
            <a:off x="2271184" y="5314950"/>
            <a:ext cx="99060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8" name="Rectangle 54"/>
          <p:cNvSpPr>
            <a:spLocks noChangeArrowheads="1"/>
          </p:cNvSpPr>
          <p:nvPr/>
        </p:nvSpPr>
        <p:spPr bwMode="gray">
          <a:xfrm>
            <a:off x="171451" y="3705225"/>
            <a:ext cx="99060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9" name="Rectangle 56"/>
          <p:cNvSpPr>
            <a:spLocks noChangeArrowheads="1"/>
          </p:cNvSpPr>
          <p:nvPr/>
        </p:nvSpPr>
        <p:spPr bwMode="gray">
          <a:xfrm>
            <a:off x="3323167" y="3705225"/>
            <a:ext cx="99060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grpSp>
        <p:nvGrpSpPr>
          <p:cNvPr id="10" name="Group 75"/>
          <p:cNvGrpSpPr/>
          <p:nvPr/>
        </p:nvGrpSpPr>
        <p:grpSpPr bwMode="auto">
          <a:xfrm>
            <a:off x="150285" y="5954714"/>
            <a:ext cx="11914716" cy="631825"/>
            <a:chOff x="71" y="3751"/>
            <a:chExt cx="5629" cy="398"/>
          </a:xfrm>
        </p:grpSpPr>
        <p:sp>
          <p:nvSpPr>
            <p:cNvPr id="11" name="Freeform 24"/>
            <p:cNvSpPr/>
            <p:nvPr userDrawn="1"/>
          </p:nvSpPr>
          <p:spPr bwMode="gray">
            <a:xfrm>
              <a:off x="71" y="3751"/>
              <a:ext cx="5626" cy="349"/>
            </a:xfrm>
            <a:custGeom>
              <a:avLst/>
              <a:gdLst>
                <a:gd name="T0" fmla="*/ 5626 w 5626"/>
                <a:gd name="T1" fmla="*/ 349 h 349"/>
                <a:gd name="T2" fmla="*/ 0 w 5626"/>
                <a:gd name="T3" fmla="*/ 349 h 349"/>
                <a:gd name="T4" fmla="*/ 0 w 5626"/>
                <a:gd name="T5" fmla="*/ 187 h 349"/>
                <a:gd name="T6" fmla="*/ 0 w 5626"/>
                <a:gd name="T7" fmla="*/ 114 h 349"/>
                <a:gd name="T8" fmla="*/ 4064 w 5626"/>
                <a:gd name="T9" fmla="*/ 118 h 349"/>
                <a:gd name="T10" fmla="*/ 4329 w 5626"/>
                <a:gd name="T11" fmla="*/ 0 h 349"/>
                <a:gd name="T12" fmla="*/ 5623 w 5626"/>
                <a:gd name="T13" fmla="*/ 0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78" y="103"/>
                    <a:pt x="3343" y="137"/>
                    <a:pt x="4064" y="118"/>
                  </a:cubicBezTo>
                  <a:lnTo>
                    <a:pt x="4329" y="0"/>
                  </a:lnTo>
                  <a:lnTo>
                    <a:pt x="5623" y="0"/>
                  </a:lnTo>
                  <a:lnTo>
                    <a:pt x="5626" y="349"/>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2" name="Freeform 25"/>
            <p:cNvSpPr/>
            <p:nvPr userDrawn="1"/>
          </p:nvSpPr>
          <p:spPr bwMode="gray">
            <a:xfrm>
              <a:off x="71" y="3800"/>
              <a:ext cx="5626" cy="349"/>
            </a:xfrm>
            <a:custGeom>
              <a:avLst/>
              <a:gdLst>
                <a:gd name="T0" fmla="*/ 5626 w 5626"/>
                <a:gd name="T1" fmla="*/ 349 h 349"/>
                <a:gd name="T2" fmla="*/ 0 w 5626"/>
                <a:gd name="T3" fmla="*/ 349 h 349"/>
                <a:gd name="T4" fmla="*/ 0 w 5626"/>
                <a:gd name="T5" fmla="*/ 187 h 349"/>
                <a:gd name="T6" fmla="*/ 0 w 5626"/>
                <a:gd name="T7" fmla="*/ 114 h 349"/>
                <a:gd name="T8" fmla="*/ 4082 w 5626"/>
                <a:gd name="T9" fmla="*/ 118 h 349"/>
                <a:gd name="T10" fmla="*/ 4345 w 5626"/>
                <a:gd name="T11" fmla="*/ 0 h 349"/>
                <a:gd name="T12" fmla="*/ 5623 w 5626"/>
                <a:gd name="T13" fmla="*/ 6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80" y="103"/>
                    <a:pt x="3358" y="137"/>
                    <a:pt x="4082" y="118"/>
                  </a:cubicBezTo>
                  <a:lnTo>
                    <a:pt x="4345" y="0"/>
                  </a:lnTo>
                  <a:lnTo>
                    <a:pt x="5623" y="6"/>
                  </a:lnTo>
                  <a:lnTo>
                    <a:pt x="5626" y="34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3" name="Freeform 26"/>
            <p:cNvSpPr/>
            <p:nvPr userDrawn="1"/>
          </p:nvSpPr>
          <p:spPr bwMode="gray">
            <a:xfrm>
              <a:off x="4209" y="3833"/>
              <a:ext cx="1491" cy="88"/>
            </a:xfrm>
            <a:custGeom>
              <a:avLst/>
              <a:gdLst>
                <a:gd name="T0" fmla="*/ 0 w 1491"/>
                <a:gd name="T1" fmla="*/ 84 h 88"/>
                <a:gd name="T2" fmla="*/ 223 w 1491"/>
                <a:gd name="T3" fmla="*/ 0 h 88"/>
                <a:gd name="T4" fmla="*/ 1491 w 1491"/>
                <a:gd name="T5" fmla="*/ 0 h 88"/>
                <a:gd name="T6" fmla="*/ 1488 w 1491"/>
                <a:gd name="T7" fmla="*/ 60 h 88"/>
                <a:gd name="T8" fmla="*/ 383 w 1491"/>
                <a:gd name="T9" fmla="*/ 59 h 88"/>
                <a:gd name="T10" fmla="*/ 273 w 1491"/>
                <a:gd name="T11" fmla="*/ 88 h 88"/>
                <a:gd name="T12" fmla="*/ 0 w 1491"/>
                <a:gd name="T13" fmla="*/ 84 h 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91" h="88">
                  <a:moveTo>
                    <a:pt x="0" y="84"/>
                  </a:moveTo>
                  <a:lnTo>
                    <a:pt x="223" y="0"/>
                  </a:lnTo>
                  <a:lnTo>
                    <a:pt x="1491" y="0"/>
                  </a:lnTo>
                  <a:lnTo>
                    <a:pt x="1488" y="60"/>
                  </a:lnTo>
                  <a:lnTo>
                    <a:pt x="383" y="59"/>
                  </a:lnTo>
                  <a:lnTo>
                    <a:pt x="273" y="88"/>
                  </a:lnTo>
                  <a:lnTo>
                    <a:pt x="0" y="84"/>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grpSp>
      <p:grpSp>
        <p:nvGrpSpPr>
          <p:cNvPr id="14" name="Group 7"/>
          <p:cNvGrpSpPr/>
          <p:nvPr/>
        </p:nvGrpSpPr>
        <p:grpSpPr bwMode="auto">
          <a:xfrm rot="10800000">
            <a:off x="8005233" y="1778001"/>
            <a:ext cx="3691467" cy="779463"/>
            <a:chOff x="1566" y="164"/>
            <a:chExt cx="1455" cy="425"/>
          </a:xfrm>
        </p:grpSpPr>
        <p:sp>
          <p:nvSpPr>
            <p:cNvPr id="15" name="Freeform 8"/>
            <p:cNvSpPr/>
            <p:nvPr/>
          </p:nvSpPr>
          <p:spPr bwMode="gray">
            <a:xfrm>
              <a:off x="1892" y="468"/>
              <a:ext cx="38" cy="121"/>
            </a:xfrm>
            <a:custGeom>
              <a:avLst/>
              <a:gdLst>
                <a:gd name="T0" fmla="*/ 30 w 39"/>
                <a:gd name="T1" fmla="*/ 36 h 121"/>
                <a:gd name="T2" fmla="*/ 28 w 39"/>
                <a:gd name="T3" fmla="*/ 36 h 121"/>
                <a:gd name="T4" fmla="*/ 23 w 39"/>
                <a:gd name="T5" fmla="*/ 36 h 121"/>
                <a:gd name="T6" fmla="*/ 19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19 w 39"/>
                <a:gd name="T23" fmla="*/ 5 h 121"/>
                <a:gd name="T24" fmla="*/ 23 w 39"/>
                <a:gd name="T25" fmla="*/ 11 h 121"/>
                <a:gd name="T26" fmla="*/ 30 w 39"/>
                <a:gd name="T27" fmla="*/ 20 h 121"/>
                <a:gd name="T28" fmla="*/ 32 w 39"/>
                <a:gd name="T29" fmla="*/ 34 h 121"/>
                <a:gd name="T30" fmla="*/ 32 w 39"/>
                <a:gd name="T31" fmla="*/ 121 h 121"/>
                <a:gd name="T32" fmla="*/ 30 w 39"/>
                <a:gd name="T33" fmla="*/ 121 h 121"/>
                <a:gd name="T34" fmla="*/ 30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6" name="Freeform 9"/>
            <p:cNvSpPr/>
            <p:nvPr/>
          </p:nvSpPr>
          <p:spPr bwMode="gray">
            <a:xfrm>
              <a:off x="2271" y="451"/>
              <a:ext cx="45" cy="139"/>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39 h 139"/>
                <a:gd name="T32" fmla="*/ 3 w 45"/>
                <a:gd name="T33" fmla="*/ 139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7" name="Freeform 10"/>
            <p:cNvSpPr/>
            <p:nvPr/>
          </p:nvSpPr>
          <p:spPr bwMode="gray">
            <a:xfrm>
              <a:off x="1766"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8" name="Freeform 11"/>
            <p:cNvSpPr/>
            <p:nvPr/>
          </p:nvSpPr>
          <p:spPr bwMode="gray">
            <a:xfrm>
              <a:off x="2792" y="378"/>
              <a:ext cx="143"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2 w 144"/>
                <a:gd name="T37" fmla="*/ 62 h 211"/>
                <a:gd name="T38" fmla="*/ 72 w 144"/>
                <a:gd name="T39" fmla="*/ 60 h 211"/>
                <a:gd name="T40" fmla="*/ 72 w 144"/>
                <a:gd name="T41" fmla="*/ 55 h 211"/>
                <a:gd name="T42" fmla="*/ 72 w 144"/>
                <a:gd name="T43" fmla="*/ 45 h 211"/>
                <a:gd name="T44" fmla="*/ 72 w 144"/>
                <a:gd name="T45" fmla="*/ 36 h 211"/>
                <a:gd name="T46" fmla="*/ 75 w 144"/>
                <a:gd name="T47" fmla="*/ 25 h 211"/>
                <a:gd name="T48" fmla="*/ 84 w 144"/>
                <a:gd name="T49" fmla="*/ 16 h 211"/>
                <a:gd name="T50" fmla="*/ 98 w 144"/>
                <a:gd name="T51" fmla="*/ 8 h 211"/>
                <a:gd name="T52" fmla="*/ 114 w 144"/>
                <a:gd name="T53" fmla="*/ 2 h 211"/>
                <a:gd name="T54" fmla="*/ 137 w 144"/>
                <a:gd name="T55" fmla="*/ 0 h 211"/>
                <a:gd name="T56" fmla="*/ 137 w 144"/>
                <a:gd name="T57" fmla="*/ 2 h 211"/>
                <a:gd name="T58" fmla="*/ 137 w 144"/>
                <a:gd name="T59" fmla="*/ 8 h 211"/>
                <a:gd name="T60" fmla="*/ 134 w 144"/>
                <a:gd name="T61" fmla="*/ 17 h 211"/>
                <a:gd name="T62" fmla="*/ 132 w 144"/>
                <a:gd name="T63" fmla="*/ 28 h 211"/>
                <a:gd name="T64" fmla="*/ 126 w 144"/>
                <a:gd name="T65" fmla="*/ 39 h 211"/>
                <a:gd name="T66" fmla="*/ 118 w 144"/>
                <a:gd name="T67" fmla="*/ 49 h 211"/>
                <a:gd name="T68" fmla="*/ 106 w 144"/>
                <a:gd name="T69" fmla="*/ 59 h 211"/>
                <a:gd name="T70" fmla="*/ 90 w 144"/>
                <a:gd name="T71" fmla="*/ 64 h 211"/>
                <a:gd name="T72" fmla="*/ 72 w 144"/>
                <a:gd name="T73" fmla="*/ 67 h 211"/>
                <a:gd name="T74" fmla="*/ 72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9" name="Freeform 12"/>
            <p:cNvSpPr/>
            <p:nvPr/>
          </p:nvSpPr>
          <p:spPr bwMode="gray">
            <a:xfrm>
              <a:off x="2631" y="457"/>
              <a:ext cx="88"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4 w 89"/>
                <a:gd name="T31" fmla="*/ 39 h 132"/>
                <a:gd name="T32" fmla="*/ 44 w 89"/>
                <a:gd name="T33" fmla="*/ 38 h 132"/>
                <a:gd name="T34" fmla="*/ 44 w 89"/>
                <a:gd name="T35" fmla="*/ 34 h 132"/>
                <a:gd name="T36" fmla="*/ 44 w 89"/>
                <a:gd name="T37" fmla="*/ 27 h 132"/>
                <a:gd name="T38" fmla="*/ 44 w 89"/>
                <a:gd name="T39" fmla="*/ 20 h 132"/>
                <a:gd name="T40" fmla="*/ 47 w 89"/>
                <a:gd name="T41" fmla="*/ 14 h 132"/>
                <a:gd name="T42" fmla="*/ 55 w 89"/>
                <a:gd name="T43" fmla="*/ 7 h 132"/>
                <a:gd name="T44" fmla="*/ 66 w 89"/>
                <a:gd name="T45" fmla="*/ 3 h 132"/>
                <a:gd name="T46" fmla="*/ 82 w 89"/>
                <a:gd name="T47" fmla="*/ 0 h 132"/>
                <a:gd name="T48" fmla="*/ 82 w 89"/>
                <a:gd name="T49" fmla="*/ 3 h 132"/>
                <a:gd name="T50" fmla="*/ 81 w 89"/>
                <a:gd name="T51" fmla="*/ 10 h 132"/>
                <a:gd name="T52" fmla="*/ 80 w 89"/>
                <a:gd name="T53" fmla="*/ 18 h 132"/>
                <a:gd name="T54" fmla="*/ 74 w 89"/>
                <a:gd name="T55" fmla="*/ 26 h 132"/>
                <a:gd name="T56" fmla="*/ 67 w 89"/>
                <a:gd name="T57" fmla="*/ 34 h 132"/>
                <a:gd name="T58" fmla="*/ 57 w 89"/>
                <a:gd name="T59" fmla="*/ 41 h 132"/>
                <a:gd name="T60" fmla="*/ 44 w 89"/>
                <a:gd name="T61" fmla="*/ 43 h 132"/>
                <a:gd name="T62" fmla="*/ 44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0" name="Freeform 13"/>
            <p:cNvSpPr/>
            <p:nvPr/>
          </p:nvSpPr>
          <p:spPr bwMode="gray">
            <a:xfrm>
              <a:off x="2431" y="404"/>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1" name="Freeform 14"/>
            <p:cNvSpPr/>
            <p:nvPr/>
          </p:nvSpPr>
          <p:spPr bwMode="gray">
            <a:xfrm>
              <a:off x="1915" y="234"/>
              <a:ext cx="166" cy="356"/>
            </a:xfrm>
            <a:custGeom>
              <a:avLst/>
              <a:gdLst>
                <a:gd name="T0" fmla="*/ 85 w 166"/>
                <a:gd name="T1" fmla="*/ 84 h 356"/>
                <a:gd name="T2" fmla="*/ 101 w 166"/>
                <a:gd name="T3" fmla="*/ 81 h 356"/>
                <a:gd name="T4" fmla="*/ 124 w 166"/>
                <a:gd name="T5" fmla="*/ 73 h 356"/>
                <a:gd name="T6" fmla="*/ 148 w 166"/>
                <a:gd name="T7" fmla="*/ 56 h 356"/>
                <a:gd name="T8" fmla="*/ 163 w 166"/>
                <a:gd name="T9" fmla="*/ 23 h 356"/>
                <a:gd name="T10" fmla="*/ 163 w 166"/>
                <a:gd name="T11" fmla="*/ 0 h 356"/>
                <a:gd name="T12" fmla="*/ 148 w 166"/>
                <a:gd name="T13" fmla="*/ 0 h 356"/>
                <a:gd name="T14" fmla="*/ 125 w 166"/>
                <a:gd name="T15" fmla="*/ 6 h 356"/>
                <a:gd name="T16" fmla="*/ 101 w 166"/>
                <a:gd name="T17" fmla="*/ 22 h 356"/>
                <a:gd name="T18" fmla="*/ 82 w 166"/>
                <a:gd name="T19" fmla="*/ 54 h 356"/>
                <a:gd name="T20" fmla="*/ 77 w 166"/>
                <a:gd name="T21" fmla="*/ 173 h 356"/>
                <a:gd name="T22" fmla="*/ 77 w 166"/>
                <a:gd name="T23" fmla="*/ 165 h 356"/>
                <a:gd name="T24" fmla="*/ 71 w 166"/>
                <a:gd name="T25" fmla="*/ 146 h 356"/>
                <a:gd name="T26" fmla="*/ 60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55 w 166"/>
                <a:gd name="T41" fmla="*/ 177 h 356"/>
                <a:gd name="T42" fmla="*/ 77 w 166"/>
                <a:gd name="T43" fmla="*/ 356 h 356"/>
                <a:gd name="T44" fmla="*/ 82 w 166"/>
                <a:gd name="T45" fmla="*/ 274 h 356"/>
                <a:gd name="T46" fmla="*/ 91 w 166"/>
                <a:gd name="T47" fmla="*/ 273 h 356"/>
                <a:gd name="T48" fmla="*/ 112 w 166"/>
                <a:gd name="T49" fmla="*/ 267 h 356"/>
                <a:gd name="T50" fmla="*/ 135 w 166"/>
                <a:gd name="T51" fmla="*/ 252 h 356"/>
                <a:gd name="T52" fmla="*/ 151 w 166"/>
                <a:gd name="T53" fmla="*/ 224 h 356"/>
                <a:gd name="T54" fmla="*/ 152 w 166"/>
                <a:gd name="T55" fmla="*/ 203 h 356"/>
                <a:gd name="T56" fmla="*/ 137 w 166"/>
                <a:gd name="T57" fmla="*/ 204 h 356"/>
                <a:gd name="T58" fmla="*/ 117 w 166"/>
                <a:gd name="T59" fmla="*/ 211 h 356"/>
                <a:gd name="T60" fmla="*/ 97 w 166"/>
                <a:gd name="T61" fmla="*/ 231 h 356"/>
                <a:gd name="T62" fmla="*/ 82 w 166"/>
                <a:gd name="T63" fmla="*/ 267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2" name="Freeform 15"/>
            <p:cNvSpPr/>
            <p:nvPr/>
          </p:nvSpPr>
          <p:spPr bwMode="gray">
            <a:xfrm>
              <a:off x="2515" y="380"/>
              <a:ext cx="93" cy="210"/>
            </a:xfrm>
            <a:custGeom>
              <a:avLst/>
              <a:gdLst>
                <a:gd name="T0" fmla="*/ 43 w 92"/>
                <a:gd name="T1" fmla="*/ 162 h 210"/>
                <a:gd name="T2" fmla="*/ 36 w 92"/>
                <a:gd name="T3" fmla="*/ 160 h 210"/>
                <a:gd name="T4" fmla="*/ 23 w 92"/>
                <a:gd name="T5" fmla="*/ 155 h 210"/>
                <a:gd name="T6" fmla="*/ 12 w 92"/>
                <a:gd name="T7" fmla="*/ 141 h 210"/>
                <a:gd name="T8" fmla="*/ 12 w 92"/>
                <a:gd name="T9" fmla="*/ 129 h 210"/>
                <a:gd name="T10" fmla="*/ 23 w 92"/>
                <a:gd name="T11" fmla="*/ 132 h 210"/>
                <a:gd name="T12" fmla="*/ 38 w 92"/>
                <a:gd name="T13" fmla="*/ 145 h 210"/>
                <a:gd name="T14" fmla="*/ 43 w 92"/>
                <a:gd name="T15" fmla="*/ 108 h 210"/>
                <a:gd name="T16" fmla="*/ 35 w 92"/>
                <a:gd name="T17" fmla="*/ 106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53 w 92"/>
                <a:gd name="T45" fmla="*/ 38 h 210"/>
                <a:gd name="T46" fmla="*/ 58 w 92"/>
                <a:gd name="T47" fmla="*/ 24 h 210"/>
                <a:gd name="T48" fmla="*/ 73 w 92"/>
                <a:gd name="T49" fmla="*/ 8 h 210"/>
                <a:gd name="T50" fmla="*/ 99 w 92"/>
                <a:gd name="T51" fmla="*/ 0 h 210"/>
                <a:gd name="T52" fmla="*/ 97 w 92"/>
                <a:gd name="T53" fmla="*/ 8 h 210"/>
                <a:gd name="T54" fmla="*/ 89 w 92"/>
                <a:gd name="T55" fmla="*/ 25 h 210"/>
                <a:gd name="T56" fmla="*/ 70 w 92"/>
                <a:gd name="T57" fmla="*/ 40 h 210"/>
                <a:gd name="T58" fmla="*/ 56 w 92"/>
                <a:gd name="T59" fmla="*/ 124 h 210"/>
                <a:gd name="T60" fmla="*/ 57 w 92"/>
                <a:gd name="T61" fmla="*/ 116 h 210"/>
                <a:gd name="T62" fmla="*/ 66 w 92"/>
                <a:gd name="T63" fmla="*/ 100 h 210"/>
                <a:gd name="T64" fmla="*/ 88 w 92"/>
                <a:gd name="T65" fmla="*/ 92 h 210"/>
                <a:gd name="T66" fmla="*/ 87 w 92"/>
                <a:gd name="T67" fmla="*/ 98 h 210"/>
                <a:gd name="T68" fmla="*/ 80 w 92"/>
                <a:gd name="T69" fmla="*/ 114 h 210"/>
                <a:gd name="T70" fmla="*/ 66 w 92"/>
                <a:gd name="T71" fmla="*/ 127 h 210"/>
                <a:gd name="T72" fmla="*/ 56 w 92"/>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3" name="Freeform 16"/>
            <p:cNvSpPr/>
            <p:nvPr/>
          </p:nvSpPr>
          <p:spPr bwMode="gray">
            <a:xfrm>
              <a:off x="1567" y="298"/>
              <a:ext cx="128" cy="292"/>
            </a:xfrm>
            <a:custGeom>
              <a:avLst/>
              <a:gdLst>
                <a:gd name="T0" fmla="*/ 61 w 128"/>
                <a:gd name="T1" fmla="*/ 225 h 292"/>
                <a:gd name="T2" fmla="*/ 54 w 128"/>
                <a:gd name="T3" fmla="*/ 225 h 292"/>
                <a:gd name="T4" fmla="*/ 38 w 128"/>
                <a:gd name="T5" fmla="*/ 219 h 292"/>
                <a:gd name="T6" fmla="*/ 23 w 128"/>
                <a:gd name="T7" fmla="*/ 206 h 292"/>
                <a:gd name="T8" fmla="*/ 15 w 128"/>
                <a:gd name="T9" fmla="*/ 180 h 292"/>
                <a:gd name="T10" fmla="*/ 23 w 128"/>
                <a:gd name="T11" fmla="*/ 180 h 292"/>
                <a:gd name="T12" fmla="*/ 38 w 128"/>
                <a:gd name="T13" fmla="*/ 186 h 292"/>
                <a:gd name="T14" fmla="*/ 54 w 128"/>
                <a:gd name="T15" fmla="*/ 205 h 292"/>
                <a:gd name="T16" fmla="*/ 61 w 128"/>
                <a:gd name="T17" fmla="*/ 151 h 292"/>
                <a:gd name="T18" fmla="*/ 52 w 128"/>
                <a:gd name="T19" fmla="*/ 149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47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70 h 292"/>
                <a:gd name="T70" fmla="*/ 73 w 128"/>
                <a:gd name="T71" fmla="*/ 155 h 292"/>
                <a:gd name="T72" fmla="*/ 86 w 128"/>
                <a:gd name="T73" fmla="*/ 136 h 292"/>
                <a:gd name="T74" fmla="*/ 113 w 128"/>
                <a:gd name="T75" fmla="*/ 128 h 292"/>
                <a:gd name="T76" fmla="*/ 112 w 128"/>
                <a:gd name="T77" fmla="*/ 136 h 292"/>
                <a:gd name="T78" fmla="*/ 105 w 128"/>
                <a:gd name="T79" fmla="*/ 153 h 292"/>
                <a:gd name="T80" fmla="*/ 92 w 128"/>
                <a:gd name="T81" fmla="*/ 172 h 292"/>
                <a:gd name="T82" fmla="*/ 67 w 128"/>
                <a:gd name="T83" fmla="*/ 180 h 292"/>
                <a:gd name="T84" fmla="*/ 61 w 128"/>
                <a:gd name="T85" fmla="*/ 292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4" name="Freeform 17"/>
            <p:cNvSpPr/>
            <p:nvPr/>
          </p:nvSpPr>
          <p:spPr bwMode="gray">
            <a:xfrm>
              <a:off x="2597" y="333"/>
              <a:ext cx="68" cy="257"/>
            </a:xfrm>
            <a:custGeom>
              <a:avLst/>
              <a:gdLst>
                <a:gd name="T0" fmla="*/ 31 w 68"/>
                <a:gd name="T1" fmla="*/ 164 h 257"/>
                <a:gd name="T2" fmla="*/ 23 w 68"/>
                <a:gd name="T3" fmla="*/ 163 h 257"/>
                <a:gd name="T4" fmla="*/ 8 w 68"/>
                <a:gd name="T5" fmla="*/ 155 h 257"/>
                <a:gd name="T6" fmla="*/ 0 w 68"/>
                <a:gd name="T7" fmla="*/ 132 h 257"/>
                <a:gd name="T8" fmla="*/ 7 w 68"/>
                <a:gd name="T9" fmla="*/ 132 h 257"/>
                <a:gd name="T10" fmla="*/ 22 w 68"/>
                <a:gd name="T11" fmla="*/ 139 h 257"/>
                <a:gd name="T12" fmla="*/ 31 w 68"/>
                <a:gd name="T13" fmla="*/ 160 h 257"/>
                <a:gd name="T14" fmla="*/ 29 w 68"/>
                <a:gd name="T15" fmla="*/ 101 h 257"/>
                <a:gd name="T16" fmla="*/ 16 w 68"/>
                <a:gd name="T17" fmla="*/ 97 h 257"/>
                <a:gd name="T18" fmla="*/ 3 w 68"/>
                <a:gd name="T19" fmla="*/ 83 h 257"/>
                <a:gd name="T20" fmla="*/ 3 w 68"/>
                <a:gd name="T21" fmla="*/ 70 h 257"/>
                <a:gd name="T22" fmla="*/ 15 w 68"/>
                <a:gd name="T23" fmla="*/ 74 h 257"/>
                <a:gd name="T24" fmla="*/ 27 w 68"/>
                <a:gd name="T25" fmla="*/ 86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75 h 257"/>
                <a:gd name="T42" fmla="*/ 39 w 68"/>
                <a:gd name="T43" fmla="*/ 62 h 257"/>
                <a:gd name="T44" fmla="*/ 54 w 68"/>
                <a:gd name="T45" fmla="*/ 48 h 257"/>
                <a:gd name="T46" fmla="*/ 68 w 68"/>
                <a:gd name="T47" fmla="*/ 48 h 257"/>
                <a:gd name="T48" fmla="*/ 66 w 68"/>
                <a:gd name="T49" fmla="*/ 59 h 257"/>
                <a:gd name="T50" fmla="*/ 58 w 68"/>
                <a:gd name="T51" fmla="*/ 72 h 257"/>
                <a:gd name="T52" fmla="*/ 35 w 68"/>
                <a:gd name="T53" fmla="*/ 82 h 257"/>
                <a:gd name="T54" fmla="*/ 35 w 68"/>
                <a:gd name="T55" fmla="*/ 143 h 257"/>
                <a:gd name="T56" fmla="*/ 38 w 68"/>
                <a:gd name="T57" fmla="*/ 132 h 257"/>
                <a:gd name="T58" fmla="*/ 49 w 68"/>
                <a:gd name="T59" fmla="*/ 122 h 257"/>
                <a:gd name="T60" fmla="*/ 60 w 68"/>
                <a:gd name="T61" fmla="*/ 122 h 257"/>
                <a:gd name="T62" fmla="*/ 58 w 68"/>
                <a:gd name="T63" fmla="*/ 133 h 257"/>
                <a:gd name="T64" fmla="*/ 47 w 68"/>
                <a:gd name="T65" fmla="*/ 144 h 257"/>
                <a:gd name="T66" fmla="*/ 35 w 68"/>
                <a:gd name="T67" fmla="*/ 257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5" name="Freeform 18"/>
            <p:cNvSpPr/>
            <p:nvPr/>
          </p:nvSpPr>
          <p:spPr bwMode="gray">
            <a:xfrm>
              <a:off x="1673" y="165"/>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6" name="Freeform 19"/>
            <p:cNvSpPr/>
            <p:nvPr/>
          </p:nvSpPr>
          <p:spPr bwMode="gray">
            <a:xfrm>
              <a:off x="2065" y="362"/>
              <a:ext cx="100" cy="228"/>
            </a:xfrm>
            <a:custGeom>
              <a:avLst/>
              <a:gdLst>
                <a:gd name="T0" fmla="*/ 52 w 100"/>
                <a:gd name="T1" fmla="*/ 176 h 228"/>
                <a:gd name="T2" fmla="*/ 59 w 100"/>
                <a:gd name="T3" fmla="*/ 176 h 228"/>
                <a:gd name="T4" fmla="*/ 74 w 100"/>
                <a:gd name="T5" fmla="*/ 169 h 228"/>
                <a:gd name="T6" fmla="*/ 86 w 100"/>
                <a:gd name="T7" fmla="*/ 154 h 228"/>
                <a:gd name="T8" fmla="*/ 86 w 100"/>
                <a:gd name="T9" fmla="*/ 141 h 228"/>
                <a:gd name="T10" fmla="*/ 74 w 100"/>
                <a:gd name="T11" fmla="*/ 143 h 228"/>
                <a:gd name="T12" fmla="*/ 58 w 100"/>
                <a:gd name="T13" fmla="*/ 158 h 228"/>
                <a:gd name="T14" fmla="*/ 52 w 100"/>
                <a:gd name="T15" fmla="*/ 118 h 228"/>
                <a:gd name="T16" fmla="*/ 61 w 100"/>
                <a:gd name="T17" fmla="*/ 116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2 w 100"/>
                <a:gd name="T29" fmla="*/ 115 h 228"/>
                <a:gd name="T30" fmla="*/ 55 w 100"/>
                <a:gd name="T31" fmla="*/ 48 h 228"/>
                <a:gd name="T32" fmla="*/ 67 w 100"/>
                <a:gd name="T33" fmla="*/ 45 h 228"/>
                <a:gd name="T34" fmla="*/ 85 w 100"/>
                <a:gd name="T35" fmla="*/ 37 h 228"/>
                <a:gd name="T36" fmla="*/ 97 w 100"/>
                <a:gd name="T37" fmla="*/ 17 h 228"/>
                <a:gd name="T38" fmla="*/ 97 w 100"/>
                <a:gd name="T39" fmla="*/ 0 h 228"/>
                <a:gd name="T40" fmla="*/ 83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1 w 100"/>
                <a:gd name="T53" fmla="*/ 3 h 228"/>
                <a:gd name="T54" fmla="*/ 5 w 100"/>
                <a:gd name="T55" fmla="*/ 19 h 228"/>
                <a:gd name="T56" fmla="*/ 19 w 100"/>
                <a:gd name="T57" fmla="*/ 38 h 228"/>
                <a:gd name="T58" fmla="*/ 47 w 100"/>
                <a:gd name="T59" fmla="*/ 48 h 228"/>
                <a:gd name="T60" fmla="*/ 47 w 100"/>
                <a:gd name="T61" fmla="*/ 132 h 228"/>
                <a:gd name="T62" fmla="*/ 42 w 100"/>
                <a:gd name="T63" fmla="*/ 118 h 228"/>
                <a:gd name="T64" fmla="*/ 25 w 100"/>
                <a:gd name="T65" fmla="*/ 103 h 228"/>
                <a:gd name="T66" fmla="*/ 12 w 100"/>
                <a:gd name="T67" fmla="*/ 103 h 228"/>
                <a:gd name="T68" fmla="*/ 16 w 100"/>
                <a:gd name="T69" fmla="*/ 116 h 228"/>
                <a:gd name="T70" fmla="*/ 25 w 100"/>
                <a:gd name="T71" fmla="*/ 132 h 228"/>
                <a:gd name="T72" fmla="*/ 47 w 100"/>
                <a:gd name="T73" fmla="*/ 141 h 228"/>
                <a:gd name="T74" fmla="*/ 52 w 100"/>
                <a:gd name="T75" fmla="*/ 228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7" name="Freeform 20"/>
            <p:cNvSpPr/>
            <p:nvPr/>
          </p:nvSpPr>
          <p:spPr bwMode="gray">
            <a:xfrm>
              <a:off x="2921" y="362"/>
              <a:ext cx="100" cy="228"/>
            </a:xfrm>
            <a:custGeom>
              <a:avLst/>
              <a:gdLst>
                <a:gd name="T0" fmla="*/ 53 w 100"/>
                <a:gd name="T1" fmla="*/ 176 h 228"/>
                <a:gd name="T2" fmla="*/ 60 w 100"/>
                <a:gd name="T3" fmla="*/ 176 h 228"/>
                <a:gd name="T4" fmla="*/ 74 w 100"/>
                <a:gd name="T5" fmla="*/ 169 h 228"/>
                <a:gd name="T6" fmla="*/ 87 w 100"/>
                <a:gd name="T7" fmla="*/ 154 h 228"/>
                <a:gd name="T8" fmla="*/ 87 w 100"/>
                <a:gd name="T9" fmla="*/ 141 h 228"/>
                <a:gd name="T10" fmla="*/ 74 w 100"/>
                <a:gd name="T11" fmla="*/ 143 h 228"/>
                <a:gd name="T12" fmla="*/ 60 w 100"/>
                <a:gd name="T13" fmla="*/ 158 h 228"/>
                <a:gd name="T14" fmla="*/ 53 w 100"/>
                <a:gd name="T15" fmla="*/ 118 h 228"/>
                <a:gd name="T16" fmla="*/ 61 w 100"/>
                <a:gd name="T17" fmla="*/ 116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15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32 h 228"/>
                <a:gd name="T62" fmla="*/ 42 w 100"/>
                <a:gd name="T63" fmla="*/ 118 h 228"/>
                <a:gd name="T64" fmla="*/ 26 w 100"/>
                <a:gd name="T65" fmla="*/ 103 h 228"/>
                <a:gd name="T66" fmla="*/ 12 w 100"/>
                <a:gd name="T67" fmla="*/ 103 h 228"/>
                <a:gd name="T68" fmla="*/ 16 w 100"/>
                <a:gd name="T69" fmla="*/ 116 h 228"/>
                <a:gd name="T70" fmla="*/ 26 w 100"/>
                <a:gd name="T71" fmla="*/ 132 h 228"/>
                <a:gd name="T72" fmla="*/ 47 w 100"/>
                <a:gd name="T73" fmla="*/ 141 h 228"/>
                <a:gd name="T74" fmla="*/ 53 w 100"/>
                <a:gd name="T75" fmla="*/ 228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8" name="Freeform 21"/>
            <p:cNvSpPr/>
            <p:nvPr/>
          </p:nvSpPr>
          <p:spPr bwMode="gray">
            <a:xfrm>
              <a:off x="2273" y="187"/>
              <a:ext cx="175" cy="402"/>
            </a:xfrm>
            <a:custGeom>
              <a:avLst/>
              <a:gdLst>
                <a:gd name="T0" fmla="*/ 93 w 175"/>
                <a:gd name="T1" fmla="*/ 309 h 402"/>
                <a:gd name="T2" fmla="*/ 101 w 175"/>
                <a:gd name="T3" fmla="*/ 309 h 402"/>
                <a:gd name="T4" fmla="*/ 118 w 175"/>
                <a:gd name="T5" fmla="*/ 304 h 402"/>
                <a:gd name="T6" fmla="*/ 138 w 175"/>
                <a:gd name="T7" fmla="*/ 292 h 402"/>
                <a:gd name="T8" fmla="*/ 152 w 175"/>
                <a:gd name="T9" fmla="*/ 266 h 402"/>
                <a:gd name="T10" fmla="*/ 152 w 175"/>
                <a:gd name="T11" fmla="*/ 247 h 402"/>
                <a:gd name="T12" fmla="*/ 138 w 175"/>
                <a:gd name="T13" fmla="*/ 250 h 402"/>
                <a:gd name="T14" fmla="*/ 120 w 175"/>
                <a:gd name="T15" fmla="*/ 259 h 402"/>
                <a:gd name="T16" fmla="*/ 99 w 175"/>
                <a:gd name="T17" fmla="*/ 285 h 402"/>
                <a:gd name="T18" fmla="*/ 93 w 175"/>
                <a:gd name="T19" fmla="*/ 207 h 402"/>
                <a:gd name="T20" fmla="*/ 102 w 175"/>
                <a:gd name="T21" fmla="*/ 205 h 402"/>
                <a:gd name="T22" fmla="*/ 122 w 175"/>
                <a:gd name="T23" fmla="*/ 200 h 402"/>
                <a:gd name="T24" fmla="*/ 147 w 175"/>
                <a:gd name="T25" fmla="*/ 185 h 402"/>
                <a:gd name="T26" fmla="*/ 163 w 175"/>
                <a:gd name="T27" fmla="*/ 155 h 402"/>
                <a:gd name="T28" fmla="*/ 163 w 175"/>
                <a:gd name="T29" fmla="*/ 134 h 402"/>
                <a:gd name="T30" fmla="*/ 149 w 175"/>
                <a:gd name="T31" fmla="*/ 135 h 402"/>
                <a:gd name="T32" fmla="*/ 129 w 175"/>
                <a:gd name="T33" fmla="*/ 142 h 402"/>
                <a:gd name="T34" fmla="*/ 107 w 175"/>
                <a:gd name="T35" fmla="*/ 162 h 402"/>
                <a:gd name="T36" fmla="*/ 93 w 175"/>
                <a:gd name="T37" fmla="*/ 201 h 402"/>
                <a:gd name="T38" fmla="*/ 95 w 175"/>
                <a:gd name="T39" fmla="*/ 83 h 402"/>
                <a:gd name="T40" fmla="*/ 110 w 175"/>
                <a:gd name="T41" fmla="*/ 81 h 402"/>
                <a:gd name="T42" fmla="*/ 134 w 175"/>
                <a:gd name="T43" fmla="*/ 73 h 402"/>
                <a:gd name="T44" fmla="*/ 157 w 175"/>
                <a:gd name="T45" fmla="*/ 54 h 402"/>
                <a:gd name="T46" fmla="*/ 174 w 175"/>
                <a:gd name="T47" fmla="*/ 23 h 402"/>
                <a:gd name="T48" fmla="*/ 174 w 175"/>
                <a:gd name="T49" fmla="*/ 0 h 402"/>
                <a:gd name="T50" fmla="*/ 157 w 175"/>
                <a:gd name="T51" fmla="*/ 2 h 402"/>
                <a:gd name="T52" fmla="*/ 133 w 175"/>
                <a:gd name="T53" fmla="*/ 10 h 402"/>
                <a:gd name="T54" fmla="*/ 107 w 175"/>
                <a:gd name="T55" fmla="*/ 33 h 402"/>
                <a:gd name="T56" fmla="*/ 87 w 175"/>
                <a:gd name="T57" fmla="*/ 77 h 402"/>
                <a:gd name="T58" fmla="*/ 85 w 175"/>
                <a:gd name="T59" fmla="*/ 68 h 402"/>
                <a:gd name="T60" fmla="*/ 75 w 175"/>
                <a:gd name="T61" fmla="*/ 46 h 402"/>
                <a:gd name="T62" fmla="*/ 55 w 175"/>
                <a:gd name="T63" fmla="*/ 21 h 402"/>
                <a:gd name="T64" fmla="*/ 22 w 175"/>
                <a:gd name="T65" fmla="*/ 3 h 402"/>
                <a:gd name="T66" fmla="*/ 1 w 175"/>
                <a:gd name="T67" fmla="*/ 3 h 402"/>
                <a:gd name="T68" fmla="*/ 4 w 175"/>
                <a:gd name="T69" fmla="*/ 18 h 402"/>
                <a:gd name="T70" fmla="*/ 12 w 175"/>
                <a:gd name="T71" fmla="*/ 42 h 402"/>
                <a:gd name="T72" fmla="*/ 31 w 175"/>
                <a:gd name="T73" fmla="*/ 65 h 402"/>
                <a:gd name="T74" fmla="*/ 62 w 175"/>
                <a:gd name="T75" fmla="*/ 81 h 402"/>
                <a:gd name="T76" fmla="*/ 82 w 175"/>
                <a:gd name="T77" fmla="*/ 238 h 402"/>
                <a:gd name="T78" fmla="*/ 80 w 175"/>
                <a:gd name="T79" fmla="*/ 228 h 402"/>
                <a:gd name="T80" fmla="*/ 72 w 175"/>
                <a:gd name="T81" fmla="*/ 207 h 402"/>
                <a:gd name="T82" fmla="*/ 55 w 175"/>
                <a:gd name="T83" fmla="*/ 185 h 402"/>
                <a:gd name="T84" fmla="*/ 21 w 175"/>
                <a:gd name="T85" fmla="*/ 176 h 402"/>
                <a:gd name="T86" fmla="*/ 22 w 175"/>
                <a:gd name="T87" fmla="*/ 185 h 402"/>
                <a:gd name="T88" fmla="*/ 28 w 175"/>
                <a:gd name="T89" fmla="*/ 205 h 402"/>
                <a:gd name="T90" fmla="*/ 41 w 175"/>
                <a:gd name="T91" fmla="*/ 230 h 402"/>
                <a:gd name="T92" fmla="*/ 66 w 175"/>
                <a:gd name="T93" fmla="*/ 246 h 402"/>
                <a:gd name="T94" fmla="*/ 82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9" name="Freeform 22"/>
            <p:cNvSpPr/>
            <p:nvPr/>
          </p:nvSpPr>
          <p:spPr bwMode="gray">
            <a:xfrm>
              <a:off x="2161" y="217"/>
              <a:ext cx="97" cy="373"/>
            </a:xfrm>
            <a:custGeom>
              <a:avLst/>
              <a:gdLst>
                <a:gd name="T0" fmla="*/ 52 w 97"/>
                <a:gd name="T1" fmla="*/ 237 h 373"/>
                <a:gd name="T2" fmla="*/ 59 w 97"/>
                <a:gd name="T3" fmla="*/ 237 h 373"/>
                <a:gd name="T4" fmla="*/ 74 w 97"/>
                <a:gd name="T5" fmla="*/ 232 h 373"/>
                <a:gd name="T6" fmla="*/ 90 w 97"/>
                <a:gd name="T7" fmla="*/ 218 h 373"/>
                <a:gd name="T8" fmla="*/ 97 w 97"/>
                <a:gd name="T9" fmla="*/ 193 h 373"/>
                <a:gd name="T10" fmla="*/ 89 w 97"/>
                <a:gd name="T11" fmla="*/ 193 h 373"/>
                <a:gd name="T12" fmla="*/ 71 w 97"/>
                <a:gd name="T13" fmla="*/ 197 h 373"/>
                <a:gd name="T14" fmla="*/ 56 w 97"/>
                <a:gd name="T15" fmla="*/ 215 h 373"/>
                <a:gd name="T16" fmla="*/ 52 w 97"/>
                <a:gd name="T17" fmla="*/ 147 h 373"/>
                <a:gd name="T18" fmla="*/ 59 w 97"/>
                <a:gd name="T19" fmla="*/ 147 h 373"/>
                <a:gd name="T20" fmla="*/ 74 w 97"/>
                <a:gd name="T21" fmla="*/ 141 h 373"/>
                <a:gd name="T22" fmla="*/ 90 w 97"/>
                <a:gd name="T23" fmla="*/ 128 h 373"/>
                <a:gd name="T24" fmla="*/ 97 w 97"/>
                <a:gd name="T25" fmla="*/ 102 h 373"/>
                <a:gd name="T26" fmla="*/ 89 w 97"/>
                <a:gd name="T27" fmla="*/ 102 h 373"/>
                <a:gd name="T28" fmla="*/ 71 w 97"/>
                <a:gd name="T29" fmla="*/ 109 h 373"/>
                <a:gd name="T30" fmla="*/ 56 w 97"/>
                <a:gd name="T31" fmla="*/ 126 h 373"/>
                <a:gd name="T32" fmla="*/ 52 w 97"/>
                <a:gd name="T33" fmla="*/ 46 h 373"/>
                <a:gd name="T34" fmla="*/ 51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113 h 373"/>
                <a:gd name="T50" fmla="*/ 45 w 97"/>
                <a:gd name="T51" fmla="*/ 106 h 373"/>
                <a:gd name="T52" fmla="*/ 40 w 97"/>
                <a:gd name="T53" fmla="*/ 90 h 373"/>
                <a:gd name="T54" fmla="*/ 27 w 97"/>
                <a:gd name="T55" fmla="*/ 75 h 373"/>
                <a:gd name="T56" fmla="*/ 1 w 97"/>
                <a:gd name="T57" fmla="*/ 67 h 373"/>
                <a:gd name="T58" fmla="*/ 0 w 97"/>
                <a:gd name="T59" fmla="*/ 75 h 373"/>
                <a:gd name="T60" fmla="*/ 2 w 97"/>
                <a:gd name="T61" fmla="*/ 91 h 373"/>
                <a:gd name="T62" fmla="*/ 14 w 97"/>
                <a:gd name="T63" fmla="*/ 109 h 373"/>
                <a:gd name="T64" fmla="*/ 45 w 97"/>
                <a:gd name="T65" fmla="*/ 118 h 373"/>
                <a:gd name="T66" fmla="*/ 45 w 97"/>
                <a:gd name="T67" fmla="*/ 207 h 373"/>
                <a:gd name="T68" fmla="*/ 43 w 97"/>
                <a:gd name="T69" fmla="*/ 195 h 373"/>
                <a:gd name="T70" fmla="*/ 33 w 97"/>
                <a:gd name="T71" fmla="*/ 182 h 373"/>
                <a:gd name="T72" fmla="*/ 12 w 97"/>
                <a:gd name="T73" fmla="*/ 175 h 373"/>
                <a:gd name="T74" fmla="*/ 10 w 97"/>
                <a:gd name="T75" fmla="*/ 182 h 373"/>
                <a:gd name="T76" fmla="*/ 13 w 97"/>
                <a:gd name="T77" fmla="*/ 197 h 373"/>
                <a:gd name="T78" fmla="*/ 29 w 97"/>
                <a:gd name="T79" fmla="*/ 211 h 373"/>
                <a:gd name="T80" fmla="*/ 45 w 97"/>
                <a:gd name="T81" fmla="*/ 373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30" name="Freeform 23"/>
            <p:cNvSpPr/>
            <p:nvPr/>
          </p:nvSpPr>
          <p:spPr bwMode="gray">
            <a:xfrm>
              <a:off x="2708" y="217"/>
              <a:ext cx="97" cy="373"/>
            </a:xfrm>
            <a:custGeom>
              <a:avLst/>
              <a:gdLst>
                <a:gd name="T0" fmla="*/ 51 w 97"/>
                <a:gd name="T1" fmla="*/ 237 h 373"/>
                <a:gd name="T2" fmla="*/ 60 w 97"/>
                <a:gd name="T3" fmla="*/ 237 h 373"/>
                <a:gd name="T4" fmla="*/ 74 w 97"/>
                <a:gd name="T5" fmla="*/ 232 h 373"/>
                <a:gd name="T6" fmla="*/ 91 w 97"/>
                <a:gd name="T7" fmla="*/ 218 h 373"/>
                <a:gd name="T8" fmla="*/ 97 w 97"/>
                <a:gd name="T9" fmla="*/ 193 h 373"/>
                <a:gd name="T10" fmla="*/ 89 w 97"/>
                <a:gd name="T11" fmla="*/ 193 h 373"/>
                <a:gd name="T12" fmla="*/ 72 w 97"/>
                <a:gd name="T13" fmla="*/ 197 h 373"/>
                <a:gd name="T14" fmla="*/ 55 w 97"/>
                <a:gd name="T15" fmla="*/ 215 h 373"/>
                <a:gd name="T16" fmla="*/ 51 w 97"/>
                <a:gd name="T17" fmla="*/ 147 h 373"/>
                <a:gd name="T18" fmla="*/ 60 w 97"/>
                <a:gd name="T19" fmla="*/ 147 h 373"/>
                <a:gd name="T20" fmla="*/ 74 w 97"/>
                <a:gd name="T21" fmla="*/ 141 h 373"/>
                <a:gd name="T22" fmla="*/ 91 w 97"/>
                <a:gd name="T23" fmla="*/ 128 h 373"/>
                <a:gd name="T24" fmla="*/ 97 w 97"/>
                <a:gd name="T25" fmla="*/ 102 h 373"/>
                <a:gd name="T26" fmla="*/ 89 w 97"/>
                <a:gd name="T27" fmla="*/ 102 h 373"/>
                <a:gd name="T28" fmla="*/ 72 w 97"/>
                <a:gd name="T29" fmla="*/ 109 h 373"/>
                <a:gd name="T30" fmla="*/ 55 w 97"/>
                <a:gd name="T31" fmla="*/ 126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113 h 373"/>
                <a:gd name="T50" fmla="*/ 46 w 97"/>
                <a:gd name="T51" fmla="*/ 106 h 373"/>
                <a:gd name="T52" fmla="*/ 41 w 97"/>
                <a:gd name="T53" fmla="*/ 90 h 373"/>
                <a:gd name="T54" fmla="*/ 27 w 97"/>
                <a:gd name="T55" fmla="*/ 75 h 373"/>
                <a:gd name="T56" fmla="*/ 0 w 97"/>
                <a:gd name="T57" fmla="*/ 67 h 373"/>
                <a:gd name="T58" fmla="*/ 0 w 97"/>
                <a:gd name="T59" fmla="*/ 75 h 373"/>
                <a:gd name="T60" fmla="*/ 3 w 97"/>
                <a:gd name="T61" fmla="*/ 91 h 373"/>
                <a:gd name="T62" fmla="*/ 15 w 97"/>
                <a:gd name="T63" fmla="*/ 109 h 373"/>
                <a:gd name="T64" fmla="*/ 46 w 97"/>
                <a:gd name="T65" fmla="*/ 118 h 373"/>
                <a:gd name="T66" fmla="*/ 46 w 97"/>
                <a:gd name="T67" fmla="*/ 207 h 373"/>
                <a:gd name="T68" fmla="*/ 43 w 97"/>
                <a:gd name="T69" fmla="*/ 195 h 373"/>
                <a:gd name="T70" fmla="*/ 34 w 97"/>
                <a:gd name="T71" fmla="*/ 182 h 373"/>
                <a:gd name="T72" fmla="*/ 12 w 97"/>
                <a:gd name="T73" fmla="*/ 175 h 373"/>
                <a:gd name="T74" fmla="*/ 11 w 97"/>
                <a:gd name="T75" fmla="*/ 182 h 373"/>
                <a:gd name="T76" fmla="*/ 14 w 97"/>
                <a:gd name="T77" fmla="*/ 197 h 373"/>
                <a:gd name="T78" fmla="*/ 30 w 97"/>
                <a:gd name="T79" fmla="*/ 211 h 373"/>
                <a:gd name="T80" fmla="*/ 46 w 97"/>
                <a:gd name="T81" fmla="*/ 373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grpSp>
      <p:sp>
        <p:nvSpPr>
          <p:cNvPr id="31" name="Freeform 27" descr="Dark upward diagonal"/>
          <p:cNvSpPr/>
          <p:nvPr/>
        </p:nvSpPr>
        <p:spPr bwMode="gray">
          <a:xfrm>
            <a:off x="114301" y="76201"/>
            <a:ext cx="11969751" cy="500063"/>
          </a:xfrm>
          <a:custGeom>
            <a:avLst/>
            <a:gdLst>
              <a:gd name="T0" fmla="*/ 0 w 5655"/>
              <a:gd name="T1" fmla="*/ 2147483647 h 315"/>
              <a:gd name="T2" fmla="*/ 2147483647 w 5655"/>
              <a:gd name="T3" fmla="*/ 0 h 315"/>
              <a:gd name="T4" fmla="*/ 2147483647 w 5655"/>
              <a:gd name="T5" fmla="*/ 2147483647 h 315"/>
              <a:gd name="T6" fmla="*/ 2147483647 w 5655"/>
              <a:gd name="T7" fmla="*/ 2147483647 h 315"/>
              <a:gd name="T8" fmla="*/ 2147483647 w 5655"/>
              <a:gd name="T9" fmla="*/ 2147483647 h 315"/>
              <a:gd name="T10" fmla="*/ 0 w 5655"/>
              <a:gd name="T11" fmla="*/ 2147483647 h 3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55" h="315">
                <a:moveTo>
                  <a:pt x="0" y="1"/>
                </a:moveTo>
                <a:lnTo>
                  <a:pt x="5546" y="0"/>
                </a:lnTo>
                <a:cubicBezTo>
                  <a:pt x="5652" y="0"/>
                  <a:pt x="5655" y="84"/>
                  <a:pt x="5655" y="84"/>
                </a:cubicBezTo>
                <a:lnTo>
                  <a:pt x="5649" y="315"/>
                </a:lnTo>
                <a:lnTo>
                  <a:pt x="1" y="314"/>
                </a:lnTo>
                <a:lnTo>
                  <a:pt x="0" y="1"/>
                </a:lnTo>
                <a:close/>
              </a:path>
            </a:pathLst>
          </a:custGeom>
          <a:pattFill prst="dkUpDiag">
            <a:fgClr>
              <a:schemeClr val="bg1">
                <a:alpha val="76862"/>
              </a:schemeClr>
            </a:fgClr>
            <a:bgClr>
              <a:schemeClr val="tx1">
                <a:alpha val="76862"/>
              </a:schemeClr>
            </a:bgClr>
          </a:patt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32" name="Rectangle 28"/>
          <p:cNvSpPr>
            <a:spLocks noChangeArrowheads="1"/>
          </p:cNvSpPr>
          <p:nvPr/>
        </p:nvSpPr>
        <p:spPr bwMode="gray">
          <a:xfrm>
            <a:off x="152401" y="6610351"/>
            <a:ext cx="11908367" cy="163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grpSp>
        <p:nvGrpSpPr>
          <p:cNvPr id="33" name="Group 74"/>
          <p:cNvGrpSpPr/>
          <p:nvPr/>
        </p:nvGrpSpPr>
        <p:grpSpPr bwMode="auto">
          <a:xfrm>
            <a:off x="114301" y="854075"/>
            <a:ext cx="11976100" cy="1131888"/>
            <a:chOff x="54" y="538"/>
            <a:chExt cx="5658" cy="713"/>
          </a:xfrm>
        </p:grpSpPr>
        <p:sp>
          <p:nvSpPr>
            <p:cNvPr id="34" name="Freeform 30"/>
            <p:cNvSpPr/>
            <p:nvPr userDrawn="1"/>
          </p:nvSpPr>
          <p:spPr bwMode="gray">
            <a:xfrm>
              <a:off x="54" y="736"/>
              <a:ext cx="5658" cy="515"/>
            </a:xfrm>
            <a:custGeom>
              <a:avLst/>
              <a:gdLst>
                <a:gd name="T0" fmla="*/ 0 w 5446"/>
                <a:gd name="T1" fmla="*/ 0 h 590"/>
                <a:gd name="T2" fmla="*/ 7116 w 5446"/>
                <a:gd name="T3" fmla="*/ 0 h 590"/>
                <a:gd name="T4" fmla="*/ 7116 w 5446"/>
                <a:gd name="T5" fmla="*/ 120 h 590"/>
                <a:gd name="T6" fmla="*/ 7116 w 5446"/>
                <a:gd name="T7" fmla="*/ 175 h 590"/>
                <a:gd name="T8" fmla="*/ 1976 w 5446"/>
                <a:gd name="T9" fmla="*/ 171 h 590"/>
                <a:gd name="T10" fmla="*/ 1682 w 5446"/>
                <a:gd name="T11" fmla="*/ 225 h 590"/>
                <a:gd name="T12" fmla="*/ 0 w 5446"/>
                <a:gd name="T13" fmla="*/ 228 h 590"/>
                <a:gd name="T14" fmla="*/ 0 w 5446"/>
                <a:gd name="T15" fmla="*/ 0 h 5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46" h="590">
                  <a:moveTo>
                    <a:pt x="0" y="0"/>
                  </a:moveTo>
                  <a:lnTo>
                    <a:pt x="5446" y="0"/>
                  </a:lnTo>
                  <a:lnTo>
                    <a:pt x="5446" y="312"/>
                  </a:lnTo>
                  <a:lnTo>
                    <a:pt x="5446" y="451"/>
                  </a:lnTo>
                  <a:cubicBezTo>
                    <a:pt x="4790" y="473"/>
                    <a:pt x="2205" y="421"/>
                    <a:pt x="1512" y="443"/>
                  </a:cubicBezTo>
                  <a:lnTo>
                    <a:pt x="1288" y="584"/>
                  </a:lnTo>
                  <a:lnTo>
                    <a:pt x="0" y="59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35" name="Freeform 31"/>
            <p:cNvSpPr/>
            <p:nvPr userDrawn="1"/>
          </p:nvSpPr>
          <p:spPr bwMode="gray">
            <a:xfrm>
              <a:off x="54" y="538"/>
              <a:ext cx="5658" cy="655"/>
            </a:xfrm>
            <a:custGeom>
              <a:avLst/>
              <a:gdLst>
                <a:gd name="T0" fmla="*/ 1 w 5658"/>
                <a:gd name="T1" fmla="*/ 0 h 655"/>
                <a:gd name="T2" fmla="*/ 5657 w 5658"/>
                <a:gd name="T3" fmla="*/ 0 h 655"/>
                <a:gd name="T4" fmla="*/ 5658 w 5658"/>
                <a:gd name="T5" fmla="*/ 534 h 655"/>
                <a:gd name="T6" fmla="*/ 1553 w 5658"/>
                <a:gd name="T7" fmla="*/ 528 h 655"/>
                <a:gd name="T8" fmla="*/ 1317 w 5658"/>
                <a:gd name="T9" fmla="*/ 651 h 655"/>
                <a:gd name="T10" fmla="*/ 0 w 5658"/>
                <a:gd name="T11" fmla="*/ 655 h 655"/>
                <a:gd name="T12" fmla="*/ 1 w 5658"/>
                <a:gd name="T13" fmla="*/ 0 h 6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8" h="655">
                  <a:moveTo>
                    <a:pt x="1" y="0"/>
                  </a:moveTo>
                  <a:lnTo>
                    <a:pt x="5657" y="0"/>
                  </a:lnTo>
                  <a:lnTo>
                    <a:pt x="5658" y="534"/>
                  </a:lnTo>
                  <a:lnTo>
                    <a:pt x="1553" y="528"/>
                  </a:lnTo>
                  <a:lnTo>
                    <a:pt x="1317" y="651"/>
                  </a:lnTo>
                  <a:lnTo>
                    <a:pt x="0" y="655"/>
                  </a:lnTo>
                  <a:lnTo>
                    <a:pt x="1"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36" name="Freeform 32"/>
            <p:cNvSpPr/>
            <p:nvPr userDrawn="1"/>
          </p:nvSpPr>
          <p:spPr bwMode="gray">
            <a:xfrm>
              <a:off x="54" y="1062"/>
              <a:ext cx="1496" cy="98"/>
            </a:xfrm>
            <a:custGeom>
              <a:avLst/>
              <a:gdLst>
                <a:gd name="T0" fmla="*/ 1880 w 1440"/>
                <a:gd name="T1" fmla="*/ 1 h 112"/>
                <a:gd name="T2" fmla="*/ 1647 w 1440"/>
                <a:gd name="T3" fmla="*/ 45 h 112"/>
                <a:gd name="T4" fmla="*/ 0 w 1440"/>
                <a:gd name="T5" fmla="*/ 44 h 112"/>
                <a:gd name="T6" fmla="*/ 0 w 1440"/>
                <a:gd name="T7" fmla="*/ 19 h 112"/>
                <a:gd name="T8" fmla="*/ 1396 w 1440"/>
                <a:gd name="T9" fmla="*/ 20 h 112"/>
                <a:gd name="T10" fmla="*/ 1492 w 1440"/>
                <a:gd name="T11" fmla="*/ 0 h 112"/>
                <a:gd name="T12" fmla="*/ 1880 w 1440"/>
                <a:gd name="T13" fmla="*/ 1 h 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0" h="112">
                  <a:moveTo>
                    <a:pt x="1440" y="1"/>
                  </a:moveTo>
                  <a:lnTo>
                    <a:pt x="1261" y="112"/>
                  </a:lnTo>
                  <a:lnTo>
                    <a:pt x="0" y="110"/>
                  </a:lnTo>
                  <a:lnTo>
                    <a:pt x="0" y="49"/>
                  </a:lnTo>
                  <a:lnTo>
                    <a:pt x="1069" y="50"/>
                  </a:lnTo>
                  <a:lnTo>
                    <a:pt x="1142" y="0"/>
                  </a:lnTo>
                  <a:lnTo>
                    <a:pt x="1440" y="1"/>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grpSp>
      <p:sp>
        <p:nvSpPr>
          <p:cNvPr id="37" name="Rectangle 33"/>
          <p:cNvSpPr>
            <a:spLocks noChangeArrowheads="1"/>
          </p:cNvSpPr>
          <p:nvPr/>
        </p:nvSpPr>
        <p:spPr bwMode="gray">
          <a:xfrm>
            <a:off x="114301" y="609600"/>
            <a:ext cx="11976100" cy="1857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38" name="Rectangle 38" descr="1"/>
          <p:cNvSpPr>
            <a:spLocks noChangeArrowheads="1"/>
          </p:cNvSpPr>
          <p:nvPr/>
        </p:nvSpPr>
        <p:spPr bwMode="gray">
          <a:xfrm>
            <a:off x="5422901" y="4497388"/>
            <a:ext cx="988484" cy="742950"/>
          </a:xfrm>
          <a:prstGeom prst="rect">
            <a:avLst/>
          </a:prstGeom>
          <a:blipFill dpi="0" rotWithShape="1">
            <a:blip r:embed="rId4"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39" name="Rectangle 40" descr="7"/>
          <p:cNvSpPr>
            <a:spLocks noChangeArrowheads="1"/>
          </p:cNvSpPr>
          <p:nvPr/>
        </p:nvSpPr>
        <p:spPr bwMode="gray">
          <a:xfrm>
            <a:off x="4366684" y="5314950"/>
            <a:ext cx="990600" cy="742950"/>
          </a:xfrm>
          <a:prstGeom prst="rect">
            <a:avLst/>
          </a:prstGeom>
          <a:blipFill dpi="0" rotWithShape="1">
            <a:blip r:embed="rId5"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40" name="Rectangle 42"/>
          <p:cNvSpPr>
            <a:spLocks noChangeArrowheads="1"/>
          </p:cNvSpPr>
          <p:nvPr/>
        </p:nvSpPr>
        <p:spPr bwMode="gray">
          <a:xfrm>
            <a:off x="4377267" y="4510089"/>
            <a:ext cx="988484" cy="744537"/>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41" name="Rectangle 37" descr="6"/>
          <p:cNvSpPr>
            <a:spLocks noChangeArrowheads="1"/>
          </p:cNvSpPr>
          <p:nvPr/>
        </p:nvSpPr>
        <p:spPr bwMode="gray">
          <a:xfrm>
            <a:off x="2271184" y="5314950"/>
            <a:ext cx="990600" cy="742950"/>
          </a:xfrm>
          <a:prstGeom prst="rect">
            <a:avLst/>
          </a:prstGeom>
          <a:blipFill dpi="0" rotWithShape="1">
            <a:blip r:embed="rId6"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42" name="Rectangle 50"/>
          <p:cNvSpPr>
            <a:spLocks noChangeArrowheads="1"/>
          </p:cNvSpPr>
          <p:nvPr/>
        </p:nvSpPr>
        <p:spPr bwMode="gray">
          <a:xfrm>
            <a:off x="171451" y="4511675"/>
            <a:ext cx="988483" cy="74295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pic>
        <p:nvPicPr>
          <p:cNvPr id="43" name="Picture 43" descr="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173567" y="2911475"/>
            <a:ext cx="1797051"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70" descr="2"/>
          <p:cNvSpPr>
            <a:spLocks noChangeArrowheads="1"/>
          </p:cNvSpPr>
          <p:nvPr/>
        </p:nvSpPr>
        <p:spPr bwMode="gray">
          <a:xfrm>
            <a:off x="2269067" y="3705225"/>
            <a:ext cx="992717" cy="742950"/>
          </a:xfrm>
          <a:prstGeom prst="rect">
            <a:avLst/>
          </a:prstGeom>
          <a:blipFill dpi="0" rotWithShape="1">
            <a:blip r:embed="rId8" cstate="print"/>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3075" name="Rectangle 3"/>
          <p:cNvSpPr>
            <a:spLocks noGrp="1" noChangeArrowheads="1"/>
          </p:cNvSpPr>
          <p:nvPr>
            <p:ph type="subTitle" idx="1"/>
          </p:nvPr>
        </p:nvSpPr>
        <p:spPr>
          <a:xfrm>
            <a:off x="5486401" y="6196014"/>
            <a:ext cx="6415617" cy="403225"/>
          </a:xfrm>
        </p:spPr>
        <p:txBody>
          <a:bodyPr/>
          <a:lstStyle>
            <a:lvl1pPr marL="0" indent="0" algn="r">
              <a:buFontTx/>
              <a:buNone/>
              <a:defRPr sz="1600" i="1">
                <a:solidFill>
                  <a:srgbClr val="FFFFFF"/>
                </a:solidFill>
                <a:latin typeface="Times New Roman" panose="02020603050405020304" pitchFamily="18" charset="0"/>
              </a:defRPr>
            </a:lvl1pPr>
          </a:lstStyle>
          <a:p>
            <a:r>
              <a:rPr lang="zh-CN" altLang="en-US"/>
              <a:t>单击此处编辑母版副标题样式</a:t>
            </a:r>
            <a:endParaRPr lang="en-US" altLang="zh-CN"/>
          </a:p>
        </p:txBody>
      </p:sp>
      <p:sp>
        <p:nvSpPr>
          <p:cNvPr id="3074" name="Rectangle 2"/>
          <p:cNvSpPr>
            <a:spLocks noGrp="1" noChangeArrowheads="1"/>
          </p:cNvSpPr>
          <p:nvPr>
            <p:ph type="ctrTitle"/>
          </p:nvPr>
        </p:nvSpPr>
        <p:spPr>
          <a:xfrm>
            <a:off x="3759200" y="2819401"/>
            <a:ext cx="8026400" cy="1470025"/>
          </a:xfrm>
        </p:spPr>
        <p:txBody>
          <a:bodyPr/>
          <a:lstStyle>
            <a:lvl1pPr algn="r">
              <a:defRPr sz="4800">
                <a:solidFill>
                  <a:srgbClr val="000000"/>
                </a:solidFill>
              </a:defRPr>
            </a:lvl1pPr>
          </a:lstStyle>
          <a:p>
            <a:r>
              <a:rPr lang="zh-CN" altLang="en-US"/>
              <a:t>单击此处编辑母版标题样式</a:t>
            </a:r>
            <a:endParaRPr lang="en-US" altLang="zh-CN"/>
          </a:p>
        </p:txBody>
      </p:sp>
      <p:sp>
        <p:nvSpPr>
          <p:cNvPr id="45" name="Rectangle 4"/>
          <p:cNvSpPr>
            <a:spLocks noGrp="1" noChangeArrowheads="1"/>
          </p:cNvSpPr>
          <p:nvPr>
            <p:ph type="dt" sz="half" idx="10"/>
          </p:nvPr>
        </p:nvSpPr>
        <p:spPr>
          <a:xfrm>
            <a:off x="309033" y="6445250"/>
            <a:ext cx="2940051" cy="317500"/>
          </a:xfrm>
        </p:spPr>
        <p:txBody>
          <a:bodyPr/>
          <a:lstStyle>
            <a:lvl1pPr>
              <a:defRPr/>
            </a:lvl1pPr>
          </a:lstStyle>
          <a:p>
            <a:pPr>
              <a:defRPr/>
            </a:pPr>
            <a:endParaRPr lang="en-US" altLang="zh-CN"/>
          </a:p>
        </p:txBody>
      </p:sp>
      <p:sp>
        <p:nvSpPr>
          <p:cNvPr id="46" name="Rectangle 5"/>
          <p:cNvSpPr>
            <a:spLocks noGrp="1" noChangeArrowheads="1"/>
          </p:cNvSpPr>
          <p:nvPr>
            <p:ph type="ftr" sz="quarter" idx="11"/>
          </p:nvPr>
        </p:nvSpPr>
        <p:spPr>
          <a:xfrm>
            <a:off x="3433233" y="6445250"/>
            <a:ext cx="3987800" cy="317500"/>
          </a:xfrm>
        </p:spPr>
        <p:txBody>
          <a:bodyPr/>
          <a:lstStyle>
            <a:lvl1pPr>
              <a:defRPr/>
            </a:lvl1pPr>
          </a:lstStyle>
          <a:p>
            <a:pPr>
              <a:defRPr/>
            </a:pPr>
            <a:endParaRPr lang="en-US" altLang="zh-CN"/>
          </a:p>
        </p:txBody>
      </p:sp>
      <p:sp>
        <p:nvSpPr>
          <p:cNvPr id="47" name="Rectangle 6"/>
          <p:cNvSpPr>
            <a:spLocks noGrp="1" noChangeArrowheads="1"/>
          </p:cNvSpPr>
          <p:nvPr>
            <p:ph type="sldNum" sz="quarter" idx="12"/>
          </p:nvPr>
        </p:nvSpPr>
        <p:spPr>
          <a:xfrm>
            <a:off x="7600952" y="6445250"/>
            <a:ext cx="2940049" cy="317500"/>
          </a:xfrm>
        </p:spPr>
        <p:txBody>
          <a:bodyPr/>
          <a:lstStyle>
            <a:lvl1pPr>
              <a:defRPr/>
            </a:lvl1pPr>
          </a:lstStyle>
          <a:p>
            <a:pPr>
              <a:defRPr/>
            </a:pPr>
            <a:fld id="{2C51C8EC-C09D-40CD-AF15-33619B2266AC}" type="slidenum">
              <a:rPr lang="en-US" altLang="zh-CN"/>
              <a:pPr>
                <a:defRPr/>
              </a:pPr>
              <a:t>‹#›</a:t>
            </a:fld>
            <a:endParaRPr lang="en-US" altLang="zh-CN"/>
          </a:p>
        </p:txBody>
      </p:sp>
    </p:spTree>
    <p:extLst>
      <p:ext uri="{BB962C8B-B14F-4D97-AF65-F5344CB8AC3E}">
        <p14:creationId xmlns:p14="http://schemas.microsoft.com/office/powerpoint/2010/main" val="3747717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47034BC-7D5A-42B8-967A-643EB5B86A5C}" type="slidenum">
              <a:rPr lang="en-US" altLang="zh-CN"/>
              <a:pPr>
                <a:defRPr/>
              </a:pPr>
              <a:t>‹#›</a:t>
            </a:fld>
            <a:endParaRPr lang="en-US" altLang="zh-CN"/>
          </a:p>
        </p:txBody>
      </p:sp>
    </p:spTree>
    <p:extLst>
      <p:ext uri="{BB962C8B-B14F-4D97-AF65-F5344CB8AC3E}">
        <p14:creationId xmlns:p14="http://schemas.microsoft.com/office/powerpoint/2010/main" val="473535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CAD108-AD8A-4987-9699-6E04FD4B6C7C}" type="slidenum">
              <a:rPr lang="en-US" altLang="zh-CN"/>
              <a:pPr>
                <a:defRPr/>
              </a:pPr>
              <a:t>‹#›</a:t>
            </a:fld>
            <a:endParaRPr lang="en-US" altLang="zh-CN"/>
          </a:p>
        </p:txBody>
      </p:sp>
    </p:spTree>
    <p:extLst>
      <p:ext uri="{BB962C8B-B14F-4D97-AF65-F5344CB8AC3E}">
        <p14:creationId xmlns:p14="http://schemas.microsoft.com/office/powerpoint/2010/main" val="1712719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438276"/>
            <a:ext cx="53848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438276"/>
            <a:ext cx="53848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6B951E-F6B6-4A29-91C3-4B9DCD9A50C0}" type="slidenum">
              <a:rPr lang="en-US" altLang="zh-CN"/>
              <a:pPr>
                <a:defRPr/>
              </a:pPr>
              <a:t>‹#›</a:t>
            </a:fld>
            <a:endParaRPr lang="en-US" altLang="zh-CN"/>
          </a:p>
        </p:txBody>
      </p:sp>
    </p:spTree>
    <p:extLst>
      <p:ext uri="{BB962C8B-B14F-4D97-AF65-F5344CB8AC3E}">
        <p14:creationId xmlns:p14="http://schemas.microsoft.com/office/powerpoint/2010/main" val="1599556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20528C6-25B0-4B56-917C-AA5036419BC1}" type="slidenum">
              <a:rPr lang="en-US" altLang="zh-CN"/>
              <a:pPr>
                <a:defRPr/>
              </a:pPr>
              <a:t>‹#›</a:t>
            </a:fld>
            <a:endParaRPr lang="en-US" altLang="zh-CN"/>
          </a:p>
        </p:txBody>
      </p:sp>
    </p:spTree>
    <p:extLst>
      <p:ext uri="{BB962C8B-B14F-4D97-AF65-F5344CB8AC3E}">
        <p14:creationId xmlns:p14="http://schemas.microsoft.com/office/powerpoint/2010/main" val="353051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F99A3EC0-0F09-414C-B039-4DDB592C8E06}" type="slidenum">
              <a:rPr lang="en-US" altLang="zh-CN"/>
              <a:pPr>
                <a:defRPr/>
              </a:pPr>
              <a:t>‹#›</a:t>
            </a:fld>
            <a:endParaRPr lang="en-US" altLang="zh-CN"/>
          </a:p>
        </p:txBody>
      </p:sp>
    </p:spTree>
    <p:extLst>
      <p:ext uri="{BB962C8B-B14F-4D97-AF65-F5344CB8AC3E}">
        <p14:creationId xmlns:p14="http://schemas.microsoft.com/office/powerpoint/2010/main" val="3736615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ADDC2C10-7651-48AB-B4F5-3B6CF520A250}" type="slidenum">
              <a:rPr lang="en-US" altLang="zh-CN"/>
              <a:pPr>
                <a:defRPr/>
              </a:pPr>
              <a:t>‹#›</a:t>
            </a:fld>
            <a:endParaRPr lang="en-US" altLang="zh-CN"/>
          </a:p>
        </p:txBody>
      </p:sp>
    </p:spTree>
    <p:extLst>
      <p:ext uri="{BB962C8B-B14F-4D97-AF65-F5344CB8AC3E}">
        <p14:creationId xmlns:p14="http://schemas.microsoft.com/office/powerpoint/2010/main" val="436487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EC764F9-A9BA-4802-BC2A-EF85C6BD103E}" type="slidenum">
              <a:rPr lang="en-US" altLang="zh-CN"/>
              <a:pPr>
                <a:defRPr/>
              </a:pPr>
              <a:t>‹#›</a:t>
            </a:fld>
            <a:endParaRPr lang="en-US" altLang="zh-CN"/>
          </a:p>
        </p:txBody>
      </p:sp>
    </p:spTree>
    <p:extLst>
      <p:ext uri="{BB962C8B-B14F-4D97-AF65-F5344CB8AC3E}">
        <p14:creationId xmlns:p14="http://schemas.microsoft.com/office/powerpoint/2010/main" val="3892715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18E33A9-17A6-4C7B-BEAF-B5DBEA949B2F}" type="slidenum">
              <a:rPr lang="en-US" altLang="zh-CN"/>
              <a:pPr>
                <a:defRPr/>
              </a:pPr>
              <a:t>‹#›</a:t>
            </a:fld>
            <a:endParaRPr lang="en-US" altLang="zh-CN"/>
          </a:p>
        </p:txBody>
      </p:sp>
    </p:spTree>
    <p:extLst>
      <p:ext uri="{BB962C8B-B14F-4D97-AF65-F5344CB8AC3E}">
        <p14:creationId xmlns:p14="http://schemas.microsoft.com/office/powerpoint/2010/main" val="91831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3D66CAD-7A17-4D4B-AB14-3D94B7089601}" type="slidenum">
              <a:rPr lang="en-US" altLang="zh-CN"/>
              <a:pPr>
                <a:defRPr/>
              </a:pPr>
              <a:t>‹#›</a:t>
            </a:fld>
            <a:endParaRPr lang="en-US" altLang="zh-CN"/>
          </a:p>
        </p:txBody>
      </p:sp>
    </p:spTree>
    <p:extLst>
      <p:ext uri="{BB962C8B-B14F-4D97-AF65-F5344CB8AC3E}">
        <p14:creationId xmlns:p14="http://schemas.microsoft.com/office/powerpoint/2010/main" val="3162139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38126"/>
            <a:ext cx="2743200" cy="59340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38126"/>
            <a:ext cx="8026400" cy="59340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984F4D4-57B8-40C3-96DB-BEDD69DB8910}" type="slidenum">
              <a:rPr lang="en-US" altLang="zh-CN"/>
              <a:pPr>
                <a:defRPr/>
              </a:pPr>
              <a:t>‹#›</a:t>
            </a:fld>
            <a:endParaRPr lang="en-US" altLang="zh-CN"/>
          </a:p>
        </p:txBody>
      </p:sp>
    </p:spTree>
    <p:extLst>
      <p:ext uri="{BB962C8B-B14F-4D97-AF65-F5344CB8AC3E}">
        <p14:creationId xmlns:p14="http://schemas.microsoft.com/office/powerpoint/2010/main" val="2277628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38126"/>
            <a:ext cx="8636000" cy="8683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38276"/>
            <a:ext cx="5384800" cy="4733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438276"/>
            <a:ext cx="5384800" cy="4733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F3C3560-06F5-4F94-8AAB-D60EFCC6310B}" type="slidenum">
              <a:rPr lang="en-US" altLang="zh-CN"/>
              <a:pPr>
                <a:defRPr/>
              </a:pPr>
              <a:t>‹#›</a:t>
            </a:fld>
            <a:endParaRPr lang="en-US" altLang="zh-CN"/>
          </a:p>
        </p:txBody>
      </p:sp>
    </p:spTree>
    <p:extLst>
      <p:ext uri="{BB962C8B-B14F-4D97-AF65-F5344CB8AC3E}">
        <p14:creationId xmlns:p14="http://schemas.microsoft.com/office/powerpoint/2010/main" val="953688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66720" y="1142989"/>
            <a:ext cx="10943167" cy="3143269"/>
          </a:xfrm>
        </p:spPr>
        <p:txBody>
          <a:bodyPr/>
          <a:lstStyle>
            <a:lvl1pPr marL="342900"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defRPr kumimoji="0" lang="en-US" altLang="zh-CN" sz="2000" b="1" kern="1200" dirty="0" smtClean="0">
                <a:solidFill>
                  <a:schemeClr val="tx1"/>
                </a:solidFill>
                <a:latin typeface="Adobe 宋体 Std L" pitchFamily="18" charset="-122"/>
                <a:ea typeface="Adobe 宋体 Std L" pitchFamily="18" charset="-122"/>
                <a:cs typeface="华文细黑" panose="02010600040101010101" pitchFamily="2" charset="-122"/>
              </a:defRPr>
            </a:lvl1pPr>
            <a:lvl2pPr>
              <a:defRPr kumimoji="0" lang="zh-CN" altLang="en-US" b="1" i="1" kern="1200" dirty="0" smtClean="0">
                <a:solidFill>
                  <a:schemeClr val="tx1"/>
                </a:solidFill>
                <a:latin typeface="Adobe 宋体 Std L" pitchFamily="18" charset="-122"/>
                <a:ea typeface="Adobe 宋体 Std L" pitchFamily="18" charset="-122"/>
                <a:cs typeface="华文细黑" panose="02010600040101010101" pitchFamily="2" charset="-122"/>
              </a:defRPr>
            </a:lvl2pPr>
            <a:lvl3pPr>
              <a:defRPr b="1" i="1">
                <a:ea typeface="Adobe 黑体 Std R"/>
              </a:defRPr>
            </a:lvl3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24423" y="23795"/>
            <a:ext cx="6462183" cy="547687"/>
          </a:xfrm>
        </p:spPr>
        <p:txBody>
          <a:bodyPr/>
          <a:lstStyle>
            <a:lvl1pPr>
              <a:defRPr kumimoji="0" lang="zh-CN" altLang="en-US" sz="2800" b="1" kern="1200" dirty="0">
                <a:solidFill>
                  <a:schemeClr val="accent6"/>
                </a:solidFill>
                <a:latin typeface="Adobe 黑体 Std R" pitchFamily="34" charset="-122"/>
                <a:ea typeface="Adobe 黑体 Std R" pitchFamily="34" charset="-122"/>
                <a:cs typeface="华文细黑" charset="0"/>
              </a:defRPr>
            </a:lvl1pPr>
          </a:lstStyle>
          <a:p>
            <a:r>
              <a:rPr lang="zh-CN" altLang="en-US" dirty="0"/>
              <a:t>单击此处编辑母版标题样式</a:t>
            </a:r>
          </a:p>
        </p:txBody>
      </p:sp>
      <p:sp>
        <p:nvSpPr>
          <p:cNvPr id="12" name="文本占位符 11"/>
          <p:cNvSpPr>
            <a:spLocks noGrp="1"/>
          </p:cNvSpPr>
          <p:nvPr>
            <p:ph type="body" sz="quarter" idx="11"/>
          </p:nvPr>
        </p:nvSpPr>
        <p:spPr>
          <a:xfrm>
            <a:off x="1143000" y="4762500"/>
            <a:ext cx="8477275" cy="515013"/>
          </a:xfrm>
          <a:solidFill>
            <a:srgbClr val="FFFF99"/>
          </a:solidFill>
          <a:ln w="9525">
            <a:noFill/>
            <a:miter lim="800000"/>
          </a:ln>
          <a:effectLst>
            <a:outerShdw blurRad="63500" dist="20000" dir="5400000" rotWithShape="0">
              <a:srgbClr val="000000">
                <a:alpha val="37999"/>
              </a:srgbClr>
            </a:outerShdw>
          </a:effectLst>
        </p:spPr>
        <p:txBody>
          <a:bodyPr>
            <a:spAutoFit/>
          </a:bodyPr>
          <a:lstStyle>
            <a:lvl1pPr marL="0" indent="0" algn="l" rtl="0" eaLnBrk="1" fontAlgn="base" hangingPunct="1">
              <a:lnSpc>
                <a:spcPct val="150000"/>
              </a:lnSpc>
              <a:spcBef>
                <a:spcPct val="0"/>
              </a:spcBef>
              <a:spcAft>
                <a:spcPct val="0"/>
              </a:spcAft>
              <a:buClr>
                <a:schemeClr val="accent1"/>
              </a:buClr>
              <a:buFont typeface="Wingdings" panose="05000000000000000000" pitchFamily="2" charset="2"/>
              <a:buNone/>
              <a:defRPr kumimoji="1" lang="zh-CN" altLang="en-US" sz="2000" b="0" i="0" kern="1200" dirty="0" smtClean="0">
                <a:solidFill>
                  <a:schemeClr val="tx1"/>
                </a:solidFill>
                <a:latin typeface="Courier New" panose="02070309020205020404" pitchFamily="49" charset="0"/>
                <a:ea typeface="+mn-ea"/>
                <a:cs typeface="Courier New" panose="02070309020205020404" pitchFamily="49" charset="0"/>
              </a:defRPr>
            </a:lvl1pPr>
          </a:lstStyle>
          <a:p>
            <a:pPr lvl="0"/>
            <a:r>
              <a:rPr lang="zh-CN" altLang="en-US"/>
              <a:t>编辑母版文本样式</a:t>
            </a:r>
          </a:p>
        </p:txBody>
      </p:sp>
      <p:sp>
        <p:nvSpPr>
          <p:cNvPr id="6" name="Rectangle 10"/>
          <p:cNvSpPr>
            <a:spLocks noGrp="1" noChangeArrowheads="1"/>
          </p:cNvSpPr>
          <p:nvPr>
            <p:ph type="sldNum" sz="quarter" idx="12"/>
          </p:nvPr>
        </p:nvSpPr>
        <p:spPr>
          <a:ln/>
        </p:spPr>
        <p:txBody>
          <a:bodyPr/>
          <a:lstStyle>
            <a:lvl1pPr>
              <a:defRPr/>
            </a:lvl1pPr>
          </a:lstStyle>
          <a:p>
            <a:r>
              <a:rPr lang="de-DE" altLang="zh-CN"/>
              <a:t>Page </a:t>
            </a:r>
            <a:r>
              <a:rPr lang="de-DE" altLang="zh-CN">
                <a:sym typeface="MS UI Gothic" pitchFamily="34" charset="-128"/>
              </a:rPr>
              <a:t></a:t>
            </a:r>
            <a:r>
              <a:rPr lang="de-DE" altLang="zh-CN"/>
              <a:t> </a:t>
            </a:r>
            <a:fld id="{29112266-88B5-47AC-B773-70B0F5053D55}" type="slidenum">
              <a:rPr lang="zh-CN" altLang="en-US"/>
              <a:pPr/>
              <a:t>‹#›</a:t>
            </a:fld>
            <a:endParaRPr lang="en-US" altLang="zh-CN"/>
          </a:p>
        </p:txBody>
      </p:sp>
    </p:spTree>
    <p:extLst>
      <p:ext uri="{BB962C8B-B14F-4D97-AF65-F5344CB8AC3E}">
        <p14:creationId xmlns:p14="http://schemas.microsoft.com/office/powerpoint/2010/main" val="1304180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66720" y="1142989"/>
            <a:ext cx="10943167" cy="3143269"/>
          </a:xfrm>
        </p:spPr>
        <p:txBody>
          <a:bodyPr/>
          <a:lstStyle>
            <a:lvl1pPr marL="342900"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defRPr kumimoji="0" lang="en-US" altLang="zh-CN" sz="2000" b="1" kern="1200" dirty="0" smtClean="0">
                <a:solidFill>
                  <a:schemeClr val="tx1"/>
                </a:solidFill>
                <a:latin typeface="Adobe 宋体 Std L" pitchFamily="18" charset="-122"/>
                <a:ea typeface="Adobe 宋体 Std L" pitchFamily="18" charset="-122"/>
                <a:cs typeface="华文细黑" panose="02010600040101010101" pitchFamily="2" charset="-122"/>
              </a:defRPr>
            </a:lvl1pPr>
            <a:lvl2pPr>
              <a:defRPr kumimoji="0" lang="zh-CN" altLang="en-US" b="1" i="1" kern="1200" dirty="0" smtClean="0">
                <a:solidFill>
                  <a:schemeClr val="tx1"/>
                </a:solidFill>
                <a:latin typeface="Adobe 宋体 Std L" pitchFamily="18" charset="-122"/>
                <a:ea typeface="Adobe 宋体 Std L" pitchFamily="18" charset="-122"/>
                <a:cs typeface="华文细黑" panose="02010600040101010101" pitchFamily="2" charset="-122"/>
              </a:defRPr>
            </a:lvl2pPr>
            <a:lvl3pPr>
              <a:defRPr b="1" i="1">
                <a:ea typeface="Adobe 黑体 Std R"/>
              </a:defRPr>
            </a:lvl3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24423" y="23795"/>
            <a:ext cx="6462183" cy="547687"/>
          </a:xfrm>
        </p:spPr>
        <p:txBody>
          <a:bodyPr/>
          <a:lstStyle>
            <a:lvl1pPr>
              <a:defRPr kumimoji="0" lang="zh-CN" altLang="en-US" sz="2800" b="1" kern="1200" dirty="0">
                <a:solidFill>
                  <a:schemeClr val="accent6"/>
                </a:solidFill>
                <a:latin typeface="Adobe 黑体 Std R" pitchFamily="34" charset="-122"/>
                <a:ea typeface="Adobe 黑体 Std R" pitchFamily="34" charset="-122"/>
                <a:cs typeface="华文细黑" charset="0"/>
              </a:defRPr>
            </a:lvl1pPr>
          </a:lstStyle>
          <a:p>
            <a:r>
              <a:rPr lang="zh-CN" altLang="en-US" dirty="0"/>
              <a:t>单击此处编辑母版标题样式</a:t>
            </a:r>
          </a:p>
        </p:txBody>
      </p:sp>
      <p:sp>
        <p:nvSpPr>
          <p:cNvPr id="12" name="文本占位符 11"/>
          <p:cNvSpPr>
            <a:spLocks noGrp="1"/>
          </p:cNvSpPr>
          <p:nvPr>
            <p:ph type="body" sz="quarter" idx="11"/>
          </p:nvPr>
        </p:nvSpPr>
        <p:spPr>
          <a:xfrm>
            <a:off x="1143000" y="4762502"/>
            <a:ext cx="8477275" cy="615553"/>
          </a:xfrm>
          <a:solidFill>
            <a:schemeClr val="accent5"/>
          </a:solidFill>
          <a:ln w="9525">
            <a:noFill/>
            <a:miter lim="800000"/>
          </a:ln>
          <a:effectLst>
            <a:outerShdw blurRad="63500" dist="20000" dir="5400000" rotWithShape="0">
              <a:srgbClr val="000000">
                <a:alpha val="37999"/>
              </a:srgbClr>
            </a:outerShdw>
          </a:effectLst>
        </p:spPr>
        <p:txBody>
          <a:bodyPr/>
          <a:lstStyle>
            <a:lvl1pPr marL="0" indent="0" algn="l" rtl="0" eaLnBrk="0" fontAlgn="base" hangingPunct="0">
              <a:lnSpc>
                <a:spcPct val="150000"/>
              </a:lnSpc>
              <a:spcBef>
                <a:spcPct val="20000"/>
              </a:spcBef>
              <a:spcAft>
                <a:spcPct val="0"/>
              </a:spcAft>
              <a:buNone/>
              <a:defRPr lang="zh-CN" altLang="en-US" sz="1600" i="0" kern="1200" dirty="0" smtClean="0">
                <a:solidFill>
                  <a:srgbClr val="000000"/>
                </a:solidFill>
                <a:latin typeface="Adobe 仿宋 Std R" pitchFamily="18" charset="-122"/>
                <a:ea typeface="Adobe 仿宋 Std R" pitchFamily="18" charset="-122"/>
                <a:cs typeface="+mn-cs"/>
              </a:defRPr>
            </a:lvl1pPr>
          </a:lstStyle>
          <a:p>
            <a:pPr lvl="0"/>
            <a:r>
              <a:rPr lang="zh-CN" altLang="en-US"/>
              <a:t>编辑母版文本样式</a:t>
            </a:r>
          </a:p>
        </p:txBody>
      </p:sp>
      <p:sp>
        <p:nvSpPr>
          <p:cNvPr id="6" name="Rectangle 10"/>
          <p:cNvSpPr>
            <a:spLocks noGrp="1" noChangeArrowheads="1"/>
          </p:cNvSpPr>
          <p:nvPr>
            <p:ph type="sldNum" sz="quarter" idx="12"/>
          </p:nvPr>
        </p:nvSpPr>
        <p:spPr>
          <a:ln/>
        </p:spPr>
        <p:txBody>
          <a:bodyPr/>
          <a:lstStyle>
            <a:lvl1pPr>
              <a:defRPr/>
            </a:lvl1pPr>
          </a:lstStyle>
          <a:p>
            <a:r>
              <a:rPr lang="de-DE" altLang="zh-CN"/>
              <a:t>Page </a:t>
            </a:r>
            <a:r>
              <a:rPr lang="de-DE" altLang="zh-CN">
                <a:sym typeface="MS UI Gothic" pitchFamily="34" charset="-128"/>
              </a:rPr>
              <a:t></a:t>
            </a:r>
            <a:r>
              <a:rPr lang="de-DE" altLang="zh-CN"/>
              <a:t> </a:t>
            </a:r>
            <a:fld id="{DC560E50-184F-4261-BCFC-621BCE28A50A}" type="slidenum">
              <a:rPr lang="zh-CN" altLang="en-US"/>
              <a:pPr/>
              <a:t>‹#›</a:t>
            </a:fld>
            <a:endParaRPr lang="en-US" altLang="zh-CN"/>
          </a:p>
        </p:txBody>
      </p:sp>
    </p:spTree>
    <p:extLst>
      <p:ext uri="{BB962C8B-B14F-4D97-AF65-F5344CB8AC3E}">
        <p14:creationId xmlns:p14="http://schemas.microsoft.com/office/powerpoint/2010/main" val="1326084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43933" y="-201613"/>
            <a:ext cx="10657417" cy="11096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E6A9B090-DCA6-4E0D-9671-26CF959060DB}" type="slidenum">
              <a:rPr lang="en-US"/>
              <a:pPr>
                <a:defRPr/>
              </a:pPr>
              <a:t>‹#›</a:t>
            </a:fld>
            <a:endParaRPr lang="en-US"/>
          </a:p>
        </p:txBody>
      </p:sp>
    </p:spTree>
    <p:extLst>
      <p:ext uri="{BB962C8B-B14F-4D97-AF65-F5344CB8AC3E}">
        <p14:creationId xmlns:p14="http://schemas.microsoft.com/office/powerpoint/2010/main" val="1485748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66723" y="1142989"/>
            <a:ext cx="10943167" cy="3143269"/>
          </a:xfrm>
        </p:spPr>
        <p:txBody>
          <a:bodyPr/>
          <a:lstStyle>
            <a:lvl1pPr marL="342900"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defRPr kumimoji="0" lang="en-US" altLang="zh-CN" sz="2000" b="1" kern="1200" dirty="0" smtClean="0">
                <a:solidFill>
                  <a:schemeClr val="tx1"/>
                </a:solidFill>
                <a:latin typeface="Adobe 宋体 Std L" pitchFamily="18" charset="-122"/>
                <a:ea typeface="Adobe 宋体 Std L" pitchFamily="18" charset="-122"/>
                <a:cs typeface="华文细黑" panose="02010600040101010101" pitchFamily="2" charset="-122"/>
              </a:defRPr>
            </a:lvl1pPr>
            <a:lvl2pPr>
              <a:defRPr kumimoji="0" lang="zh-CN" altLang="en-US" b="1" i="1" kern="1200" dirty="0" smtClean="0">
                <a:solidFill>
                  <a:schemeClr val="tx1"/>
                </a:solidFill>
                <a:latin typeface="Adobe 宋体 Std L" pitchFamily="18" charset="-122"/>
                <a:ea typeface="Adobe 宋体 Std L" pitchFamily="18" charset="-122"/>
                <a:cs typeface="华文细黑" panose="02010600040101010101" pitchFamily="2" charset="-122"/>
              </a:defRPr>
            </a:lvl2pPr>
            <a:lvl3pPr>
              <a:defRPr b="1" i="1">
                <a:ea typeface="Adobe 黑体 Std R"/>
              </a:defRPr>
            </a:lvl3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24426" y="23796"/>
            <a:ext cx="6462183" cy="547687"/>
          </a:xfrm>
        </p:spPr>
        <p:txBody>
          <a:bodyPr/>
          <a:lstStyle>
            <a:lvl1pPr>
              <a:defRPr kumimoji="0" lang="zh-CN" altLang="en-US" sz="2800" b="1" kern="1200" dirty="0">
                <a:solidFill>
                  <a:schemeClr val="accent6"/>
                </a:solidFill>
                <a:latin typeface="Adobe 黑体 Std R" pitchFamily="34" charset="-122"/>
                <a:ea typeface="Adobe 黑体 Std R" pitchFamily="34" charset="-122"/>
                <a:cs typeface="华文细黑" charset="0"/>
              </a:defRPr>
            </a:lvl1pPr>
          </a:lstStyle>
          <a:p>
            <a:r>
              <a:rPr lang="zh-CN" altLang="en-US" dirty="0"/>
              <a:t>单击此处编辑母版标题样式</a:t>
            </a:r>
          </a:p>
        </p:txBody>
      </p:sp>
      <p:sp>
        <p:nvSpPr>
          <p:cNvPr id="12" name="文本占位符 11"/>
          <p:cNvSpPr>
            <a:spLocks noGrp="1"/>
          </p:cNvSpPr>
          <p:nvPr>
            <p:ph type="body" sz="quarter" idx="11"/>
          </p:nvPr>
        </p:nvSpPr>
        <p:spPr>
          <a:xfrm>
            <a:off x="1143000" y="4762503"/>
            <a:ext cx="8477275" cy="615553"/>
          </a:xfrm>
          <a:solidFill>
            <a:schemeClr val="accent5"/>
          </a:solidFill>
          <a:ln w="9525">
            <a:noFill/>
            <a:miter lim="800000"/>
          </a:ln>
          <a:effectLst>
            <a:outerShdw blurRad="63500" dist="20000" dir="5400000" rotWithShape="0">
              <a:srgbClr val="000000">
                <a:alpha val="37999"/>
              </a:srgbClr>
            </a:outerShdw>
          </a:effectLst>
        </p:spPr>
        <p:txBody>
          <a:bodyPr/>
          <a:lstStyle>
            <a:lvl1pPr marL="0" indent="0" algn="l" rtl="0" eaLnBrk="0" fontAlgn="base" hangingPunct="0">
              <a:lnSpc>
                <a:spcPct val="150000"/>
              </a:lnSpc>
              <a:spcBef>
                <a:spcPct val="20000"/>
              </a:spcBef>
              <a:spcAft>
                <a:spcPct val="0"/>
              </a:spcAft>
              <a:buNone/>
              <a:defRPr lang="zh-CN" altLang="en-US" sz="1600" i="0" kern="1200" dirty="0" smtClean="0">
                <a:solidFill>
                  <a:srgbClr val="000000"/>
                </a:solidFill>
                <a:latin typeface="Adobe 仿宋 Std R" pitchFamily="18" charset="-122"/>
                <a:ea typeface="Adobe 仿宋 Std R" pitchFamily="18" charset="-122"/>
                <a:cs typeface="+mn-cs"/>
              </a:defRPr>
            </a:lvl1pPr>
          </a:lstStyle>
          <a:p>
            <a:pPr lvl="0"/>
            <a:r>
              <a:rPr lang="zh-CN" altLang="en-US"/>
              <a:t>编辑母版文本样式</a:t>
            </a:r>
          </a:p>
        </p:txBody>
      </p:sp>
      <p:sp>
        <p:nvSpPr>
          <p:cNvPr id="6" name="文本占位符 11"/>
          <p:cNvSpPr>
            <a:spLocks noGrp="1"/>
          </p:cNvSpPr>
          <p:nvPr>
            <p:ph type="body" sz="quarter" idx="12"/>
          </p:nvPr>
        </p:nvSpPr>
        <p:spPr>
          <a:xfrm>
            <a:off x="1142965" y="5810267"/>
            <a:ext cx="8477275" cy="515013"/>
          </a:xfrm>
          <a:solidFill>
            <a:srgbClr val="FFFF99"/>
          </a:solidFill>
          <a:ln w="9525">
            <a:noFill/>
            <a:miter lim="800000"/>
          </a:ln>
          <a:effectLst>
            <a:outerShdw blurRad="63500" dist="20000" dir="5400000" rotWithShape="0">
              <a:srgbClr val="000000">
                <a:alpha val="37999"/>
              </a:srgbClr>
            </a:outerShdw>
          </a:effectLst>
        </p:spPr>
        <p:txBody>
          <a:bodyPr>
            <a:spAutoFit/>
          </a:bodyPr>
          <a:lstStyle>
            <a:lvl1pPr marL="0" indent="0" algn="l" rtl="0" eaLnBrk="1" fontAlgn="base" hangingPunct="1">
              <a:lnSpc>
                <a:spcPct val="150000"/>
              </a:lnSpc>
              <a:spcBef>
                <a:spcPct val="0"/>
              </a:spcBef>
              <a:spcAft>
                <a:spcPct val="0"/>
              </a:spcAft>
              <a:buClr>
                <a:schemeClr val="accent1"/>
              </a:buClr>
              <a:buFont typeface="Wingdings" panose="05000000000000000000" pitchFamily="2" charset="2"/>
              <a:buNone/>
              <a:defRPr kumimoji="1" lang="zh-CN" altLang="en-US" sz="2000" b="0" i="0" kern="1200" dirty="0" smtClean="0">
                <a:solidFill>
                  <a:schemeClr val="tx1"/>
                </a:solidFill>
                <a:latin typeface="Courier New" panose="02070309020205020404" pitchFamily="49" charset="0"/>
                <a:ea typeface="+mn-ea"/>
                <a:cs typeface="Courier New" panose="02070309020205020404" pitchFamily="49" charset="0"/>
              </a:defRPr>
            </a:lvl1pPr>
          </a:lstStyle>
          <a:p>
            <a:pPr lvl="0"/>
            <a:r>
              <a:rPr lang="zh-CN" altLang="en-US"/>
              <a:t>编辑母版文本样式</a:t>
            </a:r>
          </a:p>
        </p:txBody>
      </p:sp>
      <p:sp>
        <p:nvSpPr>
          <p:cNvPr id="7" name="Rectangle 10"/>
          <p:cNvSpPr>
            <a:spLocks noGrp="1" noChangeArrowheads="1"/>
          </p:cNvSpPr>
          <p:nvPr>
            <p:ph type="sldNum" sz="quarter" idx="13"/>
          </p:nvPr>
        </p:nvSpPr>
        <p:spPr>
          <a:ln/>
        </p:spPr>
        <p:txBody>
          <a:bodyPr/>
          <a:lstStyle>
            <a:lvl1pPr>
              <a:defRPr/>
            </a:lvl1pPr>
          </a:lstStyle>
          <a:p>
            <a:r>
              <a:rPr lang="de-DE" altLang="zh-CN"/>
              <a:t>Page </a:t>
            </a:r>
            <a:r>
              <a:rPr lang="de-DE" altLang="zh-CN">
                <a:sym typeface="MS UI Gothic" pitchFamily="34" charset="-128"/>
              </a:rPr>
              <a:t></a:t>
            </a:r>
            <a:r>
              <a:rPr lang="de-DE" altLang="zh-CN"/>
              <a:t> </a:t>
            </a:r>
            <a:fld id="{8F3D950E-09E1-40EB-AAFD-69BE5E000756}" type="slidenum">
              <a:rPr lang="zh-CN" altLang="en-US"/>
              <a:pPr/>
              <a:t>‹#›</a:t>
            </a:fld>
            <a:endParaRPr lang="en-US" altLang="zh-CN"/>
          </a:p>
        </p:txBody>
      </p:sp>
    </p:spTree>
    <p:extLst>
      <p:ext uri="{BB962C8B-B14F-4D97-AF65-F5344CB8AC3E}">
        <p14:creationId xmlns:p14="http://schemas.microsoft.com/office/powerpoint/2010/main" val="3076573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66720" y="1142989"/>
            <a:ext cx="10943167" cy="857252"/>
          </a:xfrm>
        </p:spPr>
        <p:txBody>
          <a:bodyPr/>
          <a:lstStyle>
            <a:lvl1pPr marL="342900"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defRPr kumimoji="0" lang="en-US" altLang="zh-CN" sz="2000" b="1" kern="1200" dirty="0" smtClean="0">
                <a:solidFill>
                  <a:schemeClr val="tx1"/>
                </a:solidFill>
                <a:latin typeface="Adobe 宋体 Std L" pitchFamily="18" charset="-122"/>
                <a:ea typeface="Adobe 宋体 Std L" pitchFamily="18" charset="-122"/>
                <a:cs typeface="华文细黑" panose="02010600040101010101" pitchFamily="2" charset="-122"/>
              </a:defRPr>
            </a:lvl1pPr>
            <a:lvl2pPr>
              <a:defRPr kumimoji="0" lang="zh-CN" altLang="en-US" b="1" i="1" kern="1200" dirty="0" smtClean="0">
                <a:solidFill>
                  <a:schemeClr val="tx1"/>
                </a:solidFill>
                <a:latin typeface="Adobe 宋体 Std L" pitchFamily="18" charset="-122"/>
                <a:ea typeface="Adobe 宋体 Std L" pitchFamily="18" charset="-122"/>
                <a:cs typeface="华文细黑" panose="02010600040101010101" pitchFamily="2" charset="-122"/>
              </a:defRPr>
            </a:lvl2pPr>
            <a:lvl3pPr>
              <a:defRPr b="1" i="1">
                <a:ea typeface="Adobe 黑体 Std R"/>
              </a:defRPr>
            </a:lvl3pPr>
          </a:lstStyle>
          <a:p>
            <a:pPr lvl="0"/>
            <a:r>
              <a:rPr lang="zh-CN" altLang="en-US" dirty="0"/>
              <a:t>单击此处编辑母版文本样式</a:t>
            </a:r>
          </a:p>
          <a:p>
            <a:pPr marL="742950" lvl="1"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pPr>
            <a:r>
              <a:rPr lang="zh-CN" altLang="en-US" dirty="0"/>
              <a:t>第二级</a:t>
            </a:r>
            <a:endParaRPr lang="en-US" altLang="zh-CN" dirty="0"/>
          </a:p>
          <a:p>
            <a:pPr marL="1143000" lvl="2" indent="-342900" algn="l" rtl="0" eaLnBrk="1" fontAlgn="base" hangingPunct="1">
              <a:lnSpc>
                <a:spcPct val="150000"/>
              </a:lnSpc>
              <a:spcBef>
                <a:spcPct val="20000"/>
              </a:spcBef>
              <a:spcAft>
                <a:spcPct val="0"/>
              </a:spcAft>
              <a:buClr>
                <a:schemeClr val="accent6"/>
              </a:buClr>
              <a:buFont typeface="Wingdings" panose="05000000000000000000" pitchFamily="2" charset="2"/>
              <a:buChar char="l"/>
            </a:pPr>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24423" y="23795"/>
            <a:ext cx="6462183" cy="547687"/>
          </a:xfrm>
        </p:spPr>
        <p:txBody>
          <a:bodyPr/>
          <a:lstStyle>
            <a:lvl1pPr>
              <a:defRPr kumimoji="0" lang="zh-CN" altLang="en-US" sz="2800" b="1" kern="1200" dirty="0">
                <a:solidFill>
                  <a:schemeClr val="accent6"/>
                </a:solidFill>
                <a:latin typeface="Adobe 黑体 Std R" pitchFamily="34" charset="-122"/>
                <a:ea typeface="Adobe 黑体 Std R" pitchFamily="34" charset="-122"/>
                <a:cs typeface="华文细黑" panose="02010600040101010101" pitchFamily="2" charset="-122"/>
              </a:defRPr>
            </a:lvl1pPr>
          </a:lstStyle>
          <a:p>
            <a:r>
              <a:rPr lang="zh-CN" altLang="en-US" dirty="0"/>
              <a:t>单击此处编辑母版标题样式</a:t>
            </a:r>
          </a:p>
        </p:txBody>
      </p:sp>
      <p:sp>
        <p:nvSpPr>
          <p:cNvPr id="12" name="文本占位符 11"/>
          <p:cNvSpPr>
            <a:spLocks noGrp="1"/>
          </p:cNvSpPr>
          <p:nvPr>
            <p:ph type="body" sz="quarter" idx="11" hasCustomPrompt="1"/>
          </p:nvPr>
        </p:nvSpPr>
        <p:spPr>
          <a:xfrm>
            <a:off x="285710" y="2095491"/>
            <a:ext cx="5905541" cy="515013"/>
          </a:xfrm>
          <a:solidFill>
            <a:srgbClr val="FFFF99"/>
          </a:solidFill>
          <a:ln w="9525">
            <a:noFill/>
            <a:miter lim="800000"/>
          </a:ln>
          <a:effectLst>
            <a:outerShdw blurRad="63500" dist="20000" dir="5400000" rotWithShape="0">
              <a:srgbClr val="000000">
                <a:alpha val="37999"/>
              </a:srgbClr>
            </a:outerShdw>
          </a:effectLst>
        </p:spPr>
        <p:txBody>
          <a:bodyPr wrap="square">
            <a:spAutoFit/>
          </a:bodyPr>
          <a:lstStyle>
            <a:lvl1pPr marL="0" indent="0" algn="l" rtl="0" eaLnBrk="1" fontAlgn="base" hangingPunct="1">
              <a:lnSpc>
                <a:spcPct val="150000"/>
              </a:lnSpc>
              <a:spcBef>
                <a:spcPct val="0"/>
              </a:spcBef>
              <a:spcAft>
                <a:spcPct val="0"/>
              </a:spcAft>
              <a:buClr>
                <a:schemeClr val="accent1"/>
              </a:buClr>
              <a:buFont typeface="Wingdings" panose="05000000000000000000" pitchFamily="2" charset="2"/>
              <a:buNone/>
              <a:defRPr kumimoji="1" lang="zh-CN" altLang="en-US" sz="2000" b="0" i="0" kern="1200" dirty="0" smtClean="0">
                <a:solidFill>
                  <a:schemeClr val="tx1"/>
                </a:solidFill>
                <a:latin typeface="Courier New" panose="02070309020205020404" pitchFamily="49" charset="0"/>
                <a:ea typeface="+mn-ea"/>
                <a:cs typeface="Courier New" panose="02070309020205020404" pitchFamily="49" charset="0"/>
              </a:defRPr>
            </a:lvl1pPr>
          </a:lstStyle>
          <a:p>
            <a:pPr lvl="0"/>
            <a:r>
              <a:rPr lang="zh-CN" altLang="en-US"/>
              <a:t>编辑母版文本样式</a:t>
            </a:r>
          </a:p>
        </p:txBody>
      </p:sp>
      <p:sp>
        <p:nvSpPr>
          <p:cNvPr id="6" name="文本占位符 11"/>
          <p:cNvSpPr>
            <a:spLocks noGrp="1"/>
          </p:cNvSpPr>
          <p:nvPr>
            <p:ph type="body" sz="quarter" idx="12" hasCustomPrompt="1"/>
          </p:nvPr>
        </p:nvSpPr>
        <p:spPr>
          <a:xfrm>
            <a:off x="6191251" y="2095491"/>
            <a:ext cx="5905541" cy="515013"/>
          </a:xfrm>
          <a:solidFill>
            <a:srgbClr val="FFFF99"/>
          </a:solidFill>
          <a:ln w="9525">
            <a:noFill/>
            <a:miter lim="800000"/>
          </a:ln>
          <a:effectLst>
            <a:outerShdw blurRad="63500" dist="20000" dir="5400000" rotWithShape="0">
              <a:srgbClr val="000000">
                <a:alpha val="37999"/>
              </a:srgbClr>
            </a:outerShdw>
          </a:effectLst>
        </p:spPr>
        <p:txBody>
          <a:bodyPr wrap="square">
            <a:spAutoFit/>
          </a:bodyPr>
          <a:lstStyle>
            <a:lvl1pPr marL="0" indent="0" algn="l" rtl="0" eaLnBrk="1" fontAlgn="base" hangingPunct="1">
              <a:lnSpc>
                <a:spcPct val="150000"/>
              </a:lnSpc>
              <a:spcBef>
                <a:spcPct val="0"/>
              </a:spcBef>
              <a:spcAft>
                <a:spcPct val="0"/>
              </a:spcAft>
              <a:buClr>
                <a:schemeClr val="accent1"/>
              </a:buClr>
              <a:buFont typeface="Wingdings" panose="05000000000000000000" pitchFamily="2" charset="2"/>
              <a:buNone/>
              <a:defRPr kumimoji="1" lang="zh-CN" altLang="en-US" sz="2000" b="0" i="0" kern="1200" dirty="0" smtClean="0">
                <a:solidFill>
                  <a:schemeClr val="tx1"/>
                </a:solidFill>
                <a:latin typeface="Courier New" panose="02070309020205020404" pitchFamily="49" charset="0"/>
                <a:ea typeface="+mn-ea"/>
                <a:cs typeface="Courier New" panose="02070309020205020404" pitchFamily="49" charset="0"/>
              </a:defRPr>
            </a:lvl1pPr>
          </a:lstStyle>
          <a:p>
            <a:pPr lvl="0"/>
            <a:r>
              <a:rPr lang="zh-CN" altLang="en-US"/>
              <a:t>编辑母版文本样式</a:t>
            </a:r>
          </a:p>
        </p:txBody>
      </p:sp>
      <p:sp>
        <p:nvSpPr>
          <p:cNvPr id="2" name="灯片编号占位符 1"/>
          <p:cNvSpPr>
            <a:spLocks noGrp="1"/>
          </p:cNvSpPr>
          <p:nvPr>
            <p:ph type="sldNum" sz="quarter" idx="13"/>
          </p:nvPr>
        </p:nvSpPr>
        <p:spPr/>
        <p:txBody>
          <a:bodyPr/>
          <a:lstStyle/>
          <a:p>
            <a:pPr>
              <a:defRPr/>
            </a:pPr>
            <a:r>
              <a:rPr lang="de-DE" altLang="zh-CN" b="1">
                <a:solidFill>
                  <a:srgbClr val="9BD3E5"/>
                </a:solidFill>
              </a:rPr>
              <a:t>Page </a:t>
            </a:r>
            <a:r>
              <a:rPr lang="de-DE" altLang="zh-CN" b="1">
                <a:solidFill>
                  <a:srgbClr val="9BD3E5"/>
                </a:solidFill>
                <a:sym typeface="MS UI Gothic" panose="020B0600070205080204" pitchFamily="34" charset="-128"/>
              </a:rPr>
              <a:t></a:t>
            </a:r>
            <a:r>
              <a:rPr lang="de-DE" altLang="zh-CN" b="1">
                <a:solidFill>
                  <a:srgbClr val="9BD3E5"/>
                </a:solidFill>
              </a:rPr>
              <a:t> </a:t>
            </a:r>
            <a:fld id="{AD3AC9A5-20D0-4EF6-BA80-73EFC9BE9A7C}" type="slidenum">
              <a:rPr lang="zh-CN" altLang="en-US" b="1">
                <a:solidFill>
                  <a:srgbClr val="9BD3E5"/>
                </a:solidFill>
              </a:rPr>
              <a:pPr>
                <a:defRPr/>
              </a:pPr>
              <a:t>‹#›</a:t>
            </a:fld>
            <a:endParaRPr lang="en-US" altLang="zh-CN" b="1">
              <a:solidFill>
                <a:srgbClr val="9BD3E5"/>
              </a:solidFill>
            </a:endParaRPr>
          </a:p>
        </p:txBody>
      </p:sp>
    </p:spTree>
    <p:extLst>
      <p:ext uri="{BB962C8B-B14F-4D97-AF65-F5344CB8AC3E}">
        <p14:creationId xmlns:p14="http://schemas.microsoft.com/office/powerpoint/2010/main" val="20576662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目录">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066801"/>
            <a:ext cx="10972800" cy="5059363"/>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p:txBody>
          <a:bodyPr/>
          <a:lstStyle/>
          <a:p>
            <a:pPr>
              <a:defRPr/>
            </a:pPr>
            <a:fld id="{21BD28A7-90EA-4C87-99F6-0ED68867CDDA}" type="datetimeFigureOut">
              <a:rPr lang="zh-CN" altLang="en-US" sz="1200" smtClean="0">
                <a:solidFill>
                  <a:prstClr val="black">
                    <a:tint val="75000"/>
                  </a:prstClr>
                </a:solidFill>
                <a:latin typeface="Calibri" panose="020F0502020204030204"/>
              </a:rPr>
              <a:pPr>
                <a:defRPr/>
              </a:pPr>
              <a:t>2026/3/23</a:t>
            </a:fld>
            <a:endParaRPr lang="zh-CN" altLang="en-US" sz="1200">
              <a:solidFill>
                <a:prstClr val="black">
                  <a:tint val="75000"/>
                </a:prstClr>
              </a:solidFill>
              <a:latin typeface="Calibri" panose="020F0502020204030204"/>
            </a:endParaRPr>
          </a:p>
        </p:txBody>
      </p:sp>
      <p:sp>
        <p:nvSpPr>
          <p:cNvPr id="4" name="页脚占位符 3"/>
          <p:cNvSpPr>
            <a:spLocks noGrp="1"/>
          </p:cNvSpPr>
          <p:nvPr>
            <p:ph type="ftr" sz="quarter" idx="11"/>
          </p:nvPr>
        </p:nvSpPr>
        <p:spPr/>
        <p:txBody>
          <a:bodyPr/>
          <a:lstStyle/>
          <a:p>
            <a:pPr algn="ctr">
              <a:defRPr/>
            </a:pPr>
            <a:endParaRPr lang="zh-CN" altLang="en-US" sz="1200">
              <a:solidFill>
                <a:prstClr val="black">
                  <a:tint val="75000"/>
                </a:prstClr>
              </a:solidFill>
              <a:latin typeface="Calibri" panose="020F0502020204030204"/>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630235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41299" y="-201613"/>
            <a:ext cx="10657417" cy="1109663"/>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endParaRPr lang="zh-CN" altLang="zh-CN"/>
          </a:p>
        </p:txBody>
      </p:sp>
    </p:spTree>
    <p:extLst>
      <p:ext uri="{BB962C8B-B14F-4D97-AF65-F5344CB8AC3E}">
        <p14:creationId xmlns:p14="http://schemas.microsoft.com/office/powerpoint/2010/main" val="41098597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066801"/>
            <a:ext cx="1097280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057496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026" name="Group 7"/>
          <p:cNvGrpSpPr/>
          <p:nvPr/>
        </p:nvGrpSpPr>
        <p:grpSpPr bwMode="auto">
          <a:xfrm>
            <a:off x="8737601" y="6013451"/>
            <a:ext cx="3189817" cy="563563"/>
            <a:chOff x="1566" y="164"/>
            <a:chExt cx="1455" cy="425"/>
          </a:xfrm>
        </p:grpSpPr>
        <p:sp>
          <p:nvSpPr>
            <p:cNvPr id="1042" name="Freeform 8"/>
            <p:cNvSpPr/>
            <p:nvPr/>
          </p:nvSpPr>
          <p:spPr bwMode="gray">
            <a:xfrm>
              <a:off x="1892" y="468"/>
              <a:ext cx="39" cy="121"/>
            </a:xfrm>
            <a:custGeom>
              <a:avLst/>
              <a:gdLst>
                <a:gd name="T0" fmla="*/ 37 w 39"/>
                <a:gd name="T1" fmla="*/ 36 h 121"/>
                <a:gd name="T2" fmla="*/ 35 w 39"/>
                <a:gd name="T3" fmla="*/ 36 h 121"/>
                <a:gd name="T4" fmla="*/ 30 w 39"/>
                <a:gd name="T5" fmla="*/ 36 h 121"/>
                <a:gd name="T6" fmla="*/ 22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23 w 39"/>
                <a:gd name="T23" fmla="*/ 5 h 121"/>
                <a:gd name="T24" fmla="*/ 30 w 39"/>
                <a:gd name="T25" fmla="*/ 11 h 121"/>
                <a:gd name="T26" fmla="*/ 37 w 39"/>
                <a:gd name="T27" fmla="*/ 20 h 121"/>
                <a:gd name="T28" fmla="*/ 39 w 39"/>
                <a:gd name="T29" fmla="*/ 34 h 121"/>
                <a:gd name="T30" fmla="*/ 39 w 39"/>
                <a:gd name="T31" fmla="*/ 121 h 121"/>
                <a:gd name="T32" fmla="*/ 37 w 39"/>
                <a:gd name="T33" fmla="*/ 121 h 121"/>
                <a:gd name="T34" fmla="*/ 37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3" name="Freeform 9"/>
            <p:cNvSpPr/>
            <p:nvPr/>
          </p:nvSpPr>
          <p:spPr bwMode="gray">
            <a:xfrm>
              <a:off x="2271" y="450"/>
              <a:ext cx="45" cy="139"/>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39 h 139"/>
                <a:gd name="T32" fmla="*/ 3 w 45"/>
                <a:gd name="T33" fmla="*/ 139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4" name="Freeform 10"/>
            <p:cNvSpPr/>
            <p:nvPr/>
          </p:nvSpPr>
          <p:spPr bwMode="gray">
            <a:xfrm>
              <a:off x="1765"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5" name="Freeform 11"/>
            <p:cNvSpPr/>
            <p:nvPr/>
          </p:nvSpPr>
          <p:spPr bwMode="gray">
            <a:xfrm>
              <a:off x="2792" y="378"/>
              <a:ext cx="144"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3 w 144"/>
                <a:gd name="T37" fmla="*/ 62 h 211"/>
                <a:gd name="T38" fmla="*/ 73 w 144"/>
                <a:gd name="T39" fmla="*/ 60 h 211"/>
                <a:gd name="T40" fmla="*/ 73 w 144"/>
                <a:gd name="T41" fmla="*/ 55 h 211"/>
                <a:gd name="T42" fmla="*/ 74 w 144"/>
                <a:gd name="T43" fmla="*/ 45 h 211"/>
                <a:gd name="T44" fmla="*/ 77 w 144"/>
                <a:gd name="T45" fmla="*/ 36 h 211"/>
                <a:gd name="T46" fmla="*/ 82 w 144"/>
                <a:gd name="T47" fmla="*/ 25 h 211"/>
                <a:gd name="T48" fmla="*/ 91 w 144"/>
                <a:gd name="T49" fmla="*/ 16 h 211"/>
                <a:gd name="T50" fmla="*/ 105 w 144"/>
                <a:gd name="T51" fmla="*/ 8 h 211"/>
                <a:gd name="T52" fmla="*/ 121 w 144"/>
                <a:gd name="T53" fmla="*/ 2 h 211"/>
                <a:gd name="T54" fmla="*/ 144 w 144"/>
                <a:gd name="T55" fmla="*/ 0 h 211"/>
                <a:gd name="T56" fmla="*/ 144 w 144"/>
                <a:gd name="T57" fmla="*/ 2 h 211"/>
                <a:gd name="T58" fmla="*/ 144 w 144"/>
                <a:gd name="T59" fmla="*/ 8 h 211"/>
                <a:gd name="T60" fmla="*/ 141 w 144"/>
                <a:gd name="T61" fmla="*/ 17 h 211"/>
                <a:gd name="T62" fmla="*/ 139 w 144"/>
                <a:gd name="T63" fmla="*/ 28 h 211"/>
                <a:gd name="T64" fmla="*/ 133 w 144"/>
                <a:gd name="T65" fmla="*/ 39 h 211"/>
                <a:gd name="T66" fmla="*/ 125 w 144"/>
                <a:gd name="T67" fmla="*/ 49 h 211"/>
                <a:gd name="T68" fmla="*/ 113 w 144"/>
                <a:gd name="T69" fmla="*/ 59 h 211"/>
                <a:gd name="T70" fmla="*/ 97 w 144"/>
                <a:gd name="T71" fmla="*/ 64 h 211"/>
                <a:gd name="T72" fmla="*/ 77 w 144"/>
                <a:gd name="T73" fmla="*/ 67 h 211"/>
                <a:gd name="T74" fmla="*/ 77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6" name="Freeform 12"/>
            <p:cNvSpPr/>
            <p:nvPr/>
          </p:nvSpPr>
          <p:spPr bwMode="gray">
            <a:xfrm>
              <a:off x="2631" y="457"/>
              <a:ext cx="89"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5 w 89"/>
                <a:gd name="T31" fmla="*/ 39 h 132"/>
                <a:gd name="T32" fmla="*/ 45 w 89"/>
                <a:gd name="T33" fmla="*/ 38 h 132"/>
                <a:gd name="T34" fmla="*/ 45 w 89"/>
                <a:gd name="T35" fmla="*/ 34 h 132"/>
                <a:gd name="T36" fmla="*/ 46 w 89"/>
                <a:gd name="T37" fmla="*/ 27 h 132"/>
                <a:gd name="T38" fmla="*/ 49 w 89"/>
                <a:gd name="T39" fmla="*/ 20 h 132"/>
                <a:gd name="T40" fmla="*/ 54 w 89"/>
                <a:gd name="T41" fmla="*/ 14 h 132"/>
                <a:gd name="T42" fmla="*/ 62 w 89"/>
                <a:gd name="T43" fmla="*/ 7 h 132"/>
                <a:gd name="T44" fmla="*/ 73 w 89"/>
                <a:gd name="T45" fmla="*/ 3 h 132"/>
                <a:gd name="T46" fmla="*/ 89 w 89"/>
                <a:gd name="T47" fmla="*/ 0 h 132"/>
                <a:gd name="T48" fmla="*/ 89 w 89"/>
                <a:gd name="T49" fmla="*/ 3 h 132"/>
                <a:gd name="T50" fmla="*/ 88 w 89"/>
                <a:gd name="T51" fmla="*/ 10 h 132"/>
                <a:gd name="T52" fmla="*/ 87 w 89"/>
                <a:gd name="T53" fmla="*/ 18 h 132"/>
                <a:gd name="T54" fmla="*/ 81 w 89"/>
                <a:gd name="T55" fmla="*/ 26 h 132"/>
                <a:gd name="T56" fmla="*/ 74 w 89"/>
                <a:gd name="T57" fmla="*/ 34 h 132"/>
                <a:gd name="T58" fmla="*/ 64 w 89"/>
                <a:gd name="T59" fmla="*/ 41 h 132"/>
                <a:gd name="T60" fmla="*/ 47 w 89"/>
                <a:gd name="T61" fmla="*/ 43 h 132"/>
                <a:gd name="T62" fmla="*/ 47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7" name="Freeform 13"/>
            <p:cNvSpPr/>
            <p:nvPr/>
          </p:nvSpPr>
          <p:spPr bwMode="gray">
            <a:xfrm>
              <a:off x="2430" y="403"/>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8" name="Freeform 14"/>
            <p:cNvSpPr/>
            <p:nvPr/>
          </p:nvSpPr>
          <p:spPr bwMode="gray">
            <a:xfrm>
              <a:off x="1914" y="233"/>
              <a:ext cx="166" cy="356"/>
            </a:xfrm>
            <a:custGeom>
              <a:avLst/>
              <a:gdLst>
                <a:gd name="T0" fmla="*/ 85 w 166"/>
                <a:gd name="T1" fmla="*/ 84 h 356"/>
                <a:gd name="T2" fmla="*/ 101 w 166"/>
                <a:gd name="T3" fmla="*/ 81 h 356"/>
                <a:gd name="T4" fmla="*/ 124 w 166"/>
                <a:gd name="T5" fmla="*/ 73 h 356"/>
                <a:gd name="T6" fmla="*/ 148 w 166"/>
                <a:gd name="T7" fmla="*/ 56 h 356"/>
                <a:gd name="T8" fmla="*/ 163 w 166"/>
                <a:gd name="T9" fmla="*/ 23 h 356"/>
                <a:gd name="T10" fmla="*/ 163 w 166"/>
                <a:gd name="T11" fmla="*/ 0 h 356"/>
                <a:gd name="T12" fmla="*/ 148 w 166"/>
                <a:gd name="T13" fmla="*/ 0 h 356"/>
                <a:gd name="T14" fmla="*/ 125 w 166"/>
                <a:gd name="T15" fmla="*/ 6 h 356"/>
                <a:gd name="T16" fmla="*/ 101 w 166"/>
                <a:gd name="T17" fmla="*/ 22 h 356"/>
                <a:gd name="T18" fmla="*/ 82 w 166"/>
                <a:gd name="T19" fmla="*/ 54 h 356"/>
                <a:gd name="T20" fmla="*/ 77 w 166"/>
                <a:gd name="T21" fmla="*/ 173 h 356"/>
                <a:gd name="T22" fmla="*/ 77 w 166"/>
                <a:gd name="T23" fmla="*/ 165 h 356"/>
                <a:gd name="T24" fmla="*/ 71 w 166"/>
                <a:gd name="T25" fmla="*/ 146 h 356"/>
                <a:gd name="T26" fmla="*/ 60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55 w 166"/>
                <a:gd name="T41" fmla="*/ 177 h 356"/>
                <a:gd name="T42" fmla="*/ 77 w 166"/>
                <a:gd name="T43" fmla="*/ 356 h 356"/>
                <a:gd name="T44" fmla="*/ 82 w 166"/>
                <a:gd name="T45" fmla="*/ 274 h 356"/>
                <a:gd name="T46" fmla="*/ 91 w 166"/>
                <a:gd name="T47" fmla="*/ 273 h 356"/>
                <a:gd name="T48" fmla="*/ 112 w 166"/>
                <a:gd name="T49" fmla="*/ 267 h 356"/>
                <a:gd name="T50" fmla="*/ 135 w 166"/>
                <a:gd name="T51" fmla="*/ 252 h 356"/>
                <a:gd name="T52" fmla="*/ 151 w 166"/>
                <a:gd name="T53" fmla="*/ 224 h 356"/>
                <a:gd name="T54" fmla="*/ 152 w 166"/>
                <a:gd name="T55" fmla="*/ 203 h 356"/>
                <a:gd name="T56" fmla="*/ 137 w 166"/>
                <a:gd name="T57" fmla="*/ 204 h 356"/>
                <a:gd name="T58" fmla="*/ 117 w 166"/>
                <a:gd name="T59" fmla="*/ 211 h 356"/>
                <a:gd name="T60" fmla="*/ 97 w 166"/>
                <a:gd name="T61" fmla="*/ 231 h 356"/>
                <a:gd name="T62" fmla="*/ 82 w 166"/>
                <a:gd name="T63" fmla="*/ 267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49" name="Freeform 15"/>
            <p:cNvSpPr/>
            <p:nvPr/>
          </p:nvSpPr>
          <p:spPr bwMode="gray">
            <a:xfrm>
              <a:off x="2514" y="379"/>
              <a:ext cx="92" cy="210"/>
            </a:xfrm>
            <a:custGeom>
              <a:avLst/>
              <a:gdLst>
                <a:gd name="T0" fmla="*/ 43 w 92"/>
                <a:gd name="T1" fmla="*/ 162 h 210"/>
                <a:gd name="T2" fmla="*/ 36 w 92"/>
                <a:gd name="T3" fmla="*/ 160 h 210"/>
                <a:gd name="T4" fmla="*/ 23 w 92"/>
                <a:gd name="T5" fmla="*/ 155 h 210"/>
                <a:gd name="T6" fmla="*/ 12 w 92"/>
                <a:gd name="T7" fmla="*/ 141 h 210"/>
                <a:gd name="T8" fmla="*/ 12 w 92"/>
                <a:gd name="T9" fmla="*/ 129 h 210"/>
                <a:gd name="T10" fmla="*/ 23 w 92"/>
                <a:gd name="T11" fmla="*/ 132 h 210"/>
                <a:gd name="T12" fmla="*/ 38 w 92"/>
                <a:gd name="T13" fmla="*/ 145 h 210"/>
                <a:gd name="T14" fmla="*/ 43 w 92"/>
                <a:gd name="T15" fmla="*/ 108 h 210"/>
                <a:gd name="T16" fmla="*/ 35 w 92"/>
                <a:gd name="T17" fmla="*/ 106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46 w 92"/>
                <a:gd name="T45" fmla="*/ 38 h 210"/>
                <a:gd name="T46" fmla="*/ 51 w 92"/>
                <a:gd name="T47" fmla="*/ 24 h 210"/>
                <a:gd name="T48" fmla="*/ 66 w 92"/>
                <a:gd name="T49" fmla="*/ 8 h 210"/>
                <a:gd name="T50" fmla="*/ 92 w 92"/>
                <a:gd name="T51" fmla="*/ 0 h 210"/>
                <a:gd name="T52" fmla="*/ 90 w 92"/>
                <a:gd name="T53" fmla="*/ 8 h 210"/>
                <a:gd name="T54" fmla="*/ 82 w 92"/>
                <a:gd name="T55" fmla="*/ 25 h 210"/>
                <a:gd name="T56" fmla="*/ 63 w 92"/>
                <a:gd name="T57" fmla="*/ 40 h 210"/>
                <a:gd name="T58" fmla="*/ 49 w 92"/>
                <a:gd name="T59" fmla="*/ 124 h 210"/>
                <a:gd name="T60" fmla="*/ 50 w 92"/>
                <a:gd name="T61" fmla="*/ 116 h 210"/>
                <a:gd name="T62" fmla="*/ 59 w 92"/>
                <a:gd name="T63" fmla="*/ 100 h 210"/>
                <a:gd name="T64" fmla="*/ 81 w 92"/>
                <a:gd name="T65" fmla="*/ 92 h 210"/>
                <a:gd name="T66" fmla="*/ 80 w 92"/>
                <a:gd name="T67" fmla="*/ 98 h 210"/>
                <a:gd name="T68" fmla="*/ 73 w 92"/>
                <a:gd name="T69" fmla="*/ 114 h 210"/>
                <a:gd name="T70" fmla="*/ 59 w 92"/>
                <a:gd name="T71" fmla="*/ 127 h 210"/>
                <a:gd name="T72" fmla="*/ 49 w 92"/>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0" name="Freeform 16"/>
            <p:cNvSpPr/>
            <p:nvPr/>
          </p:nvSpPr>
          <p:spPr bwMode="gray">
            <a:xfrm>
              <a:off x="1566" y="297"/>
              <a:ext cx="128" cy="292"/>
            </a:xfrm>
            <a:custGeom>
              <a:avLst/>
              <a:gdLst>
                <a:gd name="T0" fmla="*/ 61 w 128"/>
                <a:gd name="T1" fmla="*/ 225 h 292"/>
                <a:gd name="T2" fmla="*/ 54 w 128"/>
                <a:gd name="T3" fmla="*/ 225 h 292"/>
                <a:gd name="T4" fmla="*/ 38 w 128"/>
                <a:gd name="T5" fmla="*/ 219 h 292"/>
                <a:gd name="T6" fmla="*/ 23 w 128"/>
                <a:gd name="T7" fmla="*/ 206 h 292"/>
                <a:gd name="T8" fmla="*/ 15 w 128"/>
                <a:gd name="T9" fmla="*/ 180 h 292"/>
                <a:gd name="T10" fmla="*/ 23 w 128"/>
                <a:gd name="T11" fmla="*/ 180 h 292"/>
                <a:gd name="T12" fmla="*/ 38 w 128"/>
                <a:gd name="T13" fmla="*/ 186 h 292"/>
                <a:gd name="T14" fmla="*/ 54 w 128"/>
                <a:gd name="T15" fmla="*/ 205 h 292"/>
                <a:gd name="T16" fmla="*/ 61 w 128"/>
                <a:gd name="T17" fmla="*/ 151 h 292"/>
                <a:gd name="T18" fmla="*/ 52 w 128"/>
                <a:gd name="T19" fmla="*/ 149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47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70 h 292"/>
                <a:gd name="T70" fmla="*/ 73 w 128"/>
                <a:gd name="T71" fmla="*/ 155 h 292"/>
                <a:gd name="T72" fmla="*/ 86 w 128"/>
                <a:gd name="T73" fmla="*/ 136 h 292"/>
                <a:gd name="T74" fmla="*/ 113 w 128"/>
                <a:gd name="T75" fmla="*/ 128 h 292"/>
                <a:gd name="T76" fmla="*/ 112 w 128"/>
                <a:gd name="T77" fmla="*/ 136 h 292"/>
                <a:gd name="T78" fmla="*/ 105 w 128"/>
                <a:gd name="T79" fmla="*/ 153 h 292"/>
                <a:gd name="T80" fmla="*/ 92 w 128"/>
                <a:gd name="T81" fmla="*/ 172 h 292"/>
                <a:gd name="T82" fmla="*/ 67 w 128"/>
                <a:gd name="T83" fmla="*/ 180 h 292"/>
                <a:gd name="T84" fmla="*/ 61 w 128"/>
                <a:gd name="T85" fmla="*/ 292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1" name="Freeform 17"/>
            <p:cNvSpPr/>
            <p:nvPr/>
          </p:nvSpPr>
          <p:spPr bwMode="gray">
            <a:xfrm>
              <a:off x="2596" y="332"/>
              <a:ext cx="68" cy="257"/>
            </a:xfrm>
            <a:custGeom>
              <a:avLst/>
              <a:gdLst>
                <a:gd name="T0" fmla="*/ 31 w 68"/>
                <a:gd name="T1" fmla="*/ 164 h 257"/>
                <a:gd name="T2" fmla="*/ 23 w 68"/>
                <a:gd name="T3" fmla="*/ 163 h 257"/>
                <a:gd name="T4" fmla="*/ 8 w 68"/>
                <a:gd name="T5" fmla="*/ 155 h 257"/>
                <a:gd name="T6" fmla="*/ 0 w 68"/>
                <a:gd name="T7" fmla="*/ 132 h 257"/>
                <a:gd name="T8" fmla="*/ 7 w 68"/>
                <a:gd name="T9" fmla="*/ 132 h 257"/>
                <a:gd name="T10" fmla="*/ 22 w 68"/>
                <a:gd name="T11" fmla="*/ 139 h 257"/>
                <a:gd name="T12" fmla="*/ 31 w 68"/>
                <a:gd name="T13" fmla="*/ 160 h 257"/>
                <a:gd name="T14" fmla="*/ 29 w 68"/>
                <a:gd name="T15" fmla="*/ 101 h 257"/>
                <a:gd name="T16" fmla="*/ 16 w 68"/>
                <a:gd name="T17" fmla="*/ 97 h 257"/>
                <a:gd name="T18" fmla="*/ 3 w 68"/>
                <a:gd name="T19" fmla="*/ 83 h 257"/>
                <a:gd name="T20" fmla="*/ 3 w 68"/>
                <a:gd name="T21" fmla="*/ 70 h 257"/>
                <a:gd name="T22" fmla="*/ 15 w 68"/>
                <a:gd name="T23" fmla="*/ 74 h 257"/>
                <a:gd name="T24" fmla="*/ 27 w 68"/>
                <a:gd name="T25" fmla="*/ 86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75 h 257"/>
                <a:gd name="T42" fmla="*/ 39 w 68"/>
                <a:gd name="T43" fmla="*/ 62 h 257"/>
                <a:gd name="T44" fmla="*/ 54 w 68"/>
                <a:gd name="T45" fmla="*/ 48 h 257"/>
                <a:gd name="T46" fmla="*/ 68 w 68"/>
                <a:gd name="T47" fmla="*/ 48 h 257"/>
                <a:gd name="T48" fmla="*/ 66 w 68"/>
                <a:gd name="T49" fmla="*/ 59 h 257"/>
                <a:gd name="T50" fmla="*/ 58 w 68"/>
                <a:gd name="T51" fmla="*/ 72 h 257"/>
                <a:gd name="T52" fmla="*/ 35 w 68"/>
                <a:gd name="T53" fmla="*/ 82 h 257"/>
                <a:gd name="T54" fmla="*/ 35 w 68"/>
                <a:gd name="T55" fmla="*/ 143 h 257"/>
                <a:gd name="T56" fmla="*/ 38 w 68"/>
                <a:gd name="T57" fmla="*/ 132 h 257"/>
                <a:gd name="T58" fmla="*/ 49 w 68"/>
                <a:gd name="T59" fmla="*/ 122 h 257"/>
                <a:gd name="T60" fmla="*/ 60 w 68"/>
                <a:gd name="T61" fmla="*/ 122 h 257"/>
                <a:gd name="T62" fmla="*/ 58 w 68"/>
                <a:gd name="T63" fmla="*/ 133 h 257"/>
                <a:gd name="T64" fmla="*/ 47 w 68"/>
                <a:gd name="T65" fmla="*/ 144 h 257"/>
                <a:gd name="T66" fmla="*/ 35 w 68"/>
                <a:gd name="T67" fmla="*/ 257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2" name="Freeform 18"/>
            <p:cNvSpPr/>
            <p:nvPr/>
          </p:nvSpPr>
          <p:spPr bwMode="gray">
            <a:xfrm>
              <a:off x="1672" y="164"/>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2" name="Freeform 19"/>
            <p:cNvSpPr/>
            <p:nvPr/>
          </p:nvSpPr>
          <p:spPr bwMode="gray">
            <a:xfrm>
              <a:off x="2065" y="362"/>
              <a:ext cx="99" cy="227"/>
            </a:xfrm>
            <a:custGeom>
              <a:avLst/>
              <a:gdLst>
                <a:gd name="T0" fmla="*/ 50 w 100"/>
                <a:gd name="T1" fmla="*/ 169 h 228"/>
                <a:gd name="T2" fmla="*/ 52 w 100"/>
                <a:gd name="T3" fmla="*/ 169 h 228"/>
                <a:gd name="T4" fmla="*/ 67 w 100"/>
                <a:gd name="T5" fmla="*/ 162 h 228"/>
                <a:gd name="T6" fmla="*/ 79 w 100"/>
                <a:gd name="T7" fmla="*/ 147 h 228"/>
                <a:gd name="T8" fmla="*/ 79 w 100"/>
                <a:gd name="T9" fmla="*/ 134 h 228"/>
                <a:gd name="T10" fmla="*/ 67 w 100"/>
                <a:gd name="T11" fmla="*/ 136 h 228"/>
                <a:gd name="T12" fmla="*/ 51 w 100"/>
                <a:gd name="T13" fmla="*/ 151 h 228"/>
                <a:gd name="T14" fmla="*/ 50 w 100"/>
                <a:gd name="T15" fmla="*/ 114 h 228"/>
                <a:gd name="T16" fmla="*/ 54 w 100"/>
                <a:gd name="T17" fmla="*/ 114 h 228"/>
                <a:gd name="T18" fmla="*/ 71 w 100"/>
                <a:gd name="T19" fmla="*/ 110 h 228"/>
                <a:gd name="T20" fmla="*/ 85 w 100"/>
                <a:gd name="T21" fmla="*/ 92 h 228"/>
                <a:gd name="T22" fmla="*/ 85 w 100"/>
                <a:gd name="T23" fmla="*/ 77 h 228"/>
                <a:gd name="T24" fmla="*/ 74 w 100"/>
                <a:gd name="T25" fmla="*/ 79 h 228"/>
                <a:gd name="T26" fmla="*/ 58 w 100"/>
                <a:gd name="T27" fmla="*/ 88 h 228"/>
                <a:gd name="T28" fmla="*/ 50 w 100"/>
                <a:gd name="T29" fmla="*/ 114 h 228"/>
                <a:gd name="T30" fmla="*/ 50 w 100"/>
                <a:gd name="T31" fmla="*/ 48 h 228"/>
                <a:gd name="T32" fmla="*/ 60 w 100"/>
                <a:gd name="T33" fmla="*/ 45 h 228"/>
                <a:gd name="T34" fmla="*/ 78 w 100"/>
                <a:gd name="T35" fmla="*/ 37 h 228"/>
                <a:gd name="T36" fmla="*/ 90 w 100"/>
                <a:gd name="T37" fmla="*/ 17 h 228"/>
                <a:gd name="T38" fmla="*/ 90 w 100"/>
                <a:gd name="T39" fmla="*/ 0 h 228"/>
                <a:gd name="T40" fmla="*/ 76 w 100"/>
                <a:gd name="T41" fmla="*/ 3 h 228"/>
                <a:gd name="T42" fmla="*/ 58 w 100"/>
                <a:gd name="T43" fmla="*/ 14 h 228"/>
                <a:gd name="T44" fmla="*/ 50 w 100"/>
                <a:gd name="T45" fmla="*/ 45 h 228"/>
                <a:gd name="T46" fmla="*/ 47 w 100"/>
                <a:gd name="T47" fmla="*/ 35 h 228"/>
                <a:gd name="T48" fmla="*/ 38 w 100"/>
                <a:gd name="T49" fmla="*/ 18 h 228"/>
                <a:gd name="T50" fmla="*/ 16 w 100"/>
                <a:gd name="T51" fmla="*/ 3 h 228"/>
                <a:gd name="T52" fmla="*/ 1 w 100"/>
                <a:gd name="T53" fmla="*/ 3 h 228"/>
                <a:gd name="T54" fmla="*/ 5 w 100"/>
                <a:gd name="T55" fmla="*/ 19 h 228"/>
                <a:gd name="T56" fmla="*/ 19 w 100"/>
                <a:gd name="T57" fmla="*/ 38 h 228"/>
                <a:gd name="T58" fmla="*/ 47 w 100"/>
                <a:gd name="T59" fmla="*/ 48 h 228"/>
                <a:gd name="T60" fmla="*/ 47 w 100"/>
                <a:gd name="T61" fmla="*/ 125 h 228"/>
                <a:gd name="T62" fmla="*/ 42 w 100"/>
                <a:gd name="T63" fmla="*/ 114 h 228"/>
                <a:gd name="T64" fmla="*/ 25 w 100"/>
                <a:gd name="T65" fmla="*/ 103 h 228"/>
                <a:gd name="T66" fmla="*/ 12 w 100"/>
                <a:gd name="T67" fmla="*/ 103 h 228"/>
                <a:gd name="T68" fmla="*/ 16 w 100"/>
                <a:gd name="T69" fmla="*/ 114 h 228"/>
                <a:gd name="T70" fmla="*/ 25 w 100"/>
                <a:gd name="T71" fmla="*/ 125 h 228"/>
                <a:gd name="T72" fmla="*/ 47 w 100"/>
                <a:gd name="T73" fmla="*/ 134 h 228"/>
                <a:gd name="T74" fmla="*/ 50 w 100"/>
                <a:gd name="T75" fmla="*/ 221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4" name="Freeform 20"/>
            <p:cNvSpPr/>
            <p:nvPr/>
          </p:nvSpPr>
          <p:spPr bwMode="gray">
            <a:xfrm>
              <a:off x="2921" y="362"/>
              <a:ext cx="100" cy="227"/>
            </a:xfrm>
            <a:custGeom>
              <a:avLst/>
              <a:gdLst>
                <a:gd name="T0" fmla="*/ 53 w 100"/>
                <a:gd name="T1" fmla="*/ 169 h 228"/>
                <a:gd name="T2" fmla="*/ 60 w 100"/>
                <a:gd name="T3" fmla="*/ 169 h 228"/>
                <a:gd name="T4" fmla="*/ 74 w 100"/>
                <a:gd name="T5" fmla="*/ 162 h 228"/>
                <a:gd name="T6" fmla="*/ 87 w 100"/>
                <a:gd name="T7" fmla="*/ 147 h 228"/>
                <a:gd name="T8" fmla="*/ 87 w 100"/>
                <a:gd name="T9" fmla="*/ 134 h 228"/>
                <a:gd name="T10" fmla="*/ 74 w 100"/>
                <a:gd name="T11" fmla="*/ 136 h 228"/>
                <a:gd name="T12" fmla="*/ 60 w 100"/>
                <a:gd name="T13" fmla="*/ 151 h 228"/>
                <a:gd name="T14" fmla="*/ 53 w 100"/>
                <a:gd name="T15" fmla="*/ 114 h 228"/>
                <a:gd name="T16" fmla="*/ 61 w 100"/>
                <a:gd name="T17" fmla="*/ 114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14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25 h 228"/>
                <a:gd name="T62" fmla="*/ 42 w 100"/>
                <a:gd name="T63" fmla="*/ 114 h 228"/>
                <a:gd name="T64" fmla="*/ 26 w 100"/>
                <a:gd name="T65" fmla="*/ 103 h 228"/>
                <a:gd name="T66" fmla="*/ 12 w 100"/>
                <a:gd name="T67" fmla="*/ 103 h 228"/>
                <a:gd name="T68" fmla="*/ 16 w 100"/>
                <a:gd name="T69" fmla="*/ 114 h 228"/>
                <a:gd name="T70" fmla="*/ 26 w 100"/>
                <a:gd name="T71" fmla="*/ 125 h 228"/>
                <a:gd name="T72" fmla="*/ 47 w 100"/>
                <a:gd name="T73" fmla="*/ 134 h 228"/>
                <a:gd name="T74" fmla="*/ 53 w 100"/>
                <a:gd name="T75" fmla="*/ 221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5" name="Freeform 21"/>
            <p:cNvSpPr/>
            <p:nvPr/>
          </p:nvSpPr>
          <p:spPr bwMode="gray">
            <a:xfrm>
              <a:off x="2273" y="187"/>
              <a:ext cx="176" cy="402"/>
            </a:xfrm>
            <a:custGeom>
              <a:avLst/>
              <a:gdLst>
                <a:gd name="T0" fmla="*/ 100 w 175"/>
                <a:gd name="T1" fmla="*/ 309 h 402"/>
                <a:gd name="T2" fmla="*/ 108 w 175"/>
                <a:gd name="T3" fmla="*/ 309 h 402"/>
                <a:gd name="T4" fmla="*/ 125 w 175"/>
                <a:gd name="T5" fmla="*/ 304 h 402"/>
                <a:gd name="T6" fmla="*/ 145 w 175"/>
                <a:gd name="T7" fmla="*/ 292 h 402"/>
                <a:gd name="T8" fmla="*/ 159 w 175"/>
                <a:gd name="T9" fmla="*/ 266 h 402"/>
                <a:gd name="T10" fmla="*/ 159 w 175"/>
                <a:gd name="T11" fmla="*/ 247 h 402"/>
                <a:gd name="T12" fmla="*/ 145 w 175"/>
                <a:gd name="T13" fmla="*/ 250 h 402"/>
                <a:gd name="T14" fmla="*/ 127 w 175"/>
                <a:gd name="T15" fmla="*/ 259 h 402"/>
                <a:gd name="T16" fmla="*/ 106 w 175"/>
                <a:gd name="T17" fmla="*/ 285 h 402"/>
                <a:gd name="T18" fmla="*/ 100 w 175"/>
                <a:gd name="T19" fmla="*/ 207 h 402"/>
                <a:gd name="T20" fmla="*/ 109 w 175"/>
                <a:gd name="T21" fmla="*/ 205 h 402"/>
                <a:gd name="T22" fmla="*/ 129 w 175"/>
                <a:gd name="T23" fmla="*/ 200 h 402"/>
                <a:gd name="T24" fmla="*/ 154 w 175"/>
                <a:gd name="T25" fmla="*/ 185 h 402"/>
                <a:gd name="T26" fmla="*/ 170 w 175"/>
                <a:gd name="T27" fmla="*/ 155 h 402"/>
                <a:gd name="T28" fmla="*/ 170 w 175"/>
                <a:gd name="T29" fmla="*/ 134 h 402"/>
                <a:gd name="T30" fmla="*/ 156 w 175"/>
                <a:gd name="T31" fmla="*/ 135 h 402"/>
                <a:gd name="T32" fmla="*/ 136 w 175"/>
                <a:gd name="T33" fmla="*/ 142 h 402"/>
                <a:gd name="T34" fmla="*/ 114 w 175"/>
                <a:gd name="T35" fmla="*/ 162 h 402"/>
                <a:gd name="T36" fmla="*/ 100 w 175"/>
                <a:gd name="T37" fmla="*/ 201 h 402"/>
                <a:gd name="T38" fmla="*/ 102 w 175"/>
                <a:gd name="T39" fmla="*/ 83 h 402"/>
                <a:gd name="T40" fmla="*/ 117 w 175"/>
                <a:gd name="T41" fmla="*/ 81 h 402"/>
                <a:gd name="T42" fmla="*/ 141 w 175"/>
                <a:gd name="T43" fmla="*/ 73 h 402"/>
                <a:gd name="T44" fmla="*/ 164 w 175"/>
                <a:gd name="T45" fmla="*/ 54 h 402"/>
                <a:gd name="T46" fmla="*/ 181 w 175"/>
                <a:gd name="T47" fmla="*/ 23 h 402"/>
                <a:gd name="T48" fmla="*/ 181 w 175"/>
                <a:gd name="T49" fmla="*/ 0 h 402"/>
                <a:gd name="T50" fmla="*/ 164 w 175"/>
                <a:gd name="T51" fmla="*/ 2 h 402"/>
                <a:gd name="T52" fmla="*/ 140 w 175"/>
                <a:gd name="T53" fmla="*/ 10 h 402"/>
                <a:gd name="T54" fmla="*/ 114 w 175"/>
                <a:gd name="T55" fmla="*/ 33 h 402"/>
                <a:gd name="T56" fmla="*/ 87 w 175"/>
                <a:gd name="T57" fmla="*/ 77 h 402"/>
                <a:gd name="T58" fmla="*/ 85 w 175"/>
                <a:gd name="T59" fmla="*/ 68 h 402"/>
                <a:gd name="T60" fmla="*/ 75 w 175"/>
                <a:gd name="T61" fmla="*/ 46 h 402"/>
                <a:gd name="T62" fmla="*/ 55 w 175"/>
                <a:gd name="T63" fmla="*/ 21 h 402"/>
                <a:gd name="T64" fmla="*/ 22 w 175"/>
                <a:gd name="T65" fmla="*/ 3 h 402"/>
                <a:gd name="T66" fmla="*/ 1 w 175"/>
                <a:gd name="T67" fmla="*/ 3 h 402"/>
                <a:gd name="T68" fmla="*/ 4 w 175"/>
                <a:gd name="T69" fmla="*/ 18 h 402"/>
                <a:gd name="T70" fmla="*/ 12 w 175"/>
                <a:gd name="T71" fmla="*/ 42 h 402"/>
                <a:gd name="T72" fmla="*/ 31 w 175"/>
                <a:gd name="T73" fmla="*/ 65 h 402"/>
                <a:gd name="T74" fmla="*/ 62 w 175"/>
                <a:gd name="T75" fmla="*/ 81 h 402"/>
                <a:gd name="T76" fmla="*/ 82 w 175"/>
                <a:gd name="T77" fmla="*/ 238 h 402"/>
                <a:gd name="T78" fmla="*/ 80 w 175"/>
                <a:gd name="T79" fmla="*/ 228 h 402"/>
                <a:gd name="T80" fmla="*/ 72 w 175"/>
                <a:gd name="T81" fmla="*/ 207 h 402"/>
                <a:gd name="T82" fmla="*/ 55 w 175"/>
                <a:gd name="T83" fmla="*/ 185 h 402"/>
                <a:gd name="T84" fmla="*/ 21 w 175"/>
                <a:gd name="T85" fmla="*/ 176 h 402"/>
                <a:gd name="T86" fmla="*/ 22 w 175"/>
                <a:gd name="T87" fmla="*/ 185 h 402"/>
                <a:gd name="T88" fmla="*/ 28 w 175"/>
                <a:gd name="T89" fmla="*/ 205 h 402"/>
                <a:gd name="T90" fmla="*/ 41 w 175"/>
                <a:gd name="T91" fmla="*/ 230 h 402"/>
                <a:gd name="T92" fmla="*/ 66 w 175"/>
                <a:gd name="T93" fmla="*/ 246 h 402"/>
                <a:gd name="T94" fmla="*/ 82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6" name="Freeform 22"/>
            <p:cNvSpPr/>
            <p:nvPr/>
          </p:nvSpPr>
          <p:spPr bwMode="gray">
            <a:xfrm>
              <a:off x="2161" y="215"/>
              <a:ext cx="98" cy="374"/>
            </a:xfrm>
            <a:custGeom>
              <a:avLst/>
              <a:gdLst>
                <a:gd name="T0" fmla="*/ 59 w 97"/>
                <a:gd name="T1" fmla="*/ 244 h 373"/>
                <a:gd name="T2" fmla="*/ 66 w 97"/>
                <a:gd name="T3" fmla="*/ 244 h 373"/>
                <a:gd name="T4" fmla="*/ 81 w 97"/>
                <a:gd name="T5" fmla="*/ 239 h 373"/>
                <a:gd name="T6" fmla="*/ 97 w 97"/>
                <a:gd name="T7" fmla="*/ 225 h 373"/>
                <a:gd name="T8" fmla="*/ 104 w 97"/>
                <a:gd name="T9" fmla="*/ 200 h 373"/>
                <a:gd name="T10" fmla="*/ 96 w 97"/>
                <a:gd name="T11" fmla="*/ 200 h 373"/>
                <a:gd name="T12" fmla="*/ 78 w 97"/>
                <a:gd name="T13" fmla="*/ 204 h 373"/>
                <a:gd name="T14" fmla="*/ 63 w 97"/>
                <a:gd name="T15" fmla="*/ 222 h 373"/>
                <a:gd name="T16" fmla="*/ 59 w 97"/>
                <a:gd name="T17" fmla="*/ 147 h 373"/>
                <a:gd name="T18" fmla="*/ 66 w 97"/>
                <a:gd name="T19" fmla="*/ 147 h 373"/>
                <a:gd name="T20" fmla="*/ 81 w 97"/>
                <a:gd name="T21" fmla="*/ 141 h 373"/>
                <a:gd name="T22" fmla="*/ 97 w 97"/>
                <a:gd name="T23" fmla="*/ 128 h 373"/>
                <a:gd name="T24" fmla="*/ 104 w 97"/>
                <a:gd name="T25" fmla="*/ 102 h 373"/>
                <a:gd name="T26" fmla="*/ 96 w 97"/>
                <a:gd name="T27" fmla="*/ 102 h 373"/>
                <a:gd name="T28" fmla="*/ 78 w 97"/>
                <a:gd name="T29" fmla="*/ 109 h 373"/>
                <a:gd name="T30" fmla="*/ 63 w 97"/>
                <a:gd name="T31" fmla="*/ 126 h 373"/>
                <a:gd name="T32" fmla="*/ 59 w 97"/>
                <a:gd name="T33" fmla="*/ 46 h 373"/>
                <a:gd name="T34" fmla="*/ 58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113 h 373"/>
                <a:gd name="T50" fmla="*/ 45 w 97"/>
                <a:gd name="T51" fmla="*/ 106 h 373"/>
                <a:gd name="T52" fmla="*/ 40 w 97"/>
                <a:gd name="T53" fmla="*/ 90 h 373"/>
                <a:gd name="T54" fmla="*/ 27 w 97"/>
                <a:gd name="T55" fmla="*/ 75 h 373"/>
                <a:gd name="T56" fmla="*/ 1 w 97"/>
                <a:gd name="T57" fmla="*/ 67 h 373"/>
                <a:gd name="T58" fmla="*/ 0 w 97"/>
                <a:gd name="T59" fmla="*/ 75 h 373"/>
                <a:gd name="T60" fmla="*/ 2 w 97"/>
                <a:gd name="T61" fmla="*/ 91 h 373"/>
                <a:gd name="T62" fmla="*/ 14 w 97"/>
                <a:gd name="T63" fmla="*/ 109 h 373"/>
                <a:gd name="T64" fmla="*/ 45 w 97"/>
                <a:gd name="T65" fmla="*/ 118 h 373"/>
                <a:gd name="T66" fmla="*/ 45 w 97"/>
                <a:gd name="T67" fmla="*/ 214 h 373"/>
                <a:gd name="T68" fmla="*/ 43 w 97"/>
                <a:gd name="T69" fmla="*/ 202 h 373"/>
                <a:gd name="T70" fmla="*/ 33 w 97"/>
                <a:gd name="T71" fmla="*/ 182 h 373"/>
                <a:gd name="T72" fmla="*/ 12 w 97"/>
                <a:gd name="T73" fmla="*/ 175 h 373"/>
                <a:gd name="T74" fmla="*/ 10 w 97"/>
                <a:gd name="T75" fmla="*/ 182 h 373"/>
                <a:gd name="T76" fmla="*/ 13 w 97"/>
                <a:gd name="T77" fmla="*/ 204 h 373"/>
                <a:gd name="T78" fmla="*/ 29 w 97"/>
                <a:gd name="T79" fmla="*/ 218 h 373"/>
                <a:gd name="T80" fmla="*/ 45 w 97"/>
                <a:gd name="T81" fmla="*/ 380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sp>
          <p:nvSpPr>
            <p:cNvPr id="1057" name="Freeform 23"/>
            <p:cNvSpPr/>
            <p:nvPr/>
          </p:nvSpPr>
          <p:spPr bwMode="gray">
            <a:xfrm>
              <a:off x="2708" y="215"/>
              <a:ext cx="97" cy="374"/>
            </a:xfrm>
            <a:custGeom>
              <a:avLst/>
              <a:gdLst>
                <a:gd name="T0" fmla="*/ 51 w 97"/>
                <a:gd name="T1" fmla="*/ 244 h 373"/>
                <a:gd name="T2" fmla="*/ 60 w 97"/>
                <a:gd name="T3" fmla="*/ 244 h 373"/>
                <a:gd name="T4" fmla="*/ 74 w 97"/>
                <a:gd name="T5" fmla="*/ 239 h 373"/>
                <a:gd name="T6" fmla="*/ 91 w 97"/>
                <a:gd name="T7" fmla="*/ 225 h 373"/>
                <a:gd name="T8" fmla="*/ 97 w 97"/>
                <a:gd name="T9" fmla="*/ 200 h 373"/>
                <a:gd name="T10" fmla="*/ 89 w 97"/>
                <a:gd name="T11" fmla="*/ 200 h 373"/>
                <a:gd name="T12" fmla="*/ 72 w 97"/>
                <a:gd name="T13" fmla="*/ 204 h 373"/>
                <a:gd name="T14" fmla="*/ 55 w 97"/>
                <a:gd name="T15" fmla="*/ 222 h 373"/>
                <a:gd name="T16" fmla="*/ 51 w 97"/>
                <a:gd name="T17" fmla="*/ 147 h 373"/>
                <a:gd name="T18" fmla="*/ 60 w 97"/>
                <a:gd name="T19" fmla="*/ 147 h 373"/>
                <a:gd name="T20" fmla="*/ 74 w 97"/>
                <a:gd name="T21" fmla="*/ 141 h 373"/>
                <a:gd name="T22" fmla="*/ 91 w 97"/>
                <a:gd name="T23" fmla="*/ 128 h 373"/>
                <a:gd name="T24" fmla="*/ 97 w 97"/>
                <a:gd name="T25" fmla="*/ 102 h 373"/>
                <a:gd name="T26" fmla="*/ 89 w 97"/>
                <a:gd name="T27" fmla="*/ 102 h 373"/>
                <a:gd name="T28" fmla="*/ 72 w 97"/>
                <a:gd name="T29" fmla="*/ 109 h 373"/>
                <a:gd name="T30" fmla="*/ 55 w 97"/>
                <a:gd name="T31" fmla="*/ 126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113 h 373"/>
                <a:gd name="T50" fmla="*/ 46 w 97"/>
                <a:gd name="T51" fmla="*/ 106 h 373"/>
                <a:gd name="T52" fmla="*/ 41 w 97"/>
                <a:gd name="T53" fmla="*/ 90 h 373"/>
                <a:gd name="T54" fmla="*/ 27 w 97"/>
                <a:gd name="T55" fmla="*/ 75 h 373"/>
                <a:gd name="T56" fmla="*/ 0 w 97"/>
                <a:gd name="T57" fmla="*/ 67 h 373"/>
                <a:gd name="T58" fmla="*/ 0 w 97"/>
                <a:gd name="T59" fmla="*/ 75 h 373"/>
                <a:gd name="T60" fmla="*/ 3 w 97"/>
                <a:gd name="T61" fmla="*/ 91 h 373"/>
                <a:gd name="T62" fmla="*/ 15 w 97"/>
                <a:gd name="T63" fmla="*/ 109 h 373"/>
                <a:gd name="T64" fmla="*/ 46 w 97"/>
                <a:gd name="T65" fmla="*/ 118 h 373"/>
                <a:gd name="T66" fmla="*/ 46 w 97"/>
                <a:gd name="T67" fmla="*/ 214 h 373"/>
                <a:gd name="T68" fmla="*/ 43 w 97"/>
                <a:gd name="T69" fmla="*/ 202 h 373"/>
                <a:gd name="T70" fmla="*/ 34 w 97"/>
                <a:gd name="T71" fmla="*/ 182 h 373"/>
                <a:gd name="T72" fmla="*/ 12 w 97"/>
                <a:gd name="T73" fmla="*/ 175 h 373"/>
                <a:gd name="T74" fmla="*/ 11 w 97"/>
                <a:gd name="T75" fmla="*/ 182 h 373"/>
                <a:gd name="T76" fmla="*/ 14 w 97"/>
                <a:gd name="T77" fmla="*/ 204 h 373"/>
                <a:gd name="T78" fmla="*/ 30 w 97"/>
                <a:gd name="T79" fmla="*/ 218 h 373"/>
                <a:gd name="T80" fmla="*/ 46 w 97"/>
                <a:gd name="T81" fmla="*/ 380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ln>
          </p:spPr>
          <p:txBody>
            <a:bodyPr/>
            <a:lstStyle/>
            <a:p>
              <a:pPr algn="ctr" fontAlgn="base">
                <a:spcBef>
                  <a:spcPct val="0"/>
                </a:spcBef>
                <a:spcAft>
                  <a:spcPct val="0"/>
                </a:spcAft>
              </a:pPr>
              <a:endParaRPr lang="zh-CN" altLang="en-US" sz="1800">
                <a:solidFill>
                  <a:srgbClr val="9BD3E5"/>
                </a:solidFill>
              </a:endParaRPr>
            </a:p>
          </p:txBody>
        </p:sp>
      </p:grpSp>
      <p:sp>
        <p:nvSpPr>
          <p:cNvPr id="1027" name="Freeform 25"/>
          <p:cNvSpPr/>
          <p:nvPr/>
        </p:nvSpPr>
        <p:spPr bwMode="gray">
          <a:xfrm>
            <a:off x="127001" y="6446839"/>
            <a:ext cx="11961284" cy="314325"/>
          </a:xfrm>
          <a:custGeom>
            <a:avLst/>
            <a:gdLst>
              <a:gd name="T0" fmla="*/ 2147483647 w 5651"/>
              <a:gd name="T1" fmla="*/ 2147483647 h 198"/>
              <a:gd name="T2" fmla="*/ 2147483647 w 5651"/>
              <a:gd name="T3" fmla="*/ 2147483647 h 198"/>
              <a:gd name="T4" fmla="*/ 2147483647 w 5651"/>
              <a:gd name="T5" fmla="*/ 2147483647 h 198"/>
              <a:gd name="T6" fmla="*/ 2147483647 w 5651"/>
              <a:gd name="T7" fmla="*/ 2147483647 h 198"/>
              <a:gd name="T8" fmla="*/ 2147483647 w 5651"/>
              <a:gd name="T9" fmla="*/ 2147483647 h 198"/>
              <a:gd name="T10" fmla="*/ 0 w 5651"/>
              <a:gd name="T11" fmla="*/ 0 h 198"/>
              <a:gd name="T12" fmla="*/ 2147483647 w 5651"/>
              <a:gd name="T13" fmla="*/ 2147483647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1" h="198">
                <a:moveTo>
                  <a:pt x="4" y="198"/>
                </a:moveTo>
                <a:lnTo>
                  <a:pt x="5651" y="198"/>
                </a:lnTo>
                <a:lnTo>
                  <a:pt x="5646" y="94"/>
                </a:lnTo>
                <a:lnTo>
                  <a:pt x="1491" y="94"/>
                </a:lnTo>
                <a:lnTo>
                  <a:pt x="1343" y="2"/>
                </a:lnTo>
                <a:lnTo>
                  <a:pt x="0" y="0"/>
                </a:lnTo>
                <a:lnTo>
                  <a:pt x="4" y="198"/>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028" name="Freeform 26"/>
          <p:cNvSpPr/>
          <p:nvPr/>
        </p:nvSpPr>
        <p:spPr bwMode="gray">
          <a:xfrm>
            <a:off x="127001" y="6491288"/>
            <a:ext cx="11967633" cy="279400"/>
          </a:xfrm>
          <a:custGeom>
            <a:avLst/>
            <a:gdLst>
              <a:gd name="T0" fmla="*/ 0 w 5650"/>
              <a:gd name="T1" fmla="*/ 2147483647 h 176"/>
              <a:gd name="T2" fmla="*/ 2147483647 w 5650"/>
              <a:gd name="T3" fmla="*/ 2147483647 h 176"/>
              <a:gd name="T4" fmla="*/ 2147483647 w 5650"/>
              <a:gd name="T5" fmla="*/ 2147483647 h 176"/>
              <a:gd name="T6" fmla="*/ 2147483647 w 5650"/>
              <a:gd name="T7" fmla="*/ 2147483647 h 176"/>
              <a:gd name="T8" fmla="*/ 2147483647 w 5650"/>
              <a:gd name="T9" fmla="*/ 2147483647 h 176"/>
              <a:gd name="T10" fmla="*/ 0 w 5650"/>
              <a:gd name="T11" fmla="*/ 0 h 176"/>
              <a:gd name="T12" fmla="*/ 0 w 5650"/>
              <a:gd name="T13" fmla="*/ 2147483647 h 1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0" h="176">
                <a:moveTo>
                  <a:pt x="0" y="176"/>
                </a:moveTo>
                <a:lnTo>
                  <a:pt x="5650" y="169"/>
                </a:lnTo>
                <a:lnTo>
                  <a:pt x="5646" y="95"/>
                </a:lnTo>
                <a:lnTo>
                  <a:pt x="1478" y="95"/>
                </a:lnTo>
                <a:lnTo>
                  <a:pt x="1317" y="3"/>
                </a:lnTo>
                <a:lnTo>
                  <a:pt x="0" y="0"/>
                </a:lnTo>
                <a:lnTo>
                  <a:pt x="0" y="176"/>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029" name="Freeform 27" descr="Dark upward diagonal"/>
          <p:cNvSpPr/>
          <p:nvPr/>
        </p:nvSpPr>
        <p:spPr bwMode="gray">
          <a:xfrm>
            <a:off x="122768" y="98425"/>
            <a:ext cx="11942233" cy="179388"/>
          </a:xfrm>
          <a:custGeom>
            <a:avLst/>
            <a:gdLst>
              <a:gd name="T0" fmla="*/ 0 w 5639"/>
              <a:gd name="T1" fmla="*/ 0 h 113"/>
              <a:gd name="T2" fmla="*/ 2147483647 w 5639"/>
              <a:gd name="T3" fmla="*/ 0 h 113"/>
              <a:gd name="T4" fmla="*/ 2147483647 w 5639"/>
              <a:gd name="T5" fmla="*/ 2147483647 h 113"/>
              <a:gd name="T6" fmla="*/ 2147483647 w 5639"/>
              <a:gd name="T7" fmla="*/ 2147483647 h 113"/>
              <a:gd name="T8" fmla="*/ 0 w 5639"/>
              <a:gd name="T9" fmla="*/ 2147483647 h 113"/>
              <a:gd name="T10" fmla="*/ 0 w 5639"/>
              <a:gd name="T11" fmla="*/ 0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39" h="113">
                <a:moveTo>
                  <a:pt x="0" y="0"/>
                </a:moveTo>
                <a:lnTo>
                  <a:pt x="5582" y="0"/>
                </a:lnTo>
                <a:cubicBezTo>
                  <a:pt x="5630" y="3"/>
                  <a:pt x="5639" y="45"/>
                  <a:pt x="5639" y="45"/>
                </a:cubicBezTo>
                <a:lnTo>
                  <a:pt x="5636" y="113"/>
                </a:lnTo>
                <a:lnTo>
                  <a:pt x="0" y="113"/>
                </a:lnTo>
                <a:lnTo>
                  <a:pt x="0" y="0"/>
                </a:lnTo>
                <a:close/>
              </a:path>
            </a:pathLst>
          </a:custGeom>
          <a:pattFill prst="dkUpDiag">
            <a:fgClr>
              <a:schemeClr val="accent1"/>
            </a:fgClr>
            <a:bgClr>
              <a:schemeClr val="bg1"/>
            </a:bgClr>
          </a:patt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030" name="Freeform 28"/>
          <p:cNvSpPr/>
          <p:nvPr/>
        </p:nvSpPr>
        <p:spPr bwMode="gray">
          <a:xfrm>
            <a:off x="122767" y="307976"/>
            <a:ext cx="11940117" cy="938213"/>
          </a:xfrm>
          <a:custGeom>
            <a:avLst/>
            <a:gdLst>
              <a:gd name="T0" fmla="*/ 2147483647 w 5446"/>
              <a:gd name="T1" fmla="*/ 0 h 531"/>
              <a:gd name="T2" fmla="*/ 0 w 5446"/>
              <a:gd name="T3" fmla="*/ 0 h 531"/>
              <a:gd name="T4" fmla="*/ 2147483647 w 5446"/>
              <a:gd name="T5" fmla="*/ 2147483647 h 531"/>
              <a:gd name="T6" fmla="*/ 2147483647 w 5446"/>
              <a:gd name="T7" fmla="*/ 2147483647 h 531"/>
              <a:gd name="T8" fmla="*/ 2147483647 w 5446"/>
              <a:gd name="T9" fmla="*/ 2147483647 h 531"/>
              <a:gd name="T10" fmla="*/ 2147483647 w 5446"/>
              <a:gd name="T11" fmla="*/ 2147483647 h 531"/>
              <a:gd name="T12" fmla="*/ 2147483647 w 5446"/>
              <a:gd name="T13" fmla="*/ 0 h 5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46" h="531">
                <a:moveTo>
                  <a:pt x="5446" y="0"/>
                </a:moveTo>
                <a:lnTo>
                  <a:pt x="0" y="0"/>
                </a:lnTo>
                <a:lnTo>
                  <a:pt x="2" y="470"/>
                </a:lnTo>
                <a:lnTo>
                  <a:pt x="4078" y="474"/>
                </a:lnTo>
                <a:lnTo>
                  <a:pt x="4178" y="527"/>
                </a:lnTo>
                <a:lnTo>
                  <a:pt x="5446" y="531"/>
                </a:lnTo>
                <a:lnTo>
                  <a:pt x="5446"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053" name="Freeform 29"/>
          <p:cNvSpPr/>
          <p:nvPr/>
        </p:nvSpPr>
        <p:spPr bwMode="gray">
          <a:xfrm>
            <a:off x="122767" y="306388"/>
            <a:ext cx="11940117" cy="836612"/>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gradFill rotWithShape="0">
            <a:gsLst>
              <a:gs pos="0">
                <a:schemeClr val="bg1"/>
              </a:gs>
              <a:gs pos="100000">
                <a:schemeClr val="bg1">
                  <a:gamma/>
                  <a:tint val="66667"/>
                  <a:invGamma/>
                </a:schemeClr>
              </a:gs>
            </a:gsLst>
            <a:lin ang="0" scaled="1"/>
          </a:gradFill>
          <a:ln w="9525">
            <a:noFill/>
            <a:round/>
          </a:ln>
          <a:effectLst/>
        </p:spPr>
        <p:txBody>
          <a:bodyPr/>
          <a:lstStyle/>
          <a:p>
            <a:pPr algn="ctr" fontAlgn="base">
              <a:spcBef>
                <a:spcPct val="0"/>
              </a:spcBef>
              <a:spcAft>
                <a:spcPct val="0"/>
              </a:spcAft>
              <a:defRPr/>
            </a:pPr>
            <a:endParaRPr lang="zh-CN" altLang="en-US" sz="1800">
              <a:solidFill>
                <a:srgbClr val="9BD3E5"/>
              </a:solidFill>
              <a:ea typeface="宋体" panose="02010600030101010101" pitchFamily="2" charset="-122"/>
            </a:endParaRPr>
          </a:p>
        </p:txBody>
      </p:sp>
      <p:sp>
        <p:nvSpPr>
          <p:cNvPr id="1032" name="Rectangle 32"/>
          <p:cNvSpPr>
            <a:spLocks noChangeArrowheads="1"/>
          </p:cNvSpPr>
          <p:nvPr/>
        </p:nvSpPr>
        <p:spPr bwMode="gray">
          <a:xfrm flipV="1">
            <a:off x="127001" y="6723063"/>
            <a:ext cx="11969751" cy="555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1033" name="Freeform 35"/>
          <p:cNvSpPr/>
          <p:nvPr/>
        </p:nvSpPr>
        <p:spPr bwMode="gray">
          <a:xfrm>
            <a:off x="9194801" y="1047750"/>
            <a:ext cx="2874433" cy="52388"/>
          </a:xfrm>
          <a:custGeom>
            <a:avLst/>
            <a:gdLst>
              <a:gd name="T0" fmla="*/ 0 w 1358"/>
              <a:gd name="T1" fmla="*/ 2147483647 h 33"/>
              <a:gd name="T2" fmla="*/ 2147483647 w 1358"/>
              <a:gd name="T3" fmla="*/ 0 h 33"/>
              <a:gd name="T4" fmla="*/ 2147483647 w 1358"/>
              <a:gd name="T5" fmla="*/ 2147483647 h 33"/>
              <a:gd name="T6" fmla="*/ 2147483647 w 1358"/>
              <a:gd name="T7" fmla="*/ 2147483647 h 33"/>
              <a:gd name="T8" fmla="*/ 0 w 1358"/>
              <a:gd name="T9" fmla="*/ 2147483647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8" h="33">
                <a:moveTo>
                  <a:pt x="0" y="2"/>
                </a:moveTo>
                <a:lnTo>
                  <a:pt x="1358" y="0"/>
                </a:lnTo>
                <a:lnTo>
                  <a:pt x="1356" y="32"/>
                </a:lnTo>
                <a:lnTo>
                  <a:pt x="60" y="33"/>
                </a:lnTo>
                <a:lnTo>
                  <a:pt x="0" y="2"/>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14:hiddenLine>
            </a:ext>
          </a:extLst>
        </p:spPr>
        <p:txBody>
          <a:bodyPr/>
          <a:lstStyle/>
          <a:p>
            <a:pPr algn="ctr" fontAlgn="base">
              <a:spcBef>
                <a:spcPct val="0"/>
              </a:spcBef>
              <a:spcAft>
                <a:spcPct val="0"/>
              </a:spcAft>
            </a:pPr>
            <a:endParaRPr lang="zh-CN" altLang="en-US" sz="1800">
              <a:solidFill>
                <a:srgbClr val="9BD3E5"/>
              </a:solidFill>
            </a:endParaRPr>
          </a:p>
        </p:txBody>
      </p:sp>
      <p:sp>
        <p:nvSpPr>
          <p:cNvPr id="1034" name="Rectangle 2"/>
          <p:cNvSpPr>
            <a:spLocks noGrp="1" noChangeArrowheads="1"/>
          </p:cNvSpPr>
          <p:nvPr>
            <p:ph type="title"/>
          </p:nvPr>
        </p:nvSpPr>
        <p:spPr bwMode="gray">
          <a:xfrm>
            <a:off x="609600" y="238126"/>
            <a:ext cx="86360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ltLang="zh-CN"/>
          </a:p>
        </p:txBody>
      </p:sp>
      <p:sp>
        <p:nvSpPr>
          <p:cNvPr id="1035" name="Rectangle 3"/>
          <p:cNvSpPr>
            <a:spLocks noGrp="1" noChangeArrowheads="1"/>
          </p:cNvSpPr>
          <p:nvPr>
            <p:ph type="body" idx="1"/>
          </p:nvPr>
        </p:nvSpPr>
        <p:spPr bwMode="gray">
          <a:xfrm>
            <a:off x="609600" y="1438276"/>
            <a:ext cx="109728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3" name="Rectangle 4"/>
          <p:cNvSpPr>
            <a:spLocks noGrp="1" noChangeArrowheads="1"/>
          </p:cNvSpPr>
          <p:nvPr>
            <p:ph type="dt" sz="half" idx="2"/>
          </p:nvPr>
        </p:nvSpPr>
        <p:spPr bwMode="gray">
          <a:xfrm>
            <a:off x="4064001" y="6311901"/>
            <a:ext cx="2283884" cy="290513"/>
          </a:xfrm>
          <a:prstGeom prst="rect">
            <a:avLst/>
          </a:prstGeom>
          <a:noFill/>
          <a:ln w="9525">
            <a:noFill/>
            <a:miter lim="800000"/>
          </a:ln>
          <a:effectLst/>
        </p:spPr>
        <p:txBody>
          <a:bodyPr vert="horz" wrap="square" lIns="91440" tIns="45720" rIns="91440" bIns="45720" numCol="1" anchor="t" anchorCtr="0" compatLnSpc="1"/>
          <a:lstStyle>
            <a:lvl1pPr algn="l">
              <a:defRPr sz="1000">
                <a:solidFill>
                  <a:srgbClr val="000000"/>
                </a:solidFill>
                <a:latin typeface="Arial" panose="020B0604020202020204" pitchFamily="34" charset="0"/>
                <a:ea typeface="宋体" panose="02010600030101010101" pitchFamily="2" charset="-122"/>
              </a:defRPr>
            </a:lvl1pPr>
          </a:lstStyle>
          <a:p>
            <a:pPr fontAlgn="base">
              <a:spcBef>
                <a:spcPct val="0"/>
              </a:spcBef>
              <a:spcAft>
                <a:spcPct val="0"/>
              </a:spcAft>
              <a:defRPr/>
            </a:pPr>
            <a:endParaRPr lang="en-US" altLang="zh-CN"/>
          </a:p>
        </p:txBody>
      </p:sp>
      <p:sp>
        <p:nvSpPr>
          <p:cNvPr id="4" name="Rectangle 5"/>
          <p:cNvSpPr>
            <a:spLocks noGrp="1" noChangeArrowheads="1"/>
          </p:cNvSpPr>
          <p:nvPr>
            <p:ph type="ftr" sz="quarter" idx="3"/>
          </p:nvPr>
        </p:nvSpPr>
        <p:spPr bwMode="gray">
          <a:xfrm>
            <a:off x="6441017" y="6323013"/>
            <a:ext cx="3081867" cy="290512"/>
          </a:xfrm>
          <a:prstGeom prst="rect">
            <a:avLst/>
          </a:prstGeom>
          <a:noFill/>
          <a:ln w="9525">
            <a:noFill/>
            <a:miter lim="800000"/>
          </a:ln>
          <a:effectLst/>
        </p:spPr>
        <p:txBody>
          <a:bodyPr vert="horz" wrap="square" lIns="91440" tIns="45720" rIns="91440" bIns="45720" numCol="1" anchor="t" anchorCtr="0" compatLnSpc="1"/>
          <a:lstStyle>
            <a:lvl1pPr>
              <a:defRPr sz="1000">
                <a:solidFill>
                  <a:srgbClr val="000000"/>
                </a:solidFill>
                <a:latin typeface="Arial" panose="020B0604020202020204" pitchFamily="34" charset="0"/>
                <a:ea typeface="宋体" panose="02010600030101010101" pitchFamily="2" charset="-122"/>
              </a:defRPr>
            </a:lvl1pPr>
          </a:lstStyle>
          <a:p>
            <a:pPr algn="ctr" fontAlgn="base">
              <a:spcBef>
                <a:spcPct val="0"/>
              </a:spcBef>
              <a:spcAft>
                <a:spcPct val="0"/>
              </a:spcAft>
              <a:defRPr/>
            </a:pPr>
            <a:endParaRPr lang="en-US" altLang="zh-CN"/>
          </a:p>
        </p:txBody>
      </p:sp>
      <p:sp>
        <p:nvSpPr>
          <p:cNvPr id="5" name="Rectangle 6"/>
          <p:cNvSpPr>
            <a:spLocks noGrp="1" noChangeArrowheads="1"/>
          </p:cNvSpPr>
          <p:nvPr>
            <p:ph type="sldNum" sz="quarter" idx="4"/>
          </p:nvPr>
        </p:nvSpPr>
        <p:spPr bwMode="gray">
          <a:xfrm>
            <a:off x="9489018" y="6323013"/>
            <a:ext cx="2154767" cy="290512"/>
          </a:xfrm>
          <a:prstGeom prst="rect">
            <a:avLst/>
          </a:prstGeom>
          <a:noFill/>
          <a:ln w="9525">
            <a:noFill/>
            <a:miter lim="800000"/>
          </a:ln>
          <a:effectLst/>
        </p:spPr>
        <p:txBody>
          <a:bodyPr vert="horz" wrap="square" lIns="91440" tIns="45720" rIns="91440" bIns="45720" numCol="1" anchor="t" anchorCtr="0" compatLnSpc="1"/>
          <a:lstStyle>
            <a:lvl1pPr algn="r">
              <a:defRPr sz="1000">
                <a:solidFill>
                  <a:srgbClr val="000000"/>
                </a:solidFill>
                <a:latin typeface="Arial" panose="020B0604020202020204" pitchFamily="34" charset="0"/>
                <a:ea typeface="宋体" panose="02010600030101010101" pitchFamily="2" charset="-122"/>
              </a:defRPr>
            </a:lvl1pPr>
          </a:lstStyle>
          <a:p>
            <a:pPr fontAlgn="base">
              <a:spcBef>
                <a:spcPct val="0"/>
              </a:spcBef>
              <a:spcAft>
                <a:spcPct val="0"/>
              </a:spcAft>
              <a:defRPr/>
            </a:pPr>
            <a:fld id="{A9177793-D003-4A41-8427-F19EF6CC601F}" type="slidenum">
              <a:rPr lang="en-US" altLang="zh-CN"/>
              <a:pPr fontAlgn="base">
                <a:spcBef>
                  <a:spcPct val="0"/>
                </a:spcBef>
                <a:spcAft>
                  <a:spcPct val="0"/>
                </a:spcAft>
                <a:defRPr/>
              </a:pPr>
              <a:t>‹#›</a:t>
            </a:fld>
            <a:endParaRPr lang="en-US" altLang="zh-CN"/>
          </a:p>
        </p:txBody>
      </p:sp>
      <p:sp>
        <p:nvSpPr>
          <p:cNvPr id="1039" name="Rectangle 30" descr="7"/>
          <p:cNvSpPr>
            <a:spLocks noChangeArrowheads="1"/>
          </p:cNvSpPr>
          <p:nvPr/>
        </p:nvSpPr>
        <p:spPr bwMode="gray">
          <a:xfrm>
            <a:off x="10993967" y="415925"/>
            <a:ext cx="713317" cy="546100"/>
          </a:xfrm>
          <a:prstGeom prst="rect">
            <a:avLst/>
          </a:prstGeom>
          <a:blipFill dpi="0" rotWithShape="1">
            <a:blip r:embed="rId22" cstate="print"/>
            <a:srcRect/>
            <a:stretch>
              <a:fillRect/>
            </a:stretch>
          </a:blip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1040" name="Rectangle 31" descr="4"/>
          <p:cNvSpPr>
            <a:spLocks noChangeArrowheads="1"/>
          </p:cNvSpPr>
          <p:nvPr/>
        </p:nvSpPr>
        <p:spPr bwMode="gray">
          <a:xfrm>
            <a:off x="10160000" y="415925"/>
            <a:ext cx="713317" cy="546100"/>
          </a:xfrm>
          <a:prstGeom prst="rect">
            <a:avLst/>
          </a:prstGeom>
          <a:blipFill dpi="0" rotWithShape="1">
            <a:blip r:embed="rId23" cstate="print"/>
            <a:srcRect/>
            <a:stretch>
              <a:fillRect/>
            </a:stretch>
          </a:blip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
        <p:nvSpPr>
          <p:cNvPr id="1041" name="Rectangle 36"/>
          <p:cNvSpPr>
            <a:spLocks noChangeArrowheads="1"/>
          </p:cNvSpPr>
          <p:nvPr/>
        </p:nvSpPr>
        <p:spPr bwMode="gray">
          <a:xfrm>
            <a:off x="9334500" y="415925"/>
            <a:ext cx="713317" cy="546100"/>
          </a:xfrm>
          <a:prstGeom prst="rect">
            <a:avLst/>
          </a:prstGeom>
          <a:solidFill>
            <a:srgbClr val="FFFFFF">
              <a:alpha val="30196"/>
            </a:srgbClr>
          </a:soli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endParaRPr lang="zh-CN" altLang="en-US" sz="1800">
              <a:solidFill>
                <a:srgbClr val="9BD3E5"/>
              </a:solidFill>
              <a:ea typeface="宋体" panose="02010600030101010101" pitchFamily="2" charset="-122"/>
            </a:endParaRPr>
          </a:p>
        </p:txBody>
      </p:sp>
    </p:spTree>
    <p:extLst>
      <p:ext uri="{BB962C8B-B14F-4D97-AF65-F5344CB8AC3E}">
        <p14:creationId xmlns:p14="http://schemas.microsoft.com/office/powerpoint/2010/main" val="3525522995"/>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lvl1pPr algn="l" rtl="0" eaLnBrk="0" fontAlgn="base" hangingPunct="0">
        <a:spcBef>
          <a:spcPct val="0"/>
        </a:spcBef>
        <a:spcAft>
          <a:spcPct val="0"/>
        </a:spcAft>
        <a:defRPr sz="4400" b="1">
          <a:solidFill>
            <a:srgbClr val="FFFFFF"/>
          </a:solidFill>
          <a:latin typeface="+mj-lt"/>
          <a:ea typeface="+mj-ea"/>
          <a:cs typeface="+mj-cs"/>
        </a:defRPr>
      </a:lvl1pPr>
      <a:lvl2pPr algn="l" rtl="0" eaLnBrk="0" fontAlgn="base" hangingPunct="0">
        <a:spcBef>
          <a:spcPct val="0"/>
        </a:spcBef>
        <a:spcAft>
          <a:spcPct val="0"/>
        </a:spcAft>
        <a:defRPr sz="4400" b="1">
          <a:solidFill>
            <a:srgbClr val="FFFFFF"/>
          </a:solidFill>
          <a:latin typeface="Arial" panose="020B0604020202020204" pitchFamily="34" charset="0"/>
        </a:defRPr>
      </a:lvl2pPr>
      <a:lvl3pPr algn="l" rtl="0" eaLnBrk="0" fontAlgn="base" hangingPunct="0">
        <a:spcBef>
          <a:spcPct val="0"/>
        </a:spcBef>
        <a:spcAft>
          <a:spcPct val="0"/>
        </a:spcAft>
        <a:defRPr sz="4400" b="1">
          <a:solidFill>
            <a:srgbClr val="FFFFFF"/>
          </a:solidFill>
          <a:latin typeface="Arial" panose="020B0604020202020204" pitchFamily="34" charset="0"/>
        </a:defRPr>
      </a:lvl3pPr>
      <a:lvl4pPr algn="l" rtl="0" eaLnBrk="0" fontAlgn="base" hangingPunct="0">
        <a:spcBef>
          <a:spcPct val="0"/>
        </a:spcBef>
        <a:spcAft>
          <a:spcPct val="0"/>
        </a:spcAft>
        <a:defRPr sz="4400" b="1">
          <a:solidFill>
            <a:srgbClr val="FFFFFF"/>
          </a:solidFill>
          <a:latin typeface="Arial" panose="020B0604020202020204" pitchFamily="34" charset="0"/>
        </a:defRPr>
      </a:lvl4pPr>
      <a:lvl5pPr algn="l" rtl="0" eaLnBrk="0" fontAlgn="base" hangingPunct="0">
        <a:spcBef>
          <a:spcPct val="0"/>
        </a:spcBef>
        <a:spcAft>
          <a:spcPct val="0"/>
        </a:spcAft>
        <a:defRPr sz="4400" b="1">
          <a:solidFill>
            <a:srgbClr val="FFFFFF"/>
          </a:solidFill>
          <a:latin typeface="Arial" panose="020B0604020202020204" pitchFamily="34" charset="0"/>
        </a:defRPr>
      </a:lvl5pPr>
      <a:lvl6pPr marL="457200" algn="l" rtl="0" eaLnBrk="1" fontAlgn="base" hangingPunct="1">
        <a:spcBef>
          <a:spcPct val="0"/>
        </a:spcBef>
        <a:spcAft>
          <a:spcPct val="0"/>
        </a:spcAft>
        <a:defRPr sz="4400" b="1">
          <a:solidFill>
            <a:srgbClr val="FFFFFF"/>
          </a:solidFill>
          <a:latin typeface="Arial" panose="020B0604020202020204" pitchFamily="34" charset="0"/>
        </a:defRPr>
      </a:lvl6pPr>
      <a:lvl7pPr marL="914400" algn="l" rtl="0" eaLnBrk="1" fontAlgn="base" hangingPunct="1">
        <a:spcBef>
          <a:spcPct val="0"/>
        </a:spcBef>
        <a:spcAft>
          <a:spcPct val="0"/>
        </a:spcAft>
        <a:defRPr sz="4400" b="1">
          <a:solidFill>
            <a:srgbClr val="FFFFFF"/>
          </a:solidFill>
          <a:latin typeface="Arial" panose="020B0604020202020204" pitchFamily="34" charset="0"/>
        </a:defRPr>
      </a:lvl7pPr>
      <a:lvl8pPr marL="1371600" algn="l" rtl="0" eaLnBrk="1" fontAlgn="base" hangingPunct="1">
        <a:spcBef>
          <a:spcPct val="0"/>
        </a:spcBef>
        <a:spcAft>
          <a:spcPct val="0"/>
        </a:spcAft>
        <a:defRPr sz="4400" b="1">
          <a:solidFill>
            <a:srgbClr val="FFFFFF"/>
          </a:solidFill>
          <a:latin typeface="Arial" panose="020B0604020202020204" pitchFamily="34" charset="0"/>
        </a:defRPr>
      </a:lvl8pPr>
      <a:lvl9pPr marL="1828800" algn="l" rtl="0" eaLnBrk="1" fontAlgn="base" hangingPunct="1">
        <a:spcBef>
          <a:spcPct val="0"/>
        </a:spcBef>
        <a:spcAft>
          <a:spcPct val="0"/>
        </a:spcAft>
        <a:defRPr sz="4400" b="1">
          <a:solidFill>
            <a:srgbClr val="FFFFFF"/>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defRPr>
      </a:lvl2pPr>
      <a:lvl3pPr marL="1143000" indent="-228600" algn="l" rtl="0" eaLnBrk="0" fontAlgn="base" hangingPunct="0">
        <a:spcBef>
          <a:spcPct val="20000"/>
        </a:spcBef>
        <a:spcAft>
          <a:spcPct val="0"/>
        </a:spcAft>
        <a:buChar char="•"/>
        <a:defRPr sz="2400">
          <a:solidFill>
            <a:srgbClr val="000000"/>
          </a:solidFill>
          <a:latin typeface="+mn-lt"/>
        </a:defRPr>
      </a:lvl3pPr>
      <a:lvl4pPr marL="1600200" indent="-228600" algn="l" rtl="0" eaLnBrk="0" fontAlgn="base" hangingPunct="0">
        <a:spcBef>
          <a:spcPct val="20000"/>
        </a:spcBef>
        <a:spcAft>
          <a:spcPct val="0"/>
        </a:spcAft>
        <a:buChar char="–"/>
        <a:defRPr sz="2000">
          <a:solidFill>
            <a:srgbClr val="000000"/>
          </a:solidFill>
          <a:latin typeface="+mn-lt"/>
        </a:defRPr>
      </a:lvl4pPr>
      <a:lvl5pPr marL="2057400" indent="-228600" algn="l" rtl="0" eaLnBrk="0" fontAlgn="base" hangingPunct="0">
        <a:spcBef>
          <a:spcPct val="20000"/>
        </a:spcBef>
        <a:spcAft>
          <a:spcPct val="0"/>
        </a:spcAft>
        <a:buChar char="»"/>
        <a:defRPr sz="2000">
          <a:solidFill>
            <a:srgbClr val="000000"/>
          </a:solidFill>
          <a:latin typeface="+mn-lt"/>
        </a:defRPr>
      </a:lvl5pPr>
      <a:lvl6pPr marL="2514600" indent="-228600" algn="l" rtl="0" eaLnBrk="1" fontAlgn="base" hangingPunct="1">
        <a:spcBef>
          <a:spcPct val="20000"/>
        </a:spcBef>
        <a:spcAft>
          <a:spcPct val="0"/>
        </a:spcAft>
        <a:buChar char="»"/>
        <a:defRPr sz="2000">
          <a:solidFill>
            <a:srgbClr val="000000"/>
          </a:solidFill>
          <a:latin typeface="+mn-lt"/>
        </a:defRPr>
      </a:lvl6pPr>
      <a:lvl7pPr marL="2971800" indent="-228600" algn="l" rtl="0" eaLnBrk="1" fontAlgn="base" hangingPunct="1">
        <a:spcBef>
          <a:spcPct val="20000"/>
        </a:spcBef>
        <a:spcAft>
          <a:spcPct val="0"/>
        </a:spcAft>
        <a:buChar char="»"/>
        <a:defRPr sz="2000">
          <a:solidFill>
            <a:srgbClr val="000000"/>
          </a:solidFill>
          <a:latin typeface="+mn-lt"/>
        </a:defRPr>
      </a:lvl7pPr>
      <a:lvl8pPr marL="3429000" indent="-228600" algn="l" rtl="0" eaLnBrk="1" fontAlgn="base" hangingPunct="1">
        <a:spcBef>
          <a:spcPct val="20000"/>
        </a:spcBef>
        <a:spcAft>
          <a:spcPct val="0"/>
        </a:spcAft>
        <a:buChar char="»"/>
        <a:defRPr sz="2000">
          <a:solidFill>
            <a:srgbClr val="000000"/>
          </a:solidFill>
          <a:latin typeface="+mn-lt"/>
        </a:defRPr>
      </a:lvl8pPr>
      <a:lvl9pPr marL="3886200" indent="-228600" algn="l" rtl="0" eaLnBrk="1" fontAlgn="base" hangingPunct="1">
        <a:spcBef>
          <a:spcPct val="20000"/>
        </a:spcBef>
        <a:spcAft>
          <a:spcPct val="0"/>
        </a:spcAft>
        <a:buChar char="»"/>
        <a:defRPr sz="2000">
          <a:solidFill>
            <a:srgbClr val="000000"/>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08">
            <a:extLst>
              <a:ext uri="{FF2B5EF4-FFF2-40B4-BE49-F238E27FC236}">
                <a16:creationId xmlns:a16="http://schemas.microsoft.com/office/drawing/2014/main" id="{D86AEEA6-9161-4A26-A96D-BFFA7DA60B3B}"/>
              </a:ext>
            </a:extLst>
          </p:cNvPr>
          <p:cNvSpPr>
            <a:spLocks noChangeArrowheads="1"/>
          </p:cNvSpPr>
          <p:nvPr/>
        </p:nvSpPr>
        <p:spPr bwMode="auto">
          <a:xfrm>
            <a:off x="2893977" y="2948271"/>
            <a:ext cx="6548602"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latinLnBrk="1">
              <a:defRPr/>
            </a:pPr>
            <a:r>
              <a:rPr lang="en-US" altLang="zh-CN" sz="3600" b="1" dirty="0">
                <a:solidFill>
                  <a:srgbClr val="101C56"/>
                </a:solidFill>
                <a:latin typeface="Arial" panose="020B0604020202020204" pitchFamily="34" charset="0"/>
              </a:rPr>
              <a:t>String</a:t>
            </a:r>
            <a:r>
              <a:rPr lang="zh-CN" altLang="en-US" sz="3600" b="1" dirty="0">
                <a:solidFill>
                  <a:srgbClr val="101C56"/>
                </a:solidFill>
                <a:latin typeface="Arial" panose="020B0604020202020204" pitchFamily="34" charset="0"/>
              </a:rPr>
              <a:t>类和</a:t>
            </a:r>
            <a:r>
              <a:rPr lang="en-US" altLang="zh-CN" sz="3600" b="1" dirty="0" err="1">
                <a:solidFill>
                  <a:srgbClr val="101C56"/>
                </a:solidFill>
                <a:latin typeface="Arial" panose="020B0604020202020204" pitchFamily="34" charset="0"/>
              </a:rPr>
              <a:t>StringBuffer</a:t>
            </a:r>
            <a:r>
              <a:rPr lang="zh-CN" altLang="en-US" sz="3600" b="1" dirty="0">
                <a:solidFill>
                  <a:srgbClr val="101C56"/>
                </a:solidFill>
                <a:latin typeface="Arial" panose="020B0604020202020204" pitchFamily="34" charset="0"/>
              </a:rPr>
              <a:t>类</a:t>
            </a:r>
          </a:p>
          <a:p>
            <a:pPr latinLnBrk="1">
              <a:defRPr/>
            </a:pPr>
            <a:endParaRPr kumimoji="1" lang="ko-KR" altLang="en-US" kern="0" dirty="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Tree>
    <p:extLst>
      <p:ext uri="{BB962C8B-B14F-4D97-AF65-F5344CB8AC3E}">
        <p14:creationId xmlns:p14="http://schemas.microsoft.com/office/powerpoint/2010/main" val="135169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ACFAF45C-5BE7-4E22-B365-1EB854401C37}"/>
              </a:ext>
            </a:extLst>
          </p:cNvPr>
          <p:cNvSpPr>
            <a:spLocks noGrp="1"/>
          </p:cNvSpPr>
          <p:nvPr>
            <p:ph idx="1"/>
          </p:nvPr>
        </p:nvSpPr>
        <p:spPr>
          <a:xfrm>
            <a:off x="2063552" y="1844824"/>
            <a:ext cx="8229600" cy="5059362"/>
          </a:xfrm>
        </p:spPr>
        <p:txBody>
          <a:bodyPr/>
          <a:lstStyle/>
          <a:p>
            <a:pPr lvl="1" eaLnBrk="1" hangingPunct="1">
              <a:spcBef>
                <a:spcPts val="200"/>
              </a:spcBef>
              <a:buFont typeface="Wingdings" panose="05000000000000000000" pitchFamily="2" charset="2"/>
              <a:buChar char="Ø"/>
            </a:pPr>
            <a:r>
              <a:rPr lang="zh-CN" altLang="en-US" sz="2800" dirty="0"/>
              <a:t>初始化</a:t>
            </a:r>
            <a:endParaRPr lang="en-US" altLang="zh-CN" sz="2800" dirty="0"/>
          </a:p>
          <a:p>
            <a:pPr marL="457200" lvl="1" indent="0" eaLnBrk="1" hangingPunct="1">
              <a:spcBef>
                <a:spcPts val="200"/>
              </a:spcBef>
              <a:buNone/>
            </a:pPr>
            <a:r>
              <a:rPr lang="zh-CN" altLang="en-US" sz="2800" dirty="0">
                <a:solidFill>
                  <a:srgbClr val="FF0000"/>
                </a:solidFill>
              </a:rPr>
              <a:t> </a:t>
            </a:r>
            <a:r>
              <a:rPr lang="zh-CN" altLang="en-US" sz="2800" dirty="0">
                <a:solidFill>
                  <a:srgbClr val="FF0000"/>
                </a:solidFill>
                <a:latin typeface="Calibri" panose="020F0502020204030204" pitchFamily="34" charset="0"/>
                <a:cs typeface="Calibri" panose="020F0502020204030204" pitchFamily="34" charset="0"/>
              </a:rPr>
              <a:t>①</a:t>
            </a:r>
            <a:r>
              <a:rPr lang="zh-CN" altLang="en-US" sz="2800" dirty="0">
                <a:solidFill>
                  <a:srgbClr val="FF0000"/>
                </a:solidFill>
              </a:rPr>
              <a:t> 调用构造方法</a:t>
            </a:r>
            <a:endParaRPr lang="en-US" altLang="zh-CN" sz="2800" dirty="0">
              <a:solidFill>
                <a:srgbClr val="FF0000"/>
              </a:solidFill>
            </a:endParaRPr>
          </a:p>
          <a:p>
            <a:pPr marL="457200" lvl="1" indent="0" eaLnBrk="1" hangingPunct="1">
              <a:spcBef>
                <a:spcPts val="200"/>
              </a:spcBef>
              <a:buNone/>
            </a:pPr>
            <a:r>
              <a:rPr lang="en-US" altLang="zh-CN" sz="2800" dirty="0">
                <a:solidFill>
                  <a:srgbClr val="FF0000"/>
                </a:solidFill>
              </a:rPr>
              <a:t> </a:t>
            </a:r>
            <a:r>
              <a:rPr lang="en-US" altLang="zh-CN" sz="2800" dirty="0">
                <a:solidFill>
                  <a:srgbClr val="FF0000"/>
                </a:solidFill>
                <a:latin typeface="Calibri" panose="020F0502020204030204" pitchFamily="34" charset="0"/>
                <a:cs typeface="Calibri" panose="020F0502020204030204" pitchFamily="34" charset="0"/>
              </a:rPr>
              <a:t>② =</a:t>
            </a:r>
            <a:endParaRPr lang="en-US" altLang="zh-CN" sz="2800" dirty="0">
              <a:solidFill>
                <a:srgbClr val="FF0000"/>
              </a:solidFill>
            </a:endParaRPr>
          </a:p>
        </p:txBody>
      </p:sp>
      <p:sp>
        <p:nvSpPr>
          <p:cNvPr id="27651" name="标题 1">
            <a:extLst>
              <a:ext uri="{FF2B5EF4-FFF2-40B4-BE49-F238E27FC236}">
                <a16:creationId xmlns:a16="http://schemas.microsoft.com/office/drawing/2014/main" id="{E8CE3B95-45DA-4860-AE9E-DA1509461A6F}"/>
              </a:ext>
            </a:extLst>
          </p:cNvPr>
          <p:cNvSpPr>
            <a:spLocks noChangeArrowheads="1"/>
          </p:cNvSpPr>
          <p:nvPr/>
        </p:nvSpPr>
        <p:spPr bwMode="auto">
          <a:xfrm>
            <a:off x="1775521" y="332657"/>
            <a:ext cx="6510337"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nSpc>
                <a:spcPct val="100000"/>
              </a:lnSpc>
              <a:spcBef>
                <a:spcPct val="0"/>
              </a:spcBef>
              <a:buNone/>
            </a:pPr>
            <a:r>
              <a:rPr lang="en-US" altLang="zh-CN"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String</a:t>
            </a:r>
            <a:r>
              <a:rPr lang="zh-CN" altLang="en-US"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类的初始化</a:t>
            </a:r>
          </a:p>
        </p:txBody>
      </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0">
                                            <p:txEl>
                                              <p:pRg st="1" end="1"/>
                                            </p:txEl>
                                          </p:spTgt>
                                        </p:tgtEl>
                                        <p:attrNameLst>
                                          <p:attrName>style.visibility</p:attrName>
                                        </p:attrNameLst>
                                      </p:cBhvr>
                                      <p:to>
                                        <p:strVal val="visible"/>
                                      </p:to>
                                    </p:set>
                                    <p:anim calcmode="lin" valueType="num">
                                      <p:cBhvr additive="base">
                                        <p:cTn id="7" dur="5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anim calcmode="lin" valueType="num">
                                      <p:cBhvr additive="base">
                                        <p:cTn id="13" dur="5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ACFAF45C-5BE7-4E22-B365-1EB854401C37}"/>
              </a:ext>
            </a:extLst>
          </p:cNvPr>
          <p:cNvSpPr>
            <a:spLocks noGrp="1"/>
          </p:cNvSpPr>
          <p:nvPr>
            <p:ph idx="1"/>
          </p:nvPr>
        </p:nvSpPr>
        <p:spPr>
          <a:xfrm>
            <a:off x="1851025" y="957263"/>
            <a:ext cx="8229600" cy="5059362"/>
          </a:xfrm>
        </p:spPr>
        <p:txBody>
          <a:bodyPr/>
          <a:lstStyle/>
          <a:p>
            <a:pPr lvl="1" eaLnBrk="1" hangingPunct="1">
              <a:spcBef>
                <a:spcPts val="200"/>
              </a:spcBef>
              <a:buFont typeface="Wingdings" panose="05000000000000000000" pitchFamily="2" charset="2"/>
              <a:buChar char="Ø"/>
            </a:pPr>
            <a:r>
              <a:rPr lang="zh-CN" altLang="en-US" sz="2800" dirty="0"/>
              <a:t>初始化</a:t>
            </a:r>
            <a:endParaRPr lang="en-US" altLang="zh-CN" sz="2800" dirty="0"/>
          </a:p>
          <a:p>
            <a:pPr marL="457200" lvl="1" indent="0" eaLnBrk="1" hangingPunct="1">
              <a:spcBef>
                <a:spcPts val="200"/>
              </a:spcBef>
              <a:buNone/>
            </a:pPr>
            <a:r>
              <a:rPr lang="zh-CN" altLang="en-US" sz="2800" dirty="0">
                <a:solidFill>
                  <a:srgbClr val="FF0000"/>
                </a:solidFill>
              </a:rPr>
              <a:t> </a:t>
            </a:r>
            <a:r>
              <a:rPr lang="zh-CN" altLang="en-US" sz="2800" dirty="0">
                <a:solidFill>
                  <a:srgbClr val="FF0000"/>
                </a:solidFill>
                <a:latin typeface="Calibri" panose="020F0502020204030204" pitchFamily="34" charset="0"/>
                <a:cs typeface="Calibri" panose="020F0502020204030204" pitchFamily="34" charset="0"/>
              </a:rPr>
              <a:t>①</a:t>
            </a:r>
            <a:r>
              <a:rPr lang="zh-CN" altLang="en-US" sz="2800" dirty="0">
                <a:solidFill>
                  <a:srgbClr val="FF0000"/>
                </a:solidFill>
              </a:rPr>
              <a:t> 调用构造方法</a:t>
            </a:r>
            <a:endParaRPr lang="en-US" altLang="zh-CN" sz="2800" dirty="0">
              <a:solidFill>
                <a:srgbClr val="FF0000"/>
              </a:solidFill>
            </a:endParaRPr>
          </a:p>
        </p:txBody>
      </p:sp>
      <p:sp>
        <p:nvSpPr>
          <p:cNvPr id="27651" name="标题 1">
            <a:extLst>
              <a:ext uri="{FF2B5EF4-FFF2-40B4-BE49-F238E27FC236}">
                <a16:creationId xmlns:a16="http://schemas.microsoft.com/office/drawing/2014/main" id="{E8CE3B95-45DA-4860-AE9E-DA1509461A6F}"/>
              </a:ext>
            </a:extLst>
          </p:cNvPr>
          <p:cNvSpPr>
            <a:spLocks noChangeArrowheads="1"/>
          </p:cNvSpPr>
          <p:nvPr/>
        </p:nvSpPr>
        <p:spPr bwMode="auto">
          <a:xfrm>
            <a:off x="1775521" y="332657"/>
            <a:ext cx="6510337"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nSpc>
                <a:spcPct val="100000"/>
              </a:lnSpc>
              <a:spcBef>
                <a:spcPct val="0"/>
              </a:spcBef>
              <a:buNone/>
              <a:defRPr/>
            </a:pPr>
            <a:r>
              <a:rPr lang="en-US" altLang="zh-CN"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String</a:t>
            </a:r>
            <a:r>
              <a:rPr lang="zh-CN" altLang="en-US"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类的初始化</a:t>
            </a:r>
          </a:p>
        </p:txBody>
      </p:sp>
      <p:graphicFrame>
        <p:nvGraphicFramePr>
          <p:cNvPr id="4" name="Group 3">
            <a:extLst>
              <a:ext uri="{FF2B5EF4-FFF2-40B4-BE49-F238E27FC236}">
                <a16:creationId xmlns:a16="http://schemas.microsoft.com/office/drawing/2014/main" id="{EAD71B7A-F74C-46E0-B195-B2C908CD2182}"/>
              </a:ext>
            </a:extLst>
          </p:cNvPr>
          <p:cNvGraphicFramePr>
            <a:graphicFrameLocks/>
          </p:cNvGraphicFramePr>
          <p:nvPr/>
        </p:nvGraphicFramePr>
        <p:xfrm>
          <a:off x="1919536" y="2492896"/>
          <a:ext cx="8362950" cy="2976564"/>
        </p:xfrm>
        <a:graphic>
          <a:graphicData uri="http://schemas.openxmlformats.org/drawingml/2006/table">
            <a:tbl>
              <a:tblPr/>
              <a:tblGrid>
                <a:gridCol w="2913062">
                  <a:extLst>
                    <a:ext uri="{9D8B030D-6E8A-4147-A177-3AD203B41FA5}">
                      <a16:colId xmlns:a16="http://schemas.microsoft.com/office/drawing/2014/main" val="20000"/>
                    </a:ext>
                  </a:extLst>
                </a:gridCol>
                <a:gridCol w="5449888">
                  <a:extLst>
                    <a:ext uri="{9D8B030D-6E8A-4147-A177-3AD203B41FA5}">
                      <a16:colId xmlns:a16="http://schemas.microsoft.com/office/drawing/2014/main" val="20001"/>
                    </a:ext>
                  </a:extLst>
                </a:gridCol>
              </a:tblGrid>
              <a:tr h="45720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zh-CN" altLang="en-US" sz="2400" b="0"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构造方法</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399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zh-CN" altLang="en-US" sz="2400" b="0"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说明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0"/>
                  </a:ext>
                </a:extLst>
              </a:tr>
              <a:tr h="585788">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en-US" altLang="zh-CN"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String()</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zh-CN" altLang="en-US"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它将创建一个空字符串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8963">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en-US" altLang="zh-CN" sz="2000" b="1" i="0" u="none" strike="noStrike" cap="none" normalizeH="0" baseline="0">
                          <a:ln>
                            <a:noFill/>
                          </a:ln>
                          <a:solidFill>
                            <a:schemeClr val="tx2">
                              <a:lumMod val="50000"/>
                            </a:schemeClr>
                          </a:solidFill>
                          <a:effectLst/>
                          <a:latin typeface="Arial" charset="0"/>
                          <a:ea typeface="黑体" pitchFamily="2" charset="-122"/>
                          <a:cs typeface="Times New Roman" pitchFamily="18" charset="0"/>
                        </a:rPr>
                        <a:t>String(String value)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zh-CN" altLang="en-US"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它将新建一个字符串作为指定字符串的副本</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3100">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en-US" altLang="zh-CN"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String(char[]  value)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zh-CN" altLang="en-US"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它将根据字符数组构造一个新字符串</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1513">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914400" algn="l"/>
                          <a:tab pos="1600200" algn="l"/>
                        </a:tabLst>
                      </a:pPr>
                      <a:r>
                        <a:rPr kumimoji="0" lang="en-US" altLang="zh-CN"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String(byte[] value)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2">
                              <a:lumMod val="50000"/>
                            </a:schemeClr>
                          </a:solidFill>
                          <a:effectLst/>
                          <a:latin typeface="Arial" charset="0"/>
                          <a:ea typeface="黑体" pitchFamily="2" charset="-122"/>
                          <a:cs typeface="Times New Roman" pitchFamily="18" charset="0"/>
                        </a:rPr>
                        <a:t>它将通过转换指定的字节数组新建一个字符串</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1298212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0">
                                            <p:txEl>
                                              <p:pRg st="1" end="1"/>
                                            </p:txEl>
                                          </p:spTgt>
                                        </p:tgtEl>
                                        <p:attrNameLst>
                                          <p:attrName>style.visibility</p:attrName>
                                        </p:attrNameLst>
                                      </p:cBhvr>
                                      <p:to>
                                        <p:strVal val="visible"/>
                                      </p:to>
                                    </p:set>
                                    <p:anim calcmode="lin" valueType="num">
                                      <p:cBhvr additive="base">
                                        <p:cTn id="7" dur="5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edge">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831ED93-5448-49EA-9385-1194DFFDCDC7}"/>
              </a:ext>
            </a:extLst>
          </p:cNvPr>
          <p:cNvSpPr txBox="1"/>
          <p:nvPr/>
        </p:nvSpPr>
        <p:spPr>
          <a:xfrm>
            <a:off x="1631504" y="404665"/>
            <a:ext cx="4968552" cy="584775"/>
          </a:xfrm>
          <a:prstGeom prst="rect">
            <a:avLst/>
          </a:prstGeom>
          <a:noFill/>
        </p:spPr>
        <p:txBody>
          <a:bodyPr wrap="square">
            <a:spAutoFit/>
          </a:bodyPr>
          <a:lstStyle/>
          <a:p>
            <a:pPr>
              <a:spcBef>
                <a:spcPct val="0"/>
              </a:spcBef>
            </a:pPr>
            <a:r>
              <a:rPr lang="en-US" altLang="zh-CN" sz="3200" b="1" dirty="0">
                <a:solidFill>
                  <a:srgbClr val="84B4C3">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String</a:t>
            </a:r>
            <a:r>
              <a:rPr lang="zh-CN" altLang="en-US" sz="3200" b="1" dirty="0">
                <a:solidFill>
                  <a:srgbClr val="84B4C3">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类的初始化</a:t>
            </a:r>
          </a:p>
        </p:txBody>
      </p:sp>
      <p:sp>
        <p:nvSpPr>
          <p:cNvPr id="5" name="文本框 4">
            <a:extLst>
              <a:ext uri="{FF2B5EF4-FFF2-40B4-BE49-F238E27FC236}">
                <a16:creationId xmlns:a16="http://schemas.microsoft.com/office/drawing/2014/main" id="{97356EF8-2468-48F0-A7FF-DA7FC25BE18B}"/>
              </a:ext>
            </a:extLst>
          </p:cNvPr>
          <p:cNvSpPr txBox="1"/>
          <p:nvPr/>
        </p:nvSpPr>
        <p:spPr>
          <a:xfrm>
            <a:off x="1127448" y="1196752"/>
            <a:ext cx="4596580" cy="1330814"/>
          </a:xfrm>
          <a:prstGeom prst="rect">
            <a:avLst/>
          </a:prstGeom>
          <a:noFill/>
        </p:spPr>
        <p:txBody>
          <a:bodyPr wrap="square">
            <a:spAutoFit/>
          </a:bodyPr>
          <a:lstStyle/>
          <a:p>
            <a:pPr marL="742950" lvl="1" indent="-285750" fontAlgn="base">
              <a:lnSpc>
                <a:spcPct val="150000"/>
              </a:lnSpc>
              <a:spcBef>
                <a:spcPts val="200"/>
              </a:spcBef>
              <a:spcAft>
                <a:spcPct val="0"/>
              </a:spcAft>
              <a:buFont typeface="Wingdings" panose="05000000000000000000" pitchFamily="2" charset="2"/>
              <a:buChar char="Ø"/>
              <a:defRPr/>
            </a:pPr>
            <a:r>
              <a:rPr lang="zh-CN" altLang="en-US" sz="2800" kern="0" dirty="0">
                <a:solidFill>
                  <a:srgbClr val="000000"/>
                </a:solidFill>
                <a:latin typeface="Arial"/>
              </a:rPr>
              <a:t>初始化举例</a:t>
            </a:r>
            <a:endParaRPr lang="en-US" altLang="zh-CN" sz="2800" kern="0" dirty="0">
              <a:solidFill>
                <a:srgbClr val="000000"/>
              </a:solidFill>
              <a:latin typeface="Arial"/>
            </a:endParaRPr>
          </a:p>
          <a:p>
            <a:pPr lvl="1" fontAlgn="base">
              <a:lnSpc>
                <a:spcPct val="150000"/>
              </a:lnSpc>
              <a:spcBef>
                <a:spcPts val="200"/>
              </a:spcBef>
              <a:spcAft>
                <a:spcPct val="0"/>
              </a:spcAft>
              <a:defRPr/>
            </a:pPr>
            <a:r>
              <a:rPr lang="zh-CN" altLang="en-US" sz="2800" dirty="0">
                <a:solidFill>
                  <a:srgbClr val="FF0000"/>
                </a:solidFill>
                <a:latin typeface="Calibri" panose="020F0502020204030204" pitchFamily="34" charset="0"/>
                <a:cs typeface="Calibri" panose="020F0502020204030204" pitchFamily="34" charset="0"/>
              </a:rPr>
              <a:t>①</a:t>
            </a:r>
            <a:r>
              <a:rPr lang="zh-CN" altLang="en-US" sz="2800" dirty="0">
                <a:solidFill>
                  <a:srgbClr val="FF0000"/>
                </a:solidFill>
                <a:latin typeface="Arial"/>
              </a:rPr>
              <a:t> 调用构造方法</a:t>
            </a:r>
            <a:endParaRPr lang="en-US" altLang="zh-CN" sz="2800" kern="0" dirty="0">
              <a:solidFill>
                <a:srgbClr val="000000"/>
              </a:solidFill>
              <a:latin typeface="Arial"/>
            </a:endParaRPr>
          </a:p>
        </p:txBody>
      </p:sp>
      <p:sp>
        <p:nvSpPr>
          <p:cNvPr id="6" name="文本框 5">
            <a:extLst>
              <a:ext uri="{FF2B5EF4-FFF2-40B4-BE49-F238E27FC236}">
                <a16:creationId xmlns:a16="http://schemas.microsoft.com/office/drawing/2014/main" id="{E14A95A6-5E94-434E-8D27-81EC3002442E}"/>
              </a:ext>
            </a:extLst>
          </p:cNvPr>
          <p:cNvSpPr txBox="1"/>
          <p:nvPr/>
        </p:nvSpPr>
        <p:spPr>
          <a:xfrm>
            <a:off x="1343472" y="2636912"/>
            <a:ext cx="9324528" cy="657872"/>
          </a:xfrm>
          <a:prstGeom prst="rect">
            <a:avLst/>
          </a:prstGeom>
          <a:noFill/>
        </p:spPr>
        <p:txBody>
          <a:bodyPr wrap="square">
            <a:spAutoFit/>
          </a:bodyPr>
          <a:lstStyle/>
          <a:p>
            <a:pPr lvl="1" fontAlgn="base">
              <a:lnSpc>
                <a:spcPct val="150000"/>
              </a:lnSpc>
              <a:spcBef>
                <a:spcPts val="200"/>
              </a:spcBef>
              <a:spcAft>
                <a:spcPct val="0"/>
              </a:spcAft>
              <a:defRPr/>
            </a:pPr>
            <a:r>
              <a:rPr lang="en-US" altLang="zh-CN" sz="2800" kern="0" dirty="0">
                <a:solidFill>
                  <a:srgbClr val="000000"/>
                </a:solidFill>
                <a:latin typeface="Arial"/>
              </a:rPr>
              <a:t>String    major= new String(</a:t>
            </a:r>
            <a:r>
              <a:rPr lang="en-US" altLang="zh-CN" sz="2800" dirty="0">
                <a:solidFill>
                  <a:srgbClr val="000000"/>
                </a:solidFill>
                <a:latin typeface="Arial"/>
                <a:ea typeface="黑体" pitchFamily="2" charset="-122"/>
              </a:rPr>
              <a:t>" </a:t>
            </a:r>
            <a:r>
              <a:rPr lang="en-US" altLang="zh-CN" sz="2800" b="1" kern="0" dirty="0">
                <a:solidFill>
                  <a:srgbClr val="000000"/>
                </a:solidFill>
                <a:latin typeface="宋体" panose="02010600030101010101" pitchFamily="2" charset="-122"/>
                <a:ea typeface="宋体" panose="02010600030101010101" pitchFamily="2" charset="-122"/>
              </a:rPr>
              <a:t>Soft</a:t>
            </a:r>
            <a:r>
              <a:rPr lang="en-US" altLang="zh-CN" sz="2800" b="1" dirty="0">
                <a:solidFill>
                  <a:srgbClr val="000000"/>
                </a:solidFill>
                <a:latin typeface="宋体" panose="02010600030101010101" pitchFamily="2" charset="-122"/>
                <a:ea typeface="宋体" panose="02010600030101010101" pitchFamily="2" charset="-122"/>
              </a:rPr>
              <a:t>ware Engineering</a:t>
            </a:r>
            <a:r>
              <a:rPr lang="en-US" altLang="zh-CN" sz="2800" dirty="0">
                <a:solidFill>
                  <a:srgbClr val="000000"/>
                </a:solidFill>
                <a:latin typeface="Arial"/>
                <a:ea typeface="黑体" pitchFamily="2" charset="-122"/>
              </a:rPr>
              <a:t> "</a:t>
            </a:r>
            <a:r>
              <a:rPr lang="en-US" altLang="zh-CN" sz="2800" kern="0" dirty="0">
                <a:solidFill>
                  <a:srgbClr val="000000"/>
                </a:solidFill>
                <a:latin typeface="Arial"/>
              </a:rPr>
              <a:t>)</a:t>
            </a:r>
            <a:r>
              <a:rPr lang="zh-CN" altLang="en-US" sz="2800" kern="0" dirty="0">
                <a:solidFill>
                  <a:srgbClr val="000000"/>
                </a:solidFill>
                <a:latin typeface="Arial"/>
              </a:rPr>
              <a:t>；</a:t>
            </a:r>
            <a:endParaRPr lang="en-US" altLang="zh-CN" sz="2800" kern="0" dirty="0">
              <a:solidFill>
                <a:srgbClr val="000000"/>
              </a:solidFill>
              <a:latin typeface="Arial"/>
            </a:endParaRPr>
          </a:p>
        </p:txBody>
      </p:sp>
      <p:sp>
        <p:nvSpPr>
          <p:cNvPr id="7" name="文本框 6">
            <a:extLst>
              <a:ext uri="{FF2B5EF4-FFF2-40B4-BE49-F238E27FC236}">
                <a16:creationId xmlns:a16="http://schemas.microsoft.com/office/drawing/2014/main" id="{F6A02056-6AAA-4908-88D6-F0A1427C4C22}"/>
              </a:ext>
            </a:extLst>
          </p:cNvPr>
          <p:cNvSpPr txBox="1"/>
          <p:nvPr/>
        </p:nvSpPr>
        <p:spPr>
          <a:xfrm>
            <a:off x="1343472" y="3284984"/>
            <a:ext cx="7776864" cy="1330814"/>
          </a:xfrm>
          <a:prstGeom prst="rect">
            <a:avLst/>
          </a:prstGeom>
          <a:noFill/>
        </p:spPr>
        <p:txBody>
          <a:bodyPr wrap="square">
            <a:spAutoFit/>
          </a:bodyPr>
          <a:lstStyle/>
          <a:p>
            <a:pPr lvl="1" fontAlgn="base">
              <a:lnSpc>
                <a:spcPct val="150000"/>
              </a:lnSpc>
              <a:spcBef>
                <a:spcPts val="200"/>
              </a:spcBef>
              <a:spcAft>
                <a:spcPct val="0"/>
              </a:spcAft>
              <a:defRPr/>
            </a:pPr>
            <a:r>
              <a:rPr lang="en-US" altLang="zh-CN" sz="2800" kern="0" dirty="0">
                <a:solidFill>
                  <a:srgbClr val="000000"/>
                </a:solidFill>
                <a:latin typeface="Arial"/>
              </a:rPr>
              <a:t>Char[ ]  am={‘</a:t>
            </a:r>
            <a:r>
              <a:rPr lang="en-US" altLang="zh-CN" sz="2800" kern="0" dirty="0" err="1">
                <a:solidFill>
                  <a:srgbClr val="000000"/>
                </a:solidFill>
                <a:latin typeface="Arial"/>
              </a:rPr>
              <a:t>D’,’e’,’e’,’p’,’S’,’e’,’e’,’k</a:t>
            </a:r>
            <a:r>
              <a:rPr lang="en-US" altLang="zh-CN" sz="2800" kern="0" dirty="0">
                <a:solidFill>
                  <a:srgbClr val="000000"/>
                </a:solidFill>
                <a:latin typeface="Arial"/>
              </a:rPr>
              <a:t>’};</a:t>
            </a:r>
          </a:p>
          <a:p>
            <a:pPr lvl="1" fontAlgn="base">
              <a:lnSpc>
                <a:spcPct val="150000"/>
              </a:lnSpc>
              <a:spcBef>
                <a:spcPts val="200"/>
              </a:spcBef>
              <a:spcAft>
                <a:spcPct val="0"/>
              </a:spcAft>
              <a:defRPr/>
            </a:pPr>
            <a:r>
              <a:rPr lang="en-US" altLang="zh-CN" sz="2800" kern="0" dirty="0">
                <a:solidFill>
                  <a:srgbClr val="000000"/>
                </a:solidFill>
                <a:latin typeface="Arial"/>
              </a:rPr>
              <a:t>String   bm=new String(am);</a:t>
            </a:r>
          </a:p>
        </p:txBody>
      </p:sp>
      <p:sp>
        <p:nvSpPr>
          <p:cNvPr id="9" name="文本框 8">
            <a:extLst>
              <a:ext uri="{FF2B5EF4-FFF2-40B4-BE49-F238E27FC236}">
                <a16:creationId xmlns:a16="http://schemas.microsoft.com/office/drawing/2014/main" id="{8CFBB64D-4381-4EE8-9612-A07D93D6521B}"/>
              </a:ext>
            </a:extLst>
          </p:cNvPr>
          <p:cNvSpPr txBox="1"/>
          <p:nvPr/>
        </p:nvSpPr>
        <p:spPr>
          <a:xfrm>
            <a:off x="1775520" y="4869160"/>
            <a:ext cx="4803058" cy="523220"/>
          </a:xfrm>
          <a:prstGeom prst="rect">
            <a:avLst/>
          </a:prstGeom>
          <a:noFill/>
        </p:spPr>
        <p:txBody>
          <a:bodyPr wrap="square">
            <a:spAutoFit/>
          </a:bodyPr>
          <a:lstStyle/>
          <a:p>
            <a:r>
              <a:rPr lang="en-US" altLang="zh-CN" sz="2800" kern="0" dirty="0">
                <a:solidFill>
                  <a:srgbClr val="FF0000"/>
                </a:solidFill>
                <a:latin typeface="Calibri" panose="020F0502020204030204" pitchFamily="34" charset="0"/>
                <a:cs typeface="Calibri" panose="020F0502020204030204" pitchFamily="34" charset="0"/>
              </a:rPr>
              <a:t>② =</a:t>
            </a:r>
            <a:endParaRPr lang="zh-CN" altLang="en-US" dirty="0">
              <a:solidFill>
                <a:srgbClr val="9BD3E5"/>
              </a:solidFill>
              <a:latin typeface="Arial"/>
            </a:endParaRPr>
          </a:p>
        </p:txBody>
      </p:sp>
      <p:sp>
        <p:nvSpPr>
          <p:cNvPr id="10" name="文本框 9">
            <a:extLst>
              <a:ext uri="{FF2B5EF4-FFF2-40B4-BE49-F238E27FC236}">
                <a16:creationId xmlns:a16="http://schemas.microsoft.com/office/drawing/2014/main" id="{CD008CE1-8E90-49A1-BB7D-8A4834D3537F}"/>
              </a:ext>
            </a:extLst>
          </p:cNvPr>
          <p:cNvSpPr txBox="1"/>
          <p:nvPr/>
        </p:nvSpPr>
        <p:spPr>
          <a:xfrm>
            <a:off x="1487488" y="5373216"/>
            <a:ext cx="7776864" cy="661848"/>
          </a:xfrm>
          <a:prstGeom prst="rect">
            <a:avLst/>
          </a:prstGeom>
          <a:noFill/>
        </p:spPr>
        <p:txBody>
          <a:bodyPr wrap="square">
            <a:spAutoFit/>
          </a:bodyPr>
          <a:lstStyle/>
          <a:p>
            <a:pPr lvl="1" fontAlgn="base">
              <a:lnSpc>
                <a:spcPct val="150000"/>
              </a:lnSpc>
              <a:spcBef>
                <a:spcPts val="200"/>
              </a:spcBef>
              <a:spcAft>
                <a:spcPct val="0"/>
              </a:spcAft>
              <a:defRPr/>
            </a:pPr>
            <a:r>
              <a:rPr lang="en-US" altLang="zh-CN" sz="2800" kern="0" dirty="0">
                <a:solidFill>
                  <a:srgbClr val="000000"/>
                </a:solidFill>
                <a:latin typeface="Arial"/>
              </a:rPr>
              <a:t>String  mm=</a:t>
            </a:r>
            <a:r>
              <a:rPr lang="en-US" altLang="zh-CN" sz="2800" dirty="0">
                <a:solidFill>
                  <a:srgbClr val="000000"/>
                </a:solidFill>
                <a:latin typeface="Arial"/>
                <a:ea typeface="黑体" pitchFamily="2" charset="-122"/>
              </a:rPr>
              <a:t> " </a:t>
            </a:r>
            <a:r>
              <a:rPr lang="en-US" altLang="zh-CN" sz="2800" kern="0" dirty="0">
                <a:solidFill>
                  <a:srgbClr val="000000"/>
                </a:solidFill>
                <a:latin typeface="Arial"/>
              </a:rPr>
              <a:t>Manus</a:t>
            </a:r>
            <a:r>
              <a:rPr lang="en-US" altLang="zh-CN" sz="2800" dirty="0">
                <a:solidFill>
                  <a:srgbClr val="000000"/>
                </a:solidFill>
                <a:latin typeface="Arial"/>
                <a:ea typeface="黑体" pitchFamily="2" charset="-122"/>
              </a:rPr>
              <a:t> "</a:t>
            </a:r>
            <a:r>
              <a:rPr lang="en-US" altLang="zh-CN" sz="2800" kern="0" dirty="0">
                <a:solidFill>
                  <a:srgbClr val="000000"/>
                </a:solidFill>
                <a:latin typeface="Arial"/>
              </a:rPr>
              <a:t>;</a:t>
            </a:r>
          </a:p>
        </p:txBody>
      </p:sp>
    </p:spTree>
    <p:extLst>
      <p:ext uri="{BB962C8B-B14F-4D97-AF65-F5344CB8AC3E}">
        <p14:creationId xmlns:p14="http://schemas.microsoft.com/office/powerpoint/2010/main" val="407172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标题 1">
            <a:extLst>
              <a:ext uri="{FF2B5EF4-FFF2-40B4-BE49-F238E27FC236}">
                <a16:creationId xmlns:a16="http://schemas.microsoft.com/office/drawing/2014/main" id="{E8CE3B95-45DA-4860-AE9E-DA1509461A6F}"/>
              </a:ext>
            </a:extLst>
          </p:cNvPr>
          <p:cNvSpPr>
            <a:spLocks noChangeArrowheads="1"/>
          </p:cNvSpPr>
          <p:nvPr/>
        </p:nvSpPr>
        <p:spPr bwMode="auto">
          <a:xfrm>
            <a:off x="1775521" y="332657"/>
            <a:ext cx="6510337"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nSpc>
                <a:spcPct val="100000"/>
              </a:lnSpc>
              <a:spcBef>
                <a:spcPct val="0"/>
              </a:spcBef>
              <a:buNone/>
              <a:defRPr/>
            </a:pPr>
            <a:r>
              <a:rPr lang="en-US" altLang="zh-CN"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String</a:t>
            </a:r>
            <a:r>
              <a:rPr lang="zh-CN" altLang="en-US" sz="3200" b="1" dirty="0">
                <a:solidFill>
                  <a:srgbClr val="B4DBE2">
                    <a:lumMod val="20000"/>
                    <a:lumOff val="80000"/>
                  </a:srgbClr>
                </a:solidFill>
                <a:latin typeface="微软雅黑" panose="020B0503020204020204" pitchFamily="34" charset="-122"/>
                <a:ea typeface="微软雅黑" panose="020B0503020204020204" pitchFamily="34" charset="-122"/>
                <a:sym typeface="宋体" panose="02010600030101010101" pitchFamily="2" charset="-122"/>
              </a:rPr>
              <a:t>类的常用方法</a:t>
            </a:r>
          </a:p>
        </p:txBody>
      </p:sp>
      <p:pic>
        <p:nvPicPr>
          <p:cNvPr id="5" name="Picture 2">
            <a:extLst>
              <a:ext uri="{FF2B5EF4-FFF2-40B4-BE49-F238E27FC236}">
                <a16:creationId xmlns:a16="http://schemas.microsoft.com/office/drawing/2014/main" id="{AA7EF3C3-40D9-4736-A670-98A2B8B8771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351584" y="1268760"/>
            <a:ext cx="6768752" cy="4997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4926420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674402" y="332656"/>
            <a:ext cx="8229600" cy="792162"/>
          </a:xfrm>
        </p:spPr>
        <p:txBody>
          <a:bodyPr/>
          <a:lstStyle/>
          <a:p>
            <a:pPr algn="l"/>
            <a:r>
              <a:rPr lang="zh-CN" altLang="en-US" b="0" dirty="0">
                <a:solidFill>
                  <a:srgbClr val="000000"/>
                </a:solidFill>
                <a:latin typeface="Arial Black" pitchFamily="34" charset="0"/>
              </a:rPr>
              <a:t>字符串长度方法</a:t>
            </a:r>
          </a:p>
        </p:txBody>
      </p:sp>
      <p:sp>
        <p:nvSpPr>
          <p:cNvPr id="27659" name="Rectangle 11"/>
          <p:cNvSpPr>
            <a:spLocks noChangeArrowheads="1"/>
          </p:cNvSpPr>
          <p:nvPr/>
        </p:nvSpPr>
        <p:spPr bwMode="auto">
          <a:xfrm>
            <a:off x="1775521" y="1124745"/>
            <a:ext cx="3240087"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dirty="0">
                <a:solidFill>
                  <a:srgbClr val="101C56"/>
                </a:solidFill>
                <a:ea typeface="黑体" pitchFamily="2" charset="-122"/>
              </a:rPr>
              <a:t>public </a:t>
            </a:r>
            <a:r>
              <a:rPr lang="en-US" altLang="zh-CN" sz="2000" dirty="0" err="1">
                <a:solidFill>
                  <a:srgbClr val="101C56"/>
                </a:solidFill>
                <a:ea typeface="黑体" pitchFamily="2" charset="-122"/>
              </a:rPr>
              <a:t>int</a:t>
            </a:r>
            <a:r>
              <a:rPr lang="en-US" altLang="zh-CN" sz="2000" dirty="0">
                <a:solidFill>
                  <a:srgbClr val="101C56"/>
                </a:solidFill>
                <a:ea typeface="黑体" pitchFamily="2" charset="-122"/>
              </a:rPr>
              <a:t> length();</a:t>
            </a:r>
          </a:p>
        </p:txBody>
      </p:sp>
      <p:grpSp>
        <p:nvGrpSpPr>
          <p:cNvPr id="2" name="组合 1">
            <a:extLst>
              <a:ext uri="{FF2B5EF4-FFF2-40B4-BE49-F238E27FC236}">
                <a16:creationId xmlns:a16="http://schemas.microsoft.com/office/drawing/2014/main" id="{AF5B8161-750A-4EDB-A1CB-961999142B56}"/>
              </a:ext>
            </a:extLst>
          </p:cNvPr>
          <p:cNvGrpSpPr/>
          <p:nvPr/>
        </p:nvGrpSpPr>
        <p:grpSpPr>
          <a:xfrm>
            <a:off x="4223792" y="1484785"/>
            <a:ext cx="5721350" cy="3519521"/>
            <a:chOff x="2667000" y="1465229"/>
            <a:chExt cx="5721350" cy="3519521"/>
          </a:xfrm>
        </p:grpSpPr>
        <p:sp>
          <p:nvSpPr>
            <p:cNvPr id="27651" name="Rectangle 3"/>
            <p:cNvSpPr>
              <a:spLocks noChangeArrowheads="1"/>
            </p:cNvSpPr>
            <p:nvPr/>
          </p:nvSpPr>
          <p:spPr bwMode="auto">
            <a:xfrm>
              <a:off x="2743200" y="2133600"/>
              <a:ext cx="3505200" cy="533400"/>
            </a:xfrm>
            <a:prstGeom prst="rect">
              <a:avLst/>
            </a:prstGeom>
            <a:gradFill rotWithShape="1">
              <a:gsLst>
                <a:gs pos="0">
                  <a:srgbClr val="7EE28F"/>
                </a:gs>
                <a:gs pos="100000">
                  <a:srgbClr val="FFFFFF"/>
                </a:gs>
              </a:gsLst>
              <a:lin ang="5400000" scaled="1"/>
            </a:gradFill>
            <a:ln w="15875">
              <a:solidFill>
                <a:schemeClr val="tx2"/>
              </a:solidFill>
              <a:miter lim="800000"/>
              <a:headEnd/>
              <a:tailEnd/>
            </a:ln>
            <a:effectLst>
              <a:outerShdw dist="56796" dir="3806097"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solidFill>
                  <a:srgbClr val="9BD3E5"/>
                </a:solidFill>
              </a:endParaRPr>
            </a:p>
          </p:txBody>
        </p:sp>
        <p:sp>
          <p:nvSpPr>
            <p:cNvPr id="27652" name="Text Box 4"/>
            <p:cNvSpPr txBox="1">
              <a:spLocks noChangeArrowheads="1"/>
            </p:cNvSpPr>
            <p:nvPr/>
          </p:nvSpPr>
          <p:spPr bwMode="auto">
            <a:xfrm>
              <a:off x="2667000" y="1465229"/>
              <a:ext cx="3657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zh-CN" altLang="en-US" sz="3600" dirty="0">
                  <a:solidFill>
                    <a:srgbClr val="101C56"/>
                  </a:solidFill>
                  <a:ea typeface="黑体" pitchFamily="2" charset="-122"/>
                </a:rPr>
                <a:t>字符串</a:t>
              </a:r>
            </a:p>
          </p:txBody>
        </p:sp>
        <p:sp>
          <p:nvSpPr>
            <p:cNvPr id="27653" name="Line 5"/>
            <p:cNvSpPr>
              <a:spLocks noChangeShapeType="1"/>
            </p:cNvSpPr>
            <p:nvPr/>
          </p:nvSpPr>
          <p:spPr bwMode="auto">
            <a:xfrm flipH="1">
              <a:off x="2743200" y="2895600"/>
              <a:ext cx="1219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9BD3E5"/>
                </a:solidFill>
                <a:latin typeface="Arial"/>
              </a:endParaRPr>
            </a:p>
          </p:txBody>
        </p:sp>
        <p:sp>
          <p:nvSpPr>
            <p:cNvPr id="27654" name="Line 6"/>
            <p:cNvSpPr>
              <a:spLocks noChangeShapeType="1"/>
            </p:cNvSpPr>
            <p:nvPr/>
          </p:nvSpPr>
          <p:spPr bwMode="auto">
            <a:xfrm>
              <a:off x="5105400" y="2895600"/>
              <a:ext cx="1143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9BD3E5"/>
                </a:solidFill>
                <a:latin typeface="Arial"/>
              </a:endParaRPr>
            </a:p>
          </p:txBody>
        </p:sp>
        <p:sp>
          <p:nvSpPr>
            <p:cNvPr id="27655" name="Text Box 7"/>
            <p:cNvSpPr txBox="1">
              <a:spLocks noChangeArrowheads="1"/>
            </p:cNvSpPr>
            <p:nvPr/>
          </p:nvSpPr>
          <p:spPr bwMode="auto">
            <a:xfrm>
              <a:off x="3962400" y="2743200"/>
              <a:ext cx="1143000" cy="366713"/>
            </a:xfrm>
            <a:prstGeom prst="rect">
              <a:avLst/>
            </a:prstGeom>
            <a:gradFill rotWithShape="1">
              <a:gsLst>
                <a:gs pos="0">
                  <a:srgbClr val="EE244A"/>
                </a:gs>
                <a:gs pos="100000">
                  <a:srgbClr val="FFFF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zh-CN" altLang="en-US" dirty="0">
                  <a:solidFill>
                    <a:srgbClr val="101C56"/>
                  </a:solidFill>
                  <a:ea typeface="黑体" pitchFamily="2" charset="-122"/>
                </a:rPr>
                <a:t>长度</a:t>
              </a:r>
            </a:p>
          </p:txBody>
        </p:sp>
        <p:cxnSp>
          <p:nvCxnSpPr>
            <p:cNvPr id="27656" name="AutoShape 8"/>
            <p:cNvCxnSpPr>
              <a:cxnSpLocks noChangeShapeType="1"/>
              <a:stCxn id="27655" idx="2"/>
            </p:cNvCxnSpPr>
            <p:nvPr/>
          </p:nvCxnSpPr>
          <p:spPr bwMode="auto">
            <a:xfrm rot="16200000" flipH="1">
              <a:off x="4545806" y="3098007"/>
              <a:ext cx="547687" cy="571500"/>
            </a:xfrm>
            <a:prstGeom prst="bentConnector2">
              <a:avLst/>
            </a:prstGeom>
            <a:noFill/>
            <a:ln w="28575">
              <a:solidFill>
                <a:srgbClr val="0099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7" name="Oval 9"/>
            <p:cNvSpPr>
              <a:spLocks noChangeArrowheads="1"/>
            </p:cNvSpPr>
            <p:nvPr/>
          </p:nvSpPr>
          <p:spPr bwMode="auto">
            <a:xfrm>
              <a:off x="5105400" y="3352800"/>
              <a:ext cx="2438400" cy="685800"/>
            </a:xfrm>
            <a:prstGeom prst="ellipse">
              <a:avLst/>
            </a:prstGeom>
            <a:gradFill rotWithShape="1">
              <a:gsLst>
                <a:gs pos="0">
                  <a:srgbClr val="FFFFFF"/>
                </a:gs>
                <a:gs pos="100000">
                  <a:srgbClr val="FBCFA3"/>
                </a:gs>
              </a:gsLst>
              <a:path path="shape">
                <a:fillToRect l="50000" t="50000" r="50000" b="50000"/>
              </a:path>
            </a:gradFill>
            <a:ln w="9525">
              <a:solidFill>
                <a:srgbClr val="993300"/>
              </a:solidFill>
              <a:round/>
              <a:headEnd/>
              <a:tailEnd/>
            </a:ln>
            <a:effectLst>
              <a:outerShdw dist="56796" dir="3806097"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spcBef>
                  <a:spcPct val="5000"/>
                </a:spcBef>
              </a:pPr>
              <a:r>
                <a:rPr lang="zh-CN" altLang="en-US" dirty="0">
                  <a:solidFill>
                    <a:srgbClr val="101C56"/>
                  </a:solidFill>
                  <a:ea typeface="黑体" pitchFamily="2" charset="-122"/>
                </a:rPr>
                <a:t>由 </a:t>
              </a:r>
              <a:r>
                <a:rPr lang="en-US" altLang="zh-CN" b="1" dirty="0">
                  <a:solidFill>
                    <a:srgbClr val="101C56"/>
                  </a:solidFill>
                  <a:ea typeface="黑体" pitchFamily="2" charset="-122"/>
                </a:rPr>
                <a:t>length()</a:t>
              </a:r>
              <a:r>
                <a:rPr lang="en-US" altLang="zh-CN" dirty="0">
                  <a:solidFill>
                    <a:srgbClr val="101C56"/>
                  </a:solidFill>
                  <a:ea typeface="黑体" pitchFamily="2" charset="-122"/>
                </a:rPr>
                <a:t> </a:t>
              </a:r>
              <a:endParaRPr lang="zh-CN" altLang="en-US" dirty="0">
                <a:solidFill>
                  <a:srgbClr val="101C56"/>
                </a:solidFill>
                <a:ea typeface="黑体" pitchFamily="2" charset="-122"/>
              </a:endParaRPr>
            </a:p>
            <a:p>
              <a:pPr algn="ctr" eaLnBrk="1" hangingPunct="1">
                <a:lnSpc>
                  <a:spcPct val="90000"/>
                </a:lnSpc>
                <a:spcBef>
                  <a:spcPct val="5000"/>
                </a:spcBef>
              </a:pPr>
              <a:r>
                <a:rPr lang="zh-CN" altLang="en-US" dirty="0">
                  <a:solidFill>
                    <a:srgbClr val="101C56"/>
                  </a:solidFill>
                  <a:ea typeface="黑体" pitchFamily="2" charset="-122"/>
                </a:rPr>
                <a:t>方法确定</a:t>
              </a:r>
            </a:p>
          </p:txBody>
        </p:sp>
        <p:cxnSp>
          <p:nvCxnSpPr>
            <p:cNvPr id="27660" name="AutoShape 12"/>
            <p:cNvCxnSpPr>
              <a:cxnSpLocks noChangeShapeType="1"/>
            </p:cNvCxnSpPr>
            <p:nvPr/>
          </p:nvCxnSpPr>
          <p:spPr bwMode="auto">
            <a:xfrm rot="16200000" flipH="1">
              <a:off x="5995988" y="3786188"/>
              <a:ext cx="785812" cy="1243012"/>
            </a:xfrm>
            <a:prstGeom prst="bentConnector2">
              <a:avLst/>
            </a:prstGeom>
            <a:noFill/>
            <a:ln w="28575">
              <a:solidFill>
                <a:srgbClr val="0099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1" name="Text Box 13"/>
            <p:cNvSpPr txBox="1">
              <a:spLocks noChangeArrowheads="1"/>
            </p:cNvSpPr>
            <p:nvPr/>
          </p:nvSpPr>
          <p:spPr bwMode="auto">
            <a:xfrm>
              <a:off x="6948488" y="4343400"/>
              <a:ext cx="14398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zh-CN" altLang="en-US" dirty="0">
                  <a:solidFill>
                    <a:srgbClr val="101C56"/>
                  </a:solidFill>
                  <a:ea typeface="黑体" pitchFamily="2" charset="-122"/>
                </a:rPr>
                <a:t>返回字符串中的字符数</a:t>
              </a:r>
            </a:p>
          </p:txBody>
        </p:sp>
      </p:grpSp>
    </p:spTree>
    <p:extLst>
      <p:ext uri="{BB962C8B-B14F-4D97-AF65-F5344CB8AC3E}">
        <p14:creationId xmlns:p14="http://schemas.microsoft.com/office/powerpoint/2010/main" val="11579880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9"/>
                                        </p:tgtEl>
                                        <p:attrNameLst>
                                          <p:attrName>style.visibility</p:attrName>
                                        </p:attrNameLst>
                                      </p:cBhvr>
                                      <p:to>
                                        <p:strVal val="visible"/>
                                      </p:to>
                                    </p:set>
                                    <p:anim calcmode="lin" valueType="num">
                                      <p:cBhvr additive="base">
                                        <p:cTn id="7" dur="500" fill="hold"/>
                                        <p:tgtEl>
                                          <p:spTgt spid="27659"/>
                                        </p:tgtEl>
                                        <p:attrNameLst>
                                          <p:attrName>ppt_x</p:attrName>
                                        </p:attrNameLst>
                                      </p:cBhvr>
                                      <p:tavLst>
                                        <p:tav tm="0">
                                          <p:val>
                                            <p:strVal val="#ppt_x"/>
                                          </p:val>
                                        </p:tav>
                                        <p:tav tm="100000">
                                          <p:val>
                                            <p:strVal val="#ppt_x"/>
                                          </p:val>
                                        </p:tav>
                                      </p:tavLst>
                                    </p:anim>
                                    <p:anim calcmode="lin" valueType="num">
                                      <p:cBhvr additive="base">
                                        <p:cTn id="8" dur="500" fill="hold"/>
                                        <p:tgtEl>
                                          <p:spTgt spid="276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847528" y="260649"/>
            <a:ext cx="8229600" cy="792163"/>
          </a:xfrm>
        </p:spPr>
        <p:txBody>
          <a:bodyPr/>
          <a:lstStyle/>
          <a:p>
            <a:pPr algn="l"/>
            <a:r>
              <a:rPr lang="zh-CN" altLang="en-US" b="0" dirty="0">
                <a:solidFill>
                  <a:srgbClr val="000000"/>
                </a:solidFill>
                <a:latin typeface="黑体" pitchFamily="2" charset="-122"/>
              </a:rPr>
              <a:t>字符串长度举例</a:t>
            </a:r>
          </a:p>
        </p:txBody>
      </p:sp>
      <p:pic>
        <p:nvPicPr>
          <p:cNvPr id="8" name="图片 7">
            <a:extLst>
              <a:ext uri="{FF2B5EF4-FFF2-40B4-BE49-F238E27FC236}">
                <a16:creationId xmlns:a16="http://schemas.microsoft.com/office/drawing/2014/main" id="{776AB4DE-136E-46DD-8199-CCB8A2FD85C4}"/>
              </a:ext>
            </a:extLst>
          </p:cNvPr>
          <p:cNvPicPr>
            <a:picLocks noChangeAspect="1"/>
          </p:cNvPicPr>
          <p:nvPr/>
        </p:nvPicPr>
        <p:blipFill>
          <a:blip r:embed="rId2"/>
          <a:stretch>
            <a:fillRect/>
          </a:stretch>
        </p:blipFill>
        <p:spPr>
          <a:xfrm>
            <a:off x="1991545" y="4293097"/>
            <a:ext cx="6124575" cy="1228725"/>
          </a:xfrm>
          <a:prstGeom prst="rect">
            <a:avLst/>
          </a:prstGeom>
        </p:spPr>
      </p:pic>
      <p:pic>
        <p:nvPicPr>
          <p:cNvPr id="10" name="图片 9">
            <a:extLst>
              <a:ext uri="{FF2B5EF4-FFF2-40B4-BE49-F238E27FC236}">
                <a16:creationId xmlns:a16="http://schemas.microsoft.com/office/drawing/2014/main" id="{B15195EE-FCA4-4563-9069-E369B5E2EA68}"/>
              </a:ext>
            </a:extLst>
          </p:cNvPr>
          <p:cNvPicPr>
            <a:picLocks noChangeAspect="1"/>
          </p:cNvPicPr>
          <p:nvPr/>
        </p:nvPicPr>
        <p:blipFill>
          <a:blip r:embed="rId3"/>
          <a:stretch>
            <a:fillRect/>
          </a:stretch>
        </p:blipFill>
        <p:spPr>
          <a:xfrm>
            <a:off x="1775520" y="1340768"/>
            <a:ext cx="7344816" cy="2736304"/>
          </a:xfrm>
          <a:prstGeom prst="rect">
            <a:avLst/>
          </a:prstGeom>
        </p:spPr>
      </p:pic>
    </p:spTree>
    <p:extLst>
      <p:ext uri="{BB962C8B-B14F-4D97-AF65-F5344CB8AC3E}">
        <p14:creationId xmlns:p14="http://schemas.microsoft.com/office/powerpoint/2010/main" val="18205886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826444" y="260648"/>
            <a:ext cx="8229600" cy="601662"/>
          </a:xfrm>
        </p:spPr>
        <p:txBody>
          <a:bodyPr/>
          <a:lstStyle/>
          <a:p>
            <a:pPr algn="l"/>
            <a:r>
              <a:rPr lang="zh-CN" altLang="en-US" b="0" dirty="0">
                <a:solidFill>
                  <a:srgbClr val="000000"/>
                </a:solidFill>
              </a:rPr>
              <a:t>判断字符串相等</a:t>
            </a:r>
          </a:p>
        </p:txBody>
      </p:sp>
      <p:sp>
        <p:nvSpPr>
          <p:cNvPr id="93187" name="Rectangle 3"/>
          <p:cNvSpPr>
            <a:spLocks noChangeArrowheads="1"/>
          </p:cNvSpPr>
          <p:nvPr/>
        </p:nvSpPr>
        <p:spPr bwMode="auto">
          <a:xfrm>
            <a:off x="2208213" y="1773238"/>
            <a:ext cx="8229600" cy="1871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spcBef>
                <a:spcPct val="20000"/>
              </a:spcBef>
              <a:buClr>
                <a:srgbClr val="FF9900"/>
              </a:buClr>
              <a:buFont typeface="Wingdings" pitchFamily="2" charset="2"/>
              <a:buChar char="q"/>
            </a:pPr>
            <a:endParaRPr lang="zh-CN" altLang="en-US" sz="3200" b="1" dirty="0">
              <a:solidFill>
                <a:srgbClr val="101C56"/>
              </a:solidFill>
              <a:ea typeface="黑体" pitchFamily="2" charset="-122"/>
            </a:endParaRPr>
          </a:p>
        </p:txBody>
      </p:sp>
      <p:sp>
        <p:nvSpPr>
          <p:cNvPr id="4" name="Rectangle 11">
            <a:extLst>
              <a:ext uri="{FF2B5EF4-FFF2-40B4-BE49-F238E27FC236}">
                <a16:creationId xmlns:a16="http://schemas.microsoft.com/office/drawing/2014/main" id="{8B56F76E-EFD8-4B89-8216-18661C118937}"/>
              </a:ext>
            </a:extLst>
          </p:cNvPr>
          <p:cNvSpPr>
            <a:spLocks noChangeArrowheads="1"/>
          </p:cNvSpPr>
          <p:nvPr/>
        </p:nvSpPr>
        <p:spPr bwMode="auto">
          <a:xfrm>
            <a:off x="2711625" y="1772817"/>
            <a:ext cx="3240087"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dirty="0">
                <a:solidFill>
                  <a:srgbClr val="101C56"/>
                </a:solidFill>
                <a:ea typeface="黑体" pitchFamily="2" charset="-122"/>
              </a:rPr>
              <a:t>==</a:t>
            </a:r>
            <a:endParaRPr lang="en-US" altLang="zh-CN" sz="2800" dirty="0">
              <a:solidFill>
                <a:srgbClr val="101C56"/>
              </a:solidFill>
              <a:ea typeface="黑体" pitchFamily="2" charset="-122"/>
            </a:endParaRPr>
          </a:p>
        </p:txBody>
      </p:sp>
      <p:sp>
        <p:nvSpPr>
          <p:cNvPr id="5" name="Rectangle 11">
            <a:extLst>
              <a:ext uri="{FF2B5EF4-FFF2-40B4-BE49-F238E27FC236}">
                <a16:creationId xmlns:a16="http://schemas.microsoft.com/office/drawing/2014/main" id="{DC408AA9-38BA-4F0A-ACE3-588BDDC0C457}"/>
              </a:ext>
            </a:extLst>
          </p:cNvPr>
          <p:cNvSpPr>
            <a:spLocks noChangeArrowheads="1"/>
          </p:cNvSpPr>
          <p:nvPr/>
        </p:nvSpPr>
        <p:spPr bwMode="auto">
          <a:xfrm>
            <a:off x="2711624" y="2636913"/>
            <a:ext cx="4824536"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dirty="0" err="1">
                <a:solidFill>
                  <a:srgbClr val="101C56"/>
                </a:solidFill>
                <a:ea typeface="黑体" pitchFamily="2" charset="-122"/>
              </a:rPr>
              <a:t>boolean</a:t>
            </a:r>
            <a:r>
              <a:rPr lang="en-US" altLang="zh-CN" sz="2800" b="1" dirty="0">
                <a:solidFill>
                  <a:srgbClr val="101C56"/>
                </a:solidFill>
                <a:ea typeface="黑体" pitchFamily="2" charset="-122"/>
              </a:rPr>
              <a:t> equals(String s) </a:t>
            </a:r>
          </a:p>
        </p:txBody>
      </p:sp>
    </p:spTree>
    <p:extLst>
      <p:ext uri="{BB962C8B-B14F-4D97-AF65-F5344CB8AC3E}">
        <p14:creationId xmlns:p14="http://schemas.microsoft.com/office/powerpoint/2010/main" val="41160615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nodePh="1">
                                  <p:stCondLst>
                                    <p:cond delay="0"/>
                                  </p:stCondLst>
                                  <p:endCondLst>
                                    <p:cond evt="begin" delay="0">
                                      <p:tn val="5"/>
                                    </p:cond>
                                  </p:end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advAuto="0"/>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755531" y="332657"/>
            <a:ext cx="8229600" cy="601663"/>
          </a:xfrm>
        </p:spPr>
        <p:txBody>
          <a:bodyPr/>
          <a:lstStyle/>
          <a:p>
            <a:pPr algn="l"/>
            <a:r>
              <a:rPr lang="en-US" altLang="zh-CN" b="0" dirty="0">
                <a:solidFill>
                  <a:srgbClr val="000000"/>
                </a:solidFill>
              </a:rPr>
              <a:t>==</a:t>
            </a:r>
            <a:r>
              <a:rPr lang="zh-CN" altLang="en-US" b="0" dirty="0">
                <a:solidFill>
                  <a:srgbClr val="000000"/>
                </a:solidFill>
              </a:rPr>
              <a:t>运算符</a:t>
            </a:r>
          </a:p>
        </p:txBody>
      </p:sp>
      <p:grpSp>
        <p:nvGrpSpPr>
          <p:cNvPr id="2" name="组合 1"/>
          <p:cNvGrpSpPr/>
          <p:nvPr/>
        </p:nvGrpSpPr>
        <p:grpSpPr>
          <a:xfrm>
            <a:off x="1847528" y="1772817"/>
            <a:ext cx="8452338" cy="1922585"/>
            <a:chOff x="539262" y="1430215"/>
            <a:chExt cx="8452338" cy="1922585"/>
          </a:xfrm>
        </p:grpSpPr>
        <p:sp>
          <p:nvSpPr>
            <p:cNvPr id="29699" name="Text Box 3"/>
            <p:cNvSpPr txBox="1">
              <a:spLocks noChangeArrowheads="1"/>
            </p:cNvSpPr>
            <p:nvPr/>
          </p:nvSpPr>
          <p:spPr bwMode="auto">
            <a:xfrm>
              <a:off x="539262" y="1430215"/>
              <a:ext cx="365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zh-CN" altLang="en-US" sz="2800" dirty="0">
                  <a:solidFill>
                    <a:srgbClr val="101C56"/>
                  </a:solidFill>
                  <a:ea typeface="黑体" pitchFamily="2" charset="-122"/>
                </a:rPr>
                <a:t>字符串 </a:t>
              </a:r>
              <a:r>
                <a:rPr lang="en-US" altLang="zh-CN" sz="2800" dirty="0">
                  <a:solidFill>
                    <a:srgbClr val="101C56"/>
                  </a:solidFill>
                  <a:ea typeface="黑体" pitchFamily="2" charset="-122"/>
                </a:rPr>
                <a:t>1</a:t>
              </a:r>
            </a:p>
          </p:txBody>
        </p:sp>
        <p:sp>
          <p:nvSpPr>
            <p:cNvPr id="29700" name="Rectangle 4"/>
            <p:cNvSpPr>
              <a:spLocks noChangeArrowheads="1"/>
            </p:cNvSpPr>
            <p:nvPr/>
          </p:nvSpPr>
          <p:spPr bwMode="auto">
            <a:xfrm>
              <a:off x="1219200" y="1981200"/>
              <a:ext cx="2133600" cy="533400"/>
            </a:xfrm>
            <a:prstGeom prst="rect">
              <a:avLst/>
            </a:prstGeom>
            <a:gradFill rotWithShape="1">
              <a:gsLst>
                <a:gs pos="0">
                  <a:srgbClr val="7EE28F"/>
                </a:gs>
                <a:gs pos="100000">
                  <a:srgbClr val="FFFFFF"/>
                </a:gs>
              </a:gsLst>
              <a:lin ang="5400000" scaled="1"/>
            </a:gradFill>
            <a:ln w="15875">
              <a:solidFill>
                <a:schemeClr val="tx2"/>
              </a:solidFill>
              <a:miter lim="800000"/>
              <a:headEnd/>
              <a:tailEnd/>
            </a:ln>
            <a:effectLst>
              <a:outerShdw dist="56796" dir="3806097"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solidFill>
                  <a:srgbClr val="9BD3E5"/>
                </a:solidFill>
              </a:endParaRPr>
            </a:p>
          </p:txBody>
        </p:sp>
        <p:sp>
          <p:nvSpPr>
            <p:cNvPr id="29701" name="Text Box 5"/>
            <p:cNvSpPr txBox="1">
              <a:spLocks noChangeArrowheads="1"/>
            </p:cNvSpPr>
            <p:nvPr/>
          </p:nvSpPr>
          <p:spPr bwMode="auto">
            <a:xfrm>
              <a:off x="5334000" y="1457980"/>
              <a:ext cx="365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zh-CN" altLang="en-US" sz="2800" dirty="0">
                  <a:solidFill>
                    <a:srgbClr val="101C56"/>
                  </a:solidFill>
                  <a:ea typeface="黑体" pitchFamily="2" charset="-122"/>
                </a:rPr>
                <a:t>字符串 </a:t>
              </a:r>
              <a:r>
                <a:rPr lang="en-US" altLang="zh-CN" sz="2800" dirty="0">
                  <a:solidFill>
                    <a:srgbClr val="101C56"/>
                  </a:solidFill>
                  <a:ea typeface="黑体" pitchFamily="2" charset="-122"/>
                </a:rPr>
                <a:t>2</a:t>
              </a:r>
            </a:p>
          </p:txBody>
        </p:sp>
        <p:sp>
          <p:nvSpPr>
            <p:cNvPr id="29721" name="Rectangle 25"/>
            <p:cNvSpPr>
              <a:spLocks noChangeArrowheads="1"/>
            </p:cNvSpPr>
            <p:nvPr/>
          </p:nvSpPr>
          <p:spPr bwMode="auto">
            <a:xfrm>
              <a:off x="6172200" y="1981200"/>
              <a:ext cx="2133600" cy="533400"/>
            </a:xfrm>
            <a:prstGeom prst="rect">
              <a:avLst/>
            </a:prstGeom>
            <a:gradFill rotWithShape="1">
              <a:gsLst>
                <a:gs pos="0">
                  <a:srgbClr val="7EE28F"/>
                </a:gs>
                <a:gs pos="100000">
                  <a:srgbClr val="FFFFFF"/>
                </a:gs>
              </a:gsLst>
              <a:lin ang="5400000" scaled="1"/>
            </a:gradFill>
            <a:ln w="15875">
              <a:solidFill>
                <a:schemeClr val="tx2"/>
              </a:solidFill>
              <a:miter lim="800000"/>
              <a:headEnd/>
              <a:tailEnd/>
            </a:ln>
            <a:effectLst>
              <a:outerShdw dist="56796" dir="3806097"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solidFill>
                  <a:srgbClr val="9BD3E5"/>
                </a:solidFill>
              </a:endParaRPr>
            </a:p>
          </p:txBody>
        </p:sp>
        <p:sp>
          <p:nvSpPr>
            <p:cNvPr id="29722" name="Line 26"/>
            <p:cNvSpPr>
              <a:spLocks noChangeShapeType="1"/>
            </p:cNvSpPr>
            <p:nvPr/>
          </p:nvSpPr>
          <p:spPr bwMode="auto">
            <a:xfrm flipV="1">
              <a:off x="3352800" y="1752600"/>
              <a:ext cx="838200" cy="4572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9BD3E5"/>
                </a:solidFill>
                <a:latin typeface="Arial"/>
              </a:endParaRPr>
            </a:p>
          </p:txBody>
        </p:sp>
        <p:sp>
          <p:nvSpPr>
            <p:cNvPr id="29723" name="Line 27"/>
            <p:cNvSpPr>
              <a:spLocks noChangeShapeType="1"/>
            </p:cNvSpPr>
            <p:nvPr/>
          </p:nvSpPr>
          <p:spPr bwMode="auto">
            <a:xfrm flipH="1" flipV="1">
              <a:off x="5562600" y="1752600"/>
              <a:ext cx="609600" cy="4572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9BD3E5"/>
                </a:solidFill>
                <a:latin typeface="Arial"/>
              </a:endParaRPr>
            </a:p>
          </p:txBody>
        </p:sp>
        <p:sp>
          <p:nvSpPr>
            <p:cNvPr id="29724" name="Oval 28"/>
            <p:cNvSpPr>
              <a:spLocks noChangeArrowheads="1"/>
            </p:cNvSpPr>
            <p:nvPr/>
          </p:nvSpPr>
          <p:spPr bwMode="auto">
            <a:xfrm>
              <a:off x="4114800" y="1447800"/>
              <a:ext cx="1524000" cy="457200"/>
            </a:xfrm>
            <a:prstGeom prst="ellipse">
              <a:avLst/>
            </a:prstGeom>
            <a:gradFill rotWithShape="1">
              <a:gsLst>
                <a:gs pos="0">
                  <a:srgbClr val="EE244A"/>
                </a:gs>
                <a:gs pos="100000">
                  <a:srgbClr val="FFFFFF"/>
                </a:gs>
              </a:gsLst>
              <a:lin ang="5400000" scaled="1"/>
            </a:gradFill>
            <a:ln w="6350">
              <a:solidFill>
                <a:srgbClr val="FF0000"/>
              </a:solidFill>
              <a:round/>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dirty="0">
                  <a:solidFill>
                    <a:srgbClr val="101C56"/>
                  </a:solidFill>
                  <a:ea typeface="黑体" pitchFamily="2" charset="-122"/>
                </a:rPr>
                <a:t>同一个对象</a:t>
              </a:r>
            </a:p>
          </p:txBody>
        </p:sp>
        <p:cxnSp>
          <p:nvCxnSpPr>
            <p:cNvPr id="29725" name="AutoShape 29"/>
            <p:cNvCxnSpPr>
              <a:cxnSpLocks noChangeShapeType="1"/>
              <a:stCxn id="29724" idx="4"/>
              <a:endCxn id="29726" idx="2"/>
            </p:cNvCxnSpPr>
            <p:nvPr/>
          </p:nvCxnSpPr>
          <p:spPr bwMode="auto">
            <a:xfrm rot="16200000" flipH="1">
              <a:off x="4819650" y="1962150"/>
              <a:ext cx="1104900" cy="990600"/>
            </a:xfrm>
            <a:prstGeom prst="bentConnector2">
              <a:avLst/>
            </a:prstGeom>
            <a:noFill/>
            <a:ln w="3810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26" name="Oval 30"/>
            <p:cNvSpPr>
              <a:spLocks noChangeArrowheads="1"/>
            </p:cNvSpPr>
            <p:nvPr/>
          </p:nvSpPr>
          <p:spPr bwMode="auto">
            <a:xfrm>
              <a:off x="5867400" y="2667000"/>
              <a:ext cx="2438400" cy="685800"/>
            </a:xfrm>
            <a:prstGeom prst="ellipse">
              <a:avLst/>
            </a:prstGeom>
            <a:gradFill rotWithShape="1">
              <a:gsLst>
                <a:gs pos="0">
                  <a:srgbClr val="FFFFFF"/>
                </a:gs>
                <a:gs pos="100000">
                  <a:srgbClr val="FBCFA3"/>
                </a:gs>
              </a:gsLst>
              <a:path path="shape">
                <a:fillToRect l="50000" t="50000" r="50000" b="50000"/>
              </a:path>
            </a:gradFill>
            <a:ln w="9525">
              <a:solidFill>
                <a:srgbClr val="993300"/>
              </a:solidFill>
              <a:round/>
              <a:headEnd/>
              <a:tailEnd/>
            </a:ln>
            <a:effectLst>
              <a:outerShdw dist="56796" dir="3806097"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2000" dirty="0">
                  <a:solidFill>
                    <a:srgbClr val="101C56"/>
                  </a:solidFill>
                  <a:ea typeface="黑体" pitchFamily="2" charset="-122"/>
                </a:rPr>
                <a:t>用 </a:t>
              </a:r>
              <a:r>
                <a:rPr lang="en-US" altLang="zh-CN" sz="2000" dirty="0">
                  <a:solidFill>
                    <a:srgbClr val="101C56"/>
                  </a:solidFill>
                  <a:ea typeface="黑体" pitchFamily="2" charset="-122"/>
                </a:rPr>
                <a:t>== </a:t>
              </a:r>
              <a:r>
                <a:rPr lang="zh-CN" altLang="en-US" sz="2000" dirty="0">
                  <a:solidFill>
                    <a:srgbClr val="101C56"/>
                  </a:solidFill>
                  <a:ea typeface="黑体" pitchFamily="2" charset="-122"/>
                </a:rPr>
                <a:t>运算符检查</a:t>
              </a:r>
            </a:p>
          </p:txBody>
        </p:sp>
      </p:grpSp>
      <p:sp>
        <p:nvSpPr>
          <p:cNvPr id="29727" name="Text Box 31"/>
          <p:cNvSpPr txBox="1">
            <a:spLocks noChangeArrowheads="1"/>
          </p:cNvSpPr>
          <p:nvPr/>
        </p:nvSpPr>
        <p:spPr bwMode="auto">
          <a:xfrm>
            <a:off x="2711624" y="3933056"/>
            <a:ext cx="670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800" dirty="0">
                <a:solidFill>
                  <a:srgbClr val="FF0000"/>
                </a:solidFill>
                <a:ea typeface="黑体" pitchFamily="2" charset="-122"/>
              </a:rPr>
              <a:t>检查字符串是否指向同一个或不同的对象</a:t>
            </a:r>
          </a:p>
        </p:txBody>
      </p:sp>
    </p:spTree>
    <p:extLst>
      <p:ext uri="{BB962C8B-B14F-4D97-AF65-F5344CB8AC3E}">
        <p14:creationId xmlns:p14="http://schemas.microsoft.com/office/powerpoint/2010/main" val="3511456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27"/>
                                        </p:tgtEl>
                                        <p:attrNameLst>
                                          <p:attrName>style.visibility</p:attrName>
                                        </p:attrNameLst>
                                      </p:cBhvr>
                                      <p:to>
                                        <p:strVal val="visible"/>
                                      </p:to>
                                    </p:set>
                                    <p:anim calcmode="lin" valueType="num">
                                      <p:cBhvr additive="base">
                                        <p:cTn id="13" dur="500" fill="hold"/>
                                        <p:tgtEl>
                                          <p:spTgt spid="29727"/>
                                        </p:tgtEl>
                                        <p:attrNameLst>
                                          <p:attrName>ppt_x</p:attrName>
                                        </p:attrNameLst>
                                      </p:cBhvr>
                                      <p:tavLst>
                                        <p:tav tm="0">
                                          <p:val>
                                            <p:strVal val="#ppt_x"/>
                                          </p:val>
                                        </p:tav>
                                        <p:tav tm="100000">
                                          <p:val>
                                            <p:strVal val="#ppt_x"/>
                                          </p:val>
                                        </p:tav>
                                      </p:tavLst>
                                    </p:anim>
                                    <p:anim calcmode="lin" valueType="num">
                                      <p:cBhvr additive="base">
                                        <p:cTn id="14" dur="500" fill="hold"/>
                                        <p:tgtEl>
                                          <p:spTgt spid="297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826444" y="260648"/>
            <a:ext cx="8229600" cy="601662"/>
          </a:xfrm>
        </p:spPr>
        <p:txBody>
          <a:bodyPr/>
          <a:lstStyle/>
          <a:p>
            <a:pPr algn="l"/>
            <a:r>
              <a:rPr lang="en-US" altLang="zh-CN" b="0" dirty="0">
                <a:solidFill>
                  <a:srgbClr val="000000"/>
                </a:solidFill>
              </a:rPr>
              <a:t>==</a:t>
            </a:r>
            <a:r>
              <a:rPr lang="zh-CN" altLang="en-US" b="0" dirty="0">
                <a:solidFill>
                  <a:srgbClr val="000000"/>
                </a:solidFill>
              </a:rPr>
              <a:t>运算符举例</a:t>
            </a:r>
            <a:r>
              <a:rPr lang="en-US" altLang="zh-CN" b="0" dirty="0">
                <a:solidFill>
                  <a:srgbClr val="000000"/>
                </a:solidFill>
              </a:rPr>
              <a:t>-1</a:t>
            </a:r>
            <a:endParaRPr lang="zh-CN" altLang="en-US" b="0" dirty="0">
              <a:solidFill>
                <a:srgbClr val="000000"/>
              </a:solidFill>
            </a:endParaRPr>
          </a:p>
        </p:txBody>
      </p:sp>
      <p:pic>
        <p:nvPicPr>
          <p:cNvPr id="3" name="图片 2">
            <a:extLst>
              <a:ext uri="{FF2B5EF4-FFF2-40B4-BE49-F238E27FC236}">
                <a16:creationId xmlns:a16="http://schemas.microsoft.com/office/drawing/2014/main" id="{9AC610CF-FF96-467D-9F65-6E6AB5E54175}"/>
              </a:ext>
            </a:extLst>
          </p:cNvPr>
          <p:cNvPicPr>
            <a:picLocks noChangeAspect="1"/>
          </p:cNvPicPr>
          <p:nvPr/>
        </p:nvPicPr>
        <p:blipFill>
          <a:blip r:embed="rId2"/>
          <a:stretch>
            <a:fillRect/>
          </a:stretch>
        </p:blipFill>
        <p:spPr>
          <a:xfrm>
            <a:off x="1775521" y="1340768"/>
            <a:ext cx="8543925" cy="3312368"/>
          </a:xfrm>
          <a:prstGeom prst="rect">
            <a:avLst/>
          </a:prstGeom>
        </p:spPr>
      </p:pic>
      <p:pic>
        <p:nvPicPr>
          <p:cNvPr id="5" name="图片 4">
            <a:extLst>
              <a:ext uri="{FF2B5EF4-FFF2-40B4-BE49-F238E27FC236}">
                <a16:creationId xmlns:a16="http://schemas.microsoft.com/office/drawing/2014/main" id="{5FC19116-E679-4233-A5F6-F07A24A9D721}"/>
              </a:ext>
            </a:extLst>
          </p:cNvPr>
          <p:cNvPicPr>
            <a:picLocks noChangeAspect="1"/>
          </p:cNvPicPr>
          <p:nvPr/>
        </p:nvPicPr>
        <p:blipFill>
          <a:blip r:embed="rId3"/>
          <a:stretch>
            <a:fillRect/>
          </a:stretch>
        </p:blipFill>
        <p:spPr>
          <a:xfrm>
            <a:off x="1991544" y="4941168"/>
            <a:ext cx="5543550" cy="1123950"/>
          </a:xfrm>
          <a:prstGeom prst="rect">
            <a:avLst/>
          </a:prstGeom>
        </p:spPr>
      </p:pic>
    </p:spTree>
    <p:extLst>
      <p:ext uri="{BB962C8B-B14F-4D97-AF65-F5344CB8AC3E}">
        <p14:creationId xmlns:p14="http://schemas.microsoft.com/office/powerpoint/2010/main" val="1948400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826444" y="260648"/>
            <a:ext cx="8229600" cy="601662"/>
          </a:xfrm>
        </p:spPr>
        <p:txBody>
          <a:bodyPr/>
          <a:lstStyle/>
          <a:p>
            <a:pPr algn="l"/>
            <a:r>
              <a:rPr lang="en-US" altLang="zh-CN" b="0" dirty="0">
                <a:solidFill>
                  <a:srgbClr val="000000"/>
                </a:solidFill>
              </a:rPr>
              <a:t>==</a:t>
            </a:r>
            <a:r>
              <a:rPr lang="zh-CN" altLang="en-US" b="0" dirty="0">
                <a:solidFill>
                  <a:srgbClr val="000000"/>
                </a:solidFill>
              </a:rPr>
              <a:t>运算符举例</a:t>
            </a:r>
            <a:r>
              <a:rPr lang="en-US" altLang="zh-CN" b="0" dirty="0">
                <a:solidFill>
                  <a:srgbClr val="000000"/>
                </a:solidFill>
              </a:rPr>
              <a:t>-2</a:t>
            </a:r>
            <a:endParaRPr lang="zh-CN" altLang="en-US" b="0" dirty="0">
              <a:solidFill>
                <a:srgbClr val="000000"/>
              </a:solidFill>
            </a:endParaRPr>
          </a:p>
        </p:txBody>
      </p:sp>
      <p:pic>
        <p:nvPicPr>
          <p:cNvPr id="4" name="图片 3">
            <a:extLst>
              <a:ext uri="{FF2B5EF4-FFF2-40B4-BE49-F238E27FC236}">
                <a16:creationId xmlns:a16="http://schemas.microsoft.com/office/drawing/2014/main" id="{F4513BB1-9855-45DC-A752-DDF3040DCBDA}"/>
              </a:ext>
            </a:extLst>
          </p:cNvPr>
          <p:cNvPicPr>
            <a:picLocks noChangeAspect="1"/>
          </p:cNvPicPr>
          <p:nvPr/>
        </p:nvPicPr>
        <p:blipFill>
          <a:blip r:embed="rId2"/>
          <a:stretch>
            <a:fillRect/>
          </a:stretch>
        </p:blipFill>
        <p:spPr>
          <a:xfrm>
            <a:off x="1703512" y="1124744"/>
            <a:ext cx="8058150" cy="3528392"/>
          </a:xfrm>
          <a:prstGeom prst="rect">
            <a:avLst/>
          </a:prstGeom>
        </p:spPr>
      </p:pic>
      <p:pic>
        <p:nvPicPr>
          <p:cNvPr id="7" name="图片 6">
            <a:extLst>
              <a:ext uri="{FF2B5EF4-FFF2-40B4-BE49-F238E27FC236}">
                <a16:creationId xmlns:a16="http://schemas.microsoft.com/office/drawing/2014/main" id="{0BED8FD8-3CED-4A26-AB3C-60317679E395}"/>
              </a:ext>
            </a:extLst>
          </p:cNvPr>
          <p:cNvPicPr>
            <a:picLocks noChangeAspect="1"/>
          </p:cNvPicPr>
          <p:nvPr/>
        </p:nvPicPr>
        <p:blipFill>
          <a:blip r:embed="rId3"/>
          <a:stretch>
            <a:fillRect/>
          </a:stretch>
        </p:blipFill>
        <p:spPr>
          <a:xfrm>
            <a:off x="1919537" y="5157192"/>
            <a:ext cx="5419725" cy="1047750"/>
          </a:xfrm>
          <a:prstGeom prst="rect">
            <a:avLst/>
          </a:prstGeom>
        </p:spPr>
      </p:pic>
    </p:spTree>
    <p:extLst>
      <p:ext uri="{BB962C8B-B14F-4D97-AF65-F5344CB8AC3E}">
        <p14:creationId xmlns:p14="http://schemas.microsoft.com/office/powerpoint/2010/main" val="1466912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755531" y="332657"/>
            <a:ext cx="8229600" cy="601663"/>
          </a:xfrm>
        </p:spPr>
        <p:txBody>
          <a:bodyPr/>
          <a:lstStyle/>
          <a:p>
            <a:pPr algn="l"/>
            <a:r>
              <a:rPr lang="en-US" altLang="zh-CN" b="0" dirty="0">
                <a:solidFill>
                  <a:srgbClr val="000000"/>
                </a:solidFill>
              </a:rPr>
              <a:t>equals</a:t>
            </a:r>
            <a:r>
              <a:rPr lang="zh-CN" altLang="en-US" b="0" dirty="0">
                <a:solidFill>
                  <a:srgbClr val="000000"/>
                </a:solidFill>
              </a:rPr>
              <a:t>方法</a:t>
            </a:r>
          </a:p>
        </p:txBody>
      </p:sp>
      <p:sp>
        <p:nvSpPr>
          <p:cNvPr id="29716" name="Text Box 20"/>
          <p:cNvSpPr txBox="1">
            <a:spLocks noChangeArrowheads="1"/>
          </p:cNvSpPr>
          <p:nvPr/>
        </p:nvSpPr>
        <p:spPr bwMode="auto">
          <a:xfrm>
            <a:off x="2999656" y="4725144"/>
            <a:ext cx="6400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defRPr/>
            </a:pPr>
            <a:r>
              <a:rPr lang="zh-CN" altLang="en-US" sz="2800" dirty="0">
                <a:solidFill>
                  <a:srgbClr val="FF0000"/>
                </a:solidFill>
                <a:ea typeface="黑体" pitchFamily="2" charset="-122"/>
              </a:rPr>
              <a:t>检查组成字符串内容的字符</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1" y="2492896"/>
            <a:ext cx="7652643"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1">
            <a:extLst>
              <a:ext uri="{FF2B5EF4-FFF2-40B4-BE49-F238E27FC236}">
                <a16:creationId xmlns:a16="http://schemas.microsoft.com/office/drawing/2014/main" id="{59A7548C-886A-4744-B3D7-C7018D488CCF}"/>
              </a:ext>
            </a:extLst>
          </p:cNvPr>
          <p:cNvSpPr>
            <a:spLocks noChangeArrowheads="1"/>
          </p:cNvSpPr>
          <p:nvPr/>
        </p:nvSpPr>
        <p:spPr bwMode="auto">
          <a:xfrm>
            <a:off x="1847528" y="1340769"/>
            <a:ext cx="4824536"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dirty="0" err="1">
                <a:solidFill>
                  <a:srgbClr val="101C56"/>
                </a:solidFill>
                <a:ea typeface="黑体" pitchFamily="2" charset="-122"/>
              </a:rPr>
              <a:t>boolean</a:t>
            </a:r>
            <a:r>
              <a:rPr lang="en-US" altLang="zh-CN" sz="2800" b="1" dirty="0">
                <a:solidFill>
                  <a:srgbClr val="101C56"/>
                </a:solidFill>
                <a:ea typeface="黑体" pitchFamily="2" charset="-122"/>
              </a:rPr>
              <a:t> equals(String s) </a:t>
            </a:r>
          </a:p>
        </p:txBody>
      </p:sp>
    </p:spTree>
    <p:extLst>
      <p:ext uri="{BB962C8B-B14F-4D97-AF65-F5344CB8AC3E}">
        <p14:creationId xmlns:p14="http://schemas.microsoft.com/office/powerpoint/2010/main" val="17811613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anim calcmode="lin" valueType="num">
                                      <p:cBhvr additive="base">
                                        <p:cTn id="13" dur="500" fill="hold"/>
                                        <p:tgtEl>
                                          <p:spTgt spid="1027"/>
                                        </p:tgtEl>
                                        <p:attrNameLst>
                                          <p:attrName>ppt_x</p:attrName>
                                        </p:attrNameLst>
                                      </p:cBhvr>
                                      <p:tavLst>
                                        <p:tav tm="0">
                                          <p:val>
                                            <p:strVal val="#ppt_x"/>
                                          </p:val>
                                        </p:tav>
                                        <p:tav tm="100000">
                                          <p:val>
                                            <p:strVal val="#ppt_x"/>
                                          </p:val>
                                        </p:tav>
                                      </p:tavLst>
                                    </p:anim>
                                    <p:anim calcmode="lin" valueType="num">
                                      <p:cBhvr additive="base">
                                        <p:cTn id="14"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716"/>
                                        </p:tgtEl>
                                        <p:attrNameLst>
                                          <p:attrName>style.visibility</p:attrName>
                                        </p:attrNameLst>
                                      </p:cBhvr>
                                      <p:to>
                                        <p:strVal val="visible"/>
                                      </p:to>
                                    </p:set>
                                    <p:anim calcmode="lin" valueType="num">
                                      <p:cBhvr additive="base">
                                        <p:cTn id="19" dur="500" fill="hold"/>
                                        <p:tgtEl>
                                          <p:spTgt spid="29716"/>
                                        </p:tgtEl>
                                        <p:attrNameLst>
                                          <p:attrName>ppt_x</p:attrName>
                                        </p:attrNameLst>
                                      </p:cBhvr>
                                      <p:tavLst>
                                        <p:tav tm="0">
                                          <p:val>
                                            <p:strVal val="#ppt_x"/>
                                          </p:val>
                                        </p:tav>
                                        <p:tav tm="100000">
                                          <p:val>
                                            <p:strVal val="#ppt_x"/>
                                          </p:val>
                                        </p:tav>
                                      </p:tavLst>
                                    </p:anim>
                                    <p:anim calcmode="lin" valueType="num">
                                      <p:cBhvr additive="base">
                                        <p:cTn id="20" dur="500" fill="hold"/>
                                        <p:tgtEl>
                                          <p:spTgt spid="297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6"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字符串比较</a:t>
            </a:r>
          </a:p>
        </p:txBody>
      </p:sp>
      <p:sp>
        <p:nvSpPr>
          <p:cNvPr id="4" name="Rectangle 11">
            <a:extLst>
              <a:ext uri="{FF2B5EF4-FFF2-40B4-BE49-F238E27FC236}">
                <a16:creationId xmlns:a16="http://schemas.microsoft.com/office/drawing/2014/main" id="{04D43FF8-1732-4F22-99C3-47C6F984B75F}"/>
              </a:ext>
            </a:extLst>
          </p:cNvPr>
          <p:cNvSpPr>
            <a:spLocks noChangeArrowheads="1"/>
          </p:cNvSpPr>
          <p:nvPr/>
        </p:nvSpPr>
        <p:spPr bwMode="auto">
          <a:xfrm>
            <a:off x="1991544" y="1412777"/>
            <a:ext cx="5040560"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dirty="0">
                <a:solidFill>
                  <a:srgbClr val="101C56"/>
                </a:solidFill>
                <a:ea typeface="黑体" pitchFamily="2" charset="-122"/>
              </a:rPr>
              <a:t>int </a:t>
            </a:r>
            <a:r>
              <a:rPr lang="en-US" altLang="zh-CN" sz="2800" b="1" dirty="0" err="1">
                <a:solidFill>
                  <a:srgbClr val="101C56"/>
                </a:solidFill>
                <a:ea typeface="黑体" pitchFamily="2" charset="-122"/>
              </a:rPr>
              <a:t>compareTo</a:t>
            </a:r>
            <a:r>
              <a:rPr lang="en-US" altLang="zh-CN" sz="2800" b="1" dirty="0">
                <a:solidFill>
                  <a:srgbClr val="101C56"/>
                </a:solidFill>
                <a:ea typeface="黑体" pitchFamily="2" charset="-122"/>
              </a:rPr>
              <a:t>(String value)</a:t>
            </a:r>
          </a:p>
        </p:txBody>
      </p:sp>
      <p:sp>
        <p:nvSpPr>
          <p:cNvPr id="6" name="文本框 5">
            <a:extLst>
              <a:ext uri="{FF2B5EF4-FFF2-40B4-BE49-F238E27FC236}">
                <a16:creationId xmlns:a16="http://schemas.microsoft.com/office/drawing/2014/main" id="{55E322A6-7159-4CA2-883F-7778259289B5}"/>
              </a:ext>
            </a:extLst>
          </p:cNvPr>
          <p:cNvSpPr txBox="1"/>
          <p:nvPr/>
        </p:nvSpPr>
        <p:spPr>
          <a:xfrm>
            <a:off x="2063552" y="2276872"/>
            <a:ext cx="8136904" cy="3301866"/>
          </a:xfrm>
          <a:prstGeom prst="rect">
            <a:avLst/>
          </a:prstGeom>
          <a:noFill/>
        </p:spPr>
        <p:txBody>
          <a:bodyPr wrap="square">
            <a:spAutoFit/>
          </a:bodyPr>
          <a:lstStyle/>
          <a:p>
            <a:pPr eaLnBrk="0" fontAlgn="base" hangingPunct="0">
              <a:spcBef>
                <a:spcPct val="0"/>
              </a:spcBef>
              <a:spcAft>
                <a:spcPct val="0"/>
              </a:spcAft>
            </a:pPr>
            <a:r>
              <a:rPr lang="zh-CN" altLang="en-US" sz="2800" b="1" dirty="0">
                <a:solidFill>
                  <a:srgbClr val="FF0000"/>
                </a:solidFill>
                <a:latin typeface="Arial" charset="0"/>
                <a:ea typeface="黑体" pitchFamily="2" charset="-122"/>
                <a:cs typeface="Times New Roman" pitchFamily="18" charset="0"/>
              </a:rPr>
              <a:t>功能：</a:t>
            </a:r>
            <a:endParaRPr lang="en-US" altLang="zh-CN" sz="2800" b="1" dirty="0">
              <a:solidFill>
                <a:srgbClr val="FF0000"/>
              </a:solidFill>
              <a:latin typeface="Arial" charset="0"/>
              <a:ea typeface="黑体" pitchFamily="2" charset="-122"/>
              <a:cs typeface="Times New Roman" pitchFamily="18" charset="0"/>
            </a:endParaRPr>
          </a:p>
          <a:p>
            <a:pPr eaLnBrk="0" fontAlgn="base" hangingPunct="0">
              <a:spcBef>
                <a:spcPct val="0"/>
              </a:spcBef>
              <a:spcAft>
                <a:spcPct val="0"/>
              </a:spcAft>
            </a:pPr>
            <a:r>
              <a:rPr lang="zh-CN" altLang="en-US" sz="2000" b="1" dirty="0">
                <a:solidFill>
                  <a:srgbClr val="101C56">
                    <a:lumMod val="50000"/>
                  </a:srgbClr>
                </a:solidFill>
                <a:latin typeface="Arial" charset="0"/>
                <a:ea typeface="黑体" pitchFamily="2" charset="-122"/>
                <a:cs typeface="Times New Roman" pitchFamily="18" charset="0"/>
              </a:rPr>
              <a:t>          </a:t>
            </a:r>
            <a:r>
              <a:rPr lang="zh-CN" altLang="en-US" sz="2800" b="1" dirty="0">
                <a:solidFill>
                  <a:srgbClr val="101C56">
                    <a:lumMod val="50000"/>
                  </a:srgbClr>
                </a:solidFill>
                <a:latin typeface="Arial" charset="0"/>
                <a:ea typeface="黑体" pitchFamily="2" charset="-122"/>
                <a:cs typeface="Times New Roman" pitchFamily="18" charset="0"/>
              </a:rPr>
              <a:t>按字符</a:t>
            </a:r>
            <a:r>
              <a:rPr lang="en-US" altLang="zh-CN" sz="2800" b="1" dirty="0">
                <a:solidFill>
                  <a:srgbClr val="101C56">
                    <a:lumMod val="50000"/>
                  </a:srgbClr>
                </a:solidFill>
                <a:latin typeface="Arial" charset="0"/>
                <a:ea typeface="黑体" pitchFamily="2" charset="-122"/>
                <a:cs typeface="Times New Roman" pitchFamily="18" charset="0"/>
              </a:rPr>
              <a:t>ASCII</a:t>
            </a:r>
            <a:r>
              <a:rPr lang="zh-CN" altLang="en-US" sz="2800" b="1" dirty="0">
                <a:solidFill>
                  <a:srgbClr val="101C56">
                    <a:lumMod val="50000"/>
                  </a:srgbClr>
                </a:solidFill>
                <a:latin typeface="Arial" charset="0"/>
                <a:ea typeface="黑体" pitchFamily="2" charset="-122"/>
                <a:cs typeface="Times New Roman" pitchFamily="18" charset="0"/>
              </a:rPr>
              <a:t>码值比较两个字符串。</a:t>
            </a:r>
            <a:endParaRPr lang="en-US" altLang="zh-CN" sz="2800" b="1" dirty="0">
              <a:solidFill>
                <a:srgbClr val="101C56">
                  <a:lumMod val="50000"/>
                </a:srgbClr>
              </a:solidFill>
              <a:latin typeface="Arial" charset="0"/>
              <a:ea typeface="黑体" pitchFamily="2" charset="-122"/>
              <a:cs typeface="Times New Roman" pitchFamily="18" charset="0"/>
            </a:endParaRPr>
          </a:p>
          <a:p>
            <a:pPr eaLnBrk="0" fontAlgn="base" hangingPunct="0">
              <a:spcBef>
                <a:spcPct val="0"/>
              </a:spcBef>
              <a:spcAft>
                <a:spcPct val="0"/>
              </a:spcAft>
            </a:pPr>
            <a:endParaRPr lang="zh-CN" altLang="en-US" sz="3200" b="1" dirty="0">
              <a:solidFill>
                <a:srgbClr val="101C56">
                  <a:lumMod val="50000"/>
                </a:srgbClr>
              </a:solidFill>
              <a:latin typeface="Arial" charset="0"/>
              <a:ea typeface="黑体" pitchFamily="2" charset="-122"/>
              <a:cs typeface="Times New Roman" pitchFamily="18" charset="0"/>
            </a:endParaRPr>
          </a:p>
          <a:p>
            <a:pPr eaLnBrk="0" fontAlgn="base" hangingPunct="0">
              <a:lnSpc>
                <a:spcPct val="150000"/>
              </a:lnSpc>
              <a:spcBef>
                <a:spcPct val="0"/>
              </a:spcBef>
              <a:spcAft>
                <a:spcPct val="0"/>
              </a:spcAft>
            </a:pPr>
            <a:r>
              <a:rPr lang="zh-CN" altLang="en-US" sz="2800" b="1" dirty="0">
                <a:solidFill>
                  <a:srgbClr val="101C56">
                    <a:lumMod val="50000"/>
                  </a:srgbClr>
                </a:solidFill>
                <a:latin typeface="Calibri" panose="020F0502020204030204" pitchFamily="34" charset="0"/>
                <a:ea typeface="黑体" pitchFamily="2" charset="-122"/>
                <a:cs typeface="Calibri" panose="020F0502020204030204" pitchFamily="34" charset="0"/>
              </a:rPr>
              <a:t>①</a:t>
            </a:r>
            <a:r>
              <a:rPr lang="zh-CN" altLang="en-US" sz="2800" b="1" dirty="0">
                <a:solidFill>
                  <a:srgbClr val="101C56">
                    <a:lumMod val="50000"/>
                  </a:srgbClr>
                </a:solidFill>
                <a:latin typeface="Arial" charset="0"/>
                <a:ea typeface="黑体" pitchFamily="2" charset="-122"/>
                <a:cs typeface="Times New Roman" pitchFamily="18" charset="0"/>
              </a:rPr>
              <a:t>如果两个字符串内容相等，则返回 </a:t>
            </a:r>
            <a:r>
              <a:rPr lang="en-US" altLang="zh-CN" sz="2800" b="1" dirty="0">
                <a:solidFill>
                  <a:srgbClr val="101C56">
                    <a:lumMod val="50000"/>
                  </a:srgbClr>
                </a:solidFill>
                <a:latin typeface="Arial" charset="0"/>
                <a:ea typeface="黑体" pitchFamily="2" charset="-122"/>
                <a:cs typeface="Times New Roman" pitchFamily="18" charset="0"/>
              </a:rPr>
              <a:t>0</a:t>
            </a:r>
            <a:r>
              <a:rPr lang="zh-CN" altLang="en-US" sz="2800" b="1" dirty="0">
                <a:solidFill>
                  <a:srgbClr val="101C56">
                    <a:lumMod val="50000"/>
                  </a:srgbClr>
                </a:solidFill>
                <a:latin typeface="Arial" charset="0"/>
                <a:ea typeface="黑体" pitchFamily="2" charset="-122"/>
                <a:cs typeface="Times New Roman" pitchFamily="18" charset="0"/>
              </a:rPr>
              <a:t>；</a:t>
            </a:r>
          </a:p>
          <a:p>
            <a:pPr eaLnBrk="0" fontAlgn="base" hangingPunct="0">
              <a:lnSpc>
                <a:spcPct val="150000"/>
              </a:lnSpc>
              <a:spcBef>
                <a:spcPct val="0"/>
              </a:spcBef>
              <a:spcAft>
                <a:spcPct val="0"/>
              </a:spcAft>
            </a:pPr>
            <a:r>
              <a:rPr lang="zh-CN" altLang="en-US" sz="2800" b="1" dirty="0">
                <a:solidFill>
                  <a:srgbClr val="101C56">
                    <a:lumMod val="50000"/>
                  </a:srgbClr>
                </a:solidFill>
                <a:latin typeface="Calibri" panose="020F0502020204030204" pitchFamily="34" charset="0"/>
                <a:ea typeface="黑体" pitchFamily="2" charset="-122"/>
                <a:cs typeface="Calibri" panose="020F0502020204030204" pitchFamily="34" charset="0"/>
              </a:rPr>
              <a:t>②</a:t>
            </a:r>
            <a:r>
              <a:rPr lang="zh-CN" altLang="en-US" sz="2800" b="1" dirty="0">
                <a:solidFill>
                  <a:srgbClr val="101C56">
                    <a:lumMod val="50000"/>
                  </a:srgbClr>
                </a:solidFill>
                <a:latin typeface="Arial" charset="0"/>
                <a:ea typeface="黑体" pitchFamily="2" charset="-122"/>
                <a:cs typeface="Times New Roman" pitchFamily="18" charset="0"/>
              </a:rPr>
              <a:t>如果字符串的</a:t>
            </a:r>
            <a:r>
              <a:rPr lang="en-US" altLang="zh-CN" sz="2800" b="1" dirty="0">
                <a:solidFill>
                  <a:srgbClr val="101C56">
                    <a:lumMod val="50000"/>
                  </a:srgbClr>
                </a:solidFill>
                <a:latin typeface="Arial" charset="0"/>
                <a:ea typeface="黑体" pitchFamily="2" charset="-122"/>
                <a:cs typeface="Times New Roman" pitchFamily="18" charset="0"/>
              </a:rPr>
              <a:t>ASCII</a:t>
            </a:r>
            <a:r>
              <a:rPr lang="zh-CN" altLang="en-US" sz="2800" b="1" dirty="0">
                <a:solidFill>
                  <a:srgbClr val="101C56">
                    <a:lumMod val="50000"/>
                  </a:srgbClr>
                </a:solidFill>
                <a:latin typeface="Arial" charset="0"/>
                <a:ea typeface="黑体" pitchFamily="2" charset="-122"/>
                <a:cs typeface="Times New Roman" pitchFamily="18" charset="0"/>
              </a:rPr>
              <a:t>码值小，则返回值小于 </a:t>
            </a:r>
            <a:r>
              <a:rPr lang="en-US" altLang="zh-CN" sz="2800" b="1" dirty="0">
                <a:solidFill>
                  <a:srgbClr val="101C56">
                    <a:lumMod val="50000"/>
                  </a:srgbClr>
                </a:solidFill>
                <a:latin typeface="Arial" charset="0"/>
                <a:ea typeface="黑体" pitchFamily="2" charset="-122"/>
                <a:cs typeface="Times New Roman" pitchFamily="18" charset="0"/>
              </a:rPr>
              <a:t>0</a:t>
            </a:r>
            <a:r>
              <a:rPr lang="zh-CN" altLang="en-US" sz="2800" b="1" dirty="0">
                <a:solidFill>
                  <a:srgbClr val="101C56">
                    <a:lumMod val="50000"/>
                  </a:srgbClr>
                </a:solidFill>
                <a:latin typeface="Arial" charset="0"/>
                <a:ea typeface="黑体" pitchFamily="2" charset="-122"/>
                <a:cs typeface="Times New Roman" pitchFamily="18" charset="0"/>
              </a:rPr>
              <a:t>；</a:t>
            </a:r>
          </a:p>
          <a:p>
            <a:pPr eaLnBrk="0" fontAlgn="base" hangingPunct="0">
              <a:lnSpc>
                <a:spcPct val="150000"/>
              </a:lnSpc>
              <a:spcBef>
                <a:spcPct val="0"/>
              </a:spcBef>
              <a:spcAft>
                <a:spcPct val="0"/>
              </a:spcAft>
            </a:pPr>
            <a:r>
              <a:rPr lang="zh-CN" altLang="en-US" sz="2800" b="1" dirty="0">
                <a:solidFill>
                  <a:srgbClr val="101C56">
                    <a:lumMod val="50000"/>
                  </a:srgbClr>
                </a:solidFill>
                <a:latin typeface="Calibri" panose="020F0502020204030204" pitchFamily="34" charset="0"/>
                <a:ea typeface="黑体" pitchFamily="2" charset="-122"/>
                <a:cs typeface="Calibri" panose="020F0502020204030204" pitchFamily="34" charset="0"/>
              </a:rPr>
              <a:t>③</a:t>
            </a:r>
            <a:r>
              <a:rPr lang="zh-CN" altLang="en-US" sz="2800" b="1" dirty="0">
                <a:solidFill>
                  <a:srgbClr val="101C56">
                    <a:lumMod val="50000"/>
                  </a:srgbClr>
                </a:solidFill>
                <a:latin typeface="Arial" charset="0"/>
                <a:ea typeface="黑体" pitchFamily="2" charset="-122"/>
                <a:cs typeface="Times New Roman" pitchFamily="18" charset="0"/>
              </a:rPr>
              <a:t>如果字符串在</a:t>
            </a:r>
            <a:r>
              <a:rPr lang="en-US" altLang="zh-CN" sz="2800" b="1" dirty="0">
                <a:solidFill>
                  <a:srgbClr val="101C56">
                    <a:lumMod val="50000"/>
                  </a:srgbClr>
                </a:solidFill>
                <a:latin typeface="Arial" charset="0"/>
                <a:ea typeface="黑体" pitchFamily="2" charset="-122"/>
                <a:cs typeface="Times New Roman" pitchFamily="18" charset="0"/>
              </a:rPr>
              <a:t>ASCII</a:t>
            </a:r>
            <a:r>
              <a:rPr lang="zh-CN" altLang="en-US" sz="2800" b="1" dirty="0">
                <a:solidFill>
                  <a:srgbClr val="101C56">
                    <a:lumMod val="50000"/>
                  </a:srgbClr>
                </a:solidFill>
                <a:latin typeface="Arial" charset="0"/>
                <a:ea typeface="黑体" pitchFamily="2" charset="-122"/>
                <a:cs typeface="Times New Roman" pitchFamily="18" charset="0"/>
              </a:rPr>
              <a:t>码值大，则返回值大于 </a:t>
            </a:r>
            <a:r>
              <a:rPr lang="en-US" altLang="zh-CN" sz="2800" b="1" dirty="0">
                <a:solidFill>
                  <a:srgbClr val="101C56">
                    <a:lumMod val="50000"/>
                  </a:srgbClr>
                </a:solidFill>
                <a:latin typeface="Arial" charset="0"/>
                <a:ea typeface="黑体" pitchFamily="2" charset="-122"/>
                <a:cs typeface="Times New Roman" pitchFamily="18" charset="0"/>
              </a:rPr>
              <a:t>0</a:t>
            </a:r>
            <a:r>
              <a:rPr lang="zh-CN" altLang="en-US" sz="2800" b="1" dirty="0">
                <a:solidFill>
                  <a:srgbClr val="101C56">
                    <a:lumMod val="50000"/>
                  </a:srgbClr>
                </a:solidFill>
                <a:latin typeface="Arial" charset="0"/>
                <a:ea typeface="黑体" pitchFamily="2" charset="-122"/>
                <a:cs typeface="Times New Roman" pitchFamily="18" charset="0"/>
              </a:rPr>
              <a:t>。</a:t>
            </a:r>
            <a:endParaRPr lang="en-US" altLang="zh-CN" sz="2800" b="1" dirty="0">
              <a:solidFill>
                <a:srgbClr val="101C56">
                  <a:lumMod val="50000"/>
                </a:srgbClr>
              </a:solidFill>
              <a:latin typeface="Arial" charset="0"/>
              <a:ea typeface="黑体" pitchFamily="2" charset="-122"/>
              <a:cs typeface="Times New Roman" pitchFamily="18" charset="0"/>
            </a:endParaRPr>
          </a:p>
        </p:txBody>
      </p:sp>
    </p:spTree>
    <p:extLst>
      <p:ext uri="{BB962C8B-B14F-4D97-AF65-F5344CB8AC3E}">
        <p14:creationId xmlns:p14="http://schemas.microsoft.com/office/powerpoint/2010/main" val="13666927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additive="base">
                                        <p:cTn id="1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additive="base">
                                        <p:cTn id="2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 calcmode="lin" valueType="num">
                                      <p:cBhvr additive="base">
                                        <p:cTn id="2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 calcmode="lin" valueType="num">
                                      <p:cBhvr additive="base">
                                        <p:cTn id="3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字符串比较举例</a:t>
            </a:r>
            <a:r>
              <a:rPr lang="en-US" altLang="zh-CN" b="0" dirty="0">
                <a:solidFill>
                  <a:srgbClr val="000000"/>
                </a:solidFill>
              </a:rPr>
              <a:t>-1</a:t>
            </a:r>
            <a:endParaRPr lang="zh-CN" altLang="en-US" b="0" dirty="0">
              <a:solidFill>
                <a:srgbClr val="000000"/>
              </a:solidFill>
            </a:endParaRPr>
          </a:p>
        </p:txBody>
      </p:sp>
      <p:pic>
        <p:nvPicPr>
          <p:cNvPr id="3" name="图片 2">
            <a:extLst>
              <a:ext uri="{FF2B5EF4-FFF2-40B4-BE49-F238E27FC236}">
                <a16:creationId xmlns:a16="http://schemas.microsoft.com/office/drawing/2014/main" id="{6C52BC08-5ADA-4602-B268-C56427901E3C}"/>
              </a:ext>
            </a:extLst>
          </p:cNvPr>
          <p:cNvPicPr>
            <a:picLocks noChangeAspect="1"/>
          </p:cNvPicPr>
          <p:nvPr/>
        </p:nvPicPr>
        <p:blipFill>
          <a:blip r:embed="rId2"/>
          <a:stretch>
            <a:fillRect/>
          </a:stretch>
        </p:blipFill>
        <p:spPr>
          <a:xfrm>
            <a:off x="1775520" y="1124744"/>
            <a:ext cx="8208912" cy="3761496"/>
          </a:xfrm>
          <a:prstGeom prst="rect">
            <a:avLst/>
          </a:prstGeom>
        </p:spPr>
      </p:pic>
      <p:pic>
        <p:nvPicPr>
          <p:cNvPr id="6" name="图片 5">
            <a:extLst>
              <a:ext uri="{FF2B5EF4-FFF2-40B4-BE49-F238E27FC236}">
                <a16:creationId xmlns:a16="http://schemas.microsoft.com/office/drawing/2014/main" id="{5475A971-4D49-447A-A9C6-2D1FE6CAFE40}"/>
              </a:ext>
            </a:extLst>
          </p:cNvPr>
          <p:cNvPicPr>
            <a:picLocks noChangeAspect="1"/>
          </p:cNvPicPr>
          <p:nvPr/>
        </p:nvPicPr>
        <p:blipFill>
          <a:blip r:embed="rId3"/>
          <a:stretch>
            <a:fillRect/>
          </a:stretch>
        </p:blipFill>
        <p:spPr>
          <a:xfrm>
            <a:off x="1847528" y="5157192"/>
            <a:ext cx="7560840" cy="1224136"/>
          </a:xfrm>
          <a:prstGeom prst="rect">
            <a:avLst/>
          </a:prstGeom>
        </p:spPr>
      </p:pic>
    </p:spTree>
    <p:extLst>
      <p:ext uri="{BB962C8B-B14F-4D97-AF65-F5344CB8AC3E}">
        <p14:creationId xmlns:p14="http://schemas.microsoft.com/office/powerpoint/2010/main" val="3288981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字符串比较举例</a:t>
            </a:r>
          </a:p>
        </p:txBody>
      </p:sp>
      <p:sp>
        <p:nvSpPr>
          <p:cNvPr id="5" name="Rectangle 3">
            <a:extLst>
              <a:ext uri="{FF2B5EF4-FFF2-40B4-BE49-F238E27FC236}">
                <a16:creationId xmlns:a16="http://schemas.microsoft.com/office/drawing/2014/main" id="{F61B9C2C-06EA-40C9-9DB9-2930091756AD}"/>
              </a:ext>
            </a:extLst>
          </p:cNvPr>
          <p:cNvSpPr>
            <a:spLocks noChangeArrowheads="1"/>
          </p:cNvSpPr>
          <p:nvPr/>
        </p:nvSpPr>
        <p:spPr bwMode="auto">
          <a:xfrm>
            <a:off x="1775520" y="1196752"/>
            <a:ext cx="8568952" cy="4752528"/>
          </a:xfrm>
          <a:prstGeom prst="rect">
            <a:avLst/>
          </a:prstGeom>
          <a:noFill/>
          <a:ln w="9525">
            <a:solidFill>
              <a:srgbClr val="00B050"/>
            </a:solidFill>
            <a:miter lim="800000"/>
            <a:headEnd/>
            <a:tailEnd/>
          </a:ln>
          <a:effec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400" b="1" dirty="0">
                <a:solidFill>
                  <a:srgbClr val="000000"/>
                </a:solidFill>
                <a:latin typeface="Consolas" panose="020B0609020204030204" pitchFamily="49" charset="0"/>
              </a:rPr>
              <a:t>1</a:t>
            </a:r>
            <a:r>
              <a:rPr lang="en-US" altLang="zh-CN" sz="2400" b="1" dirty="0">
                <a:solidFill>
                  <a:srgbClr val="7F0055"/>
                </a:solidFill>
                <a:latin typeface="Consolas" panose="020B0609020204030204" pitchFamily="49" charset="0"/>
              </a:rPr>
              <a:t> public</a:t>
            </a:r>
            <a:r>
              <a:rPr lang="en-US" altLang="zh-CN" sz="2400" b="1" dirty="0">
                <a:solidFill>
                  <a:srgbClr val="000000"/>
                </a:solidFill>
                <a:latin typeface="Consolas" panose="020B0609020204030204" pitchFamily="49" charset="0"/>
              </a:rPr>
              <a:t> </a:t>
            </a:r>
            <a:r>
              <a:rPr lang="en-US" altLang="zh-CN" sz="2400" b="1" dirty="0">
                <a:solidFill>
                  <a:srgbClr val="7F0055"/>
                </a:solidFill>
                <a:latin typeface="Consolas" panose="020B0609020204030204" pitchFamily="49" charset="0"/>
              </a:rPr>
              <a:t>class</a:t>
            </a:r>
            <a:r>
              <a:rPr lang="en-US" altLang="zh-CN" sz="2400" b="1" dirty="0">
                <a:solidFill>
                  <a:srgbClr val="000000"/>
                </a:solidFill>
                <a:latin typeface="Consolas" panose="020B0609020204030204" pitchFamily="49" charset="0"/>
              </a:rPr>
              <a:t> </a:t>
            </a:r>
            <a:r>
              <a:rPr lang="en-US" altLang="zh-CN" sz="2400" b="1" dirty="0" err="1">
                <a:solidFill>
                  <a:srgbClr val="000000"/>
                </a:solidFill>
                <a:latin typeface="Consolas" panose="020B0609020204030204" pitchFamily="49" charset="0"/>
              </a:rPr>
              <a:t>Stringdemo</a:t>
            </a:r>
            <a:r>
              <a:rPr lang="en-US" altLang="zh-CN" sz="2400" b="1" dirty="0">
                <a:solidFill>
                  <a:srgbClr val="000000"/>
                </a:solidFill>
                <a:latin typeface="Consolas" panose="020B0609020204030204" pitchFamily="49" charset="0"/>
              </a:rPr>
              <a:t> {</a:t>
            </a:r>
          </a:p>
          <a:p>
            <a:r>
              <a:rPr lang="en-US" altLang="zh-CN" sz="2400" b="1" dirty="0">
                <a:solidFill>
                  <a:srgbClr val="000000"/>
                </a:solidFill>
                <a:latin typeface="Consolas" panose="020B0609020204030204" pitchFamily="49" charset="0"/>
              </a:rPr>
              <a:t>2</a:t>
            </a:r>
            <a:r>
              <a:rPr lang="en-US" altLang="zh-CN" sz="2400" b="1" dirty="0">
                <a:solidFill>
                  <a:srgbClr val="7F0055"/>
                </a:solidFill>
                <a:latin typeface="Consolas" panose="020B0609020204030204" pitchFamily="49" charset="0"/>
              </a:rPr>
              <a:t> public</a:t>
            </a:r>
            <a:r>
              <a:rPr lang="en-US" altLang="zh-CN" sz="2400" b="1" dirty="0">
                <a:solidFill>
                  <a:srgbClr val="000000"/>
                </a:solidFill>
                <a:latin typeface="Consolas" panose="020B0609020204030204" pitchFamily="49" charset="0"/>
              </a:rPr>
              <a:t> </a:t>
            </a:r>
            <a:r>
              <a:rPr lang="en-US" altLang="zh-CN" sz="2400" b="1" dirty="0">
                <a:solidFill>
                  <a:srgbClr val="7F0055"/>
                </a:solidFill>
                <a:latin typeface="Consolas" panose="020B0609020204030204" pitchFamily="49" charset="0"/>
              </a:rPr>
              <a:t>static</a:t>
            </a:r>
            <a:r>
              <a:rPr lang="en-US" altLang="zh-CN" sz="2400" b="1" dirty="0">
                <a:solidFill>
                  <a:srgbClr val="000000"/>
                </a:solidFill>
                <a:latin typeface="Consolas" panose="020B0609020204030204" pitchFamily="49" charset="0"/>
              </a:rPr>
              <a:t> </a:t>
            </a:r>
            <a:r>
              <a:rPr lang="en-US" altLang="zh-CN" sz="2400" b="1" dirty="0">
                <a:solidFill>
                  <a:srgbClr val="7F0055"/>
                </a:solidFill>
                <a:latin typeface="Consolas" panose="020B0609020204030204" pitchFamily="49" charset="0"/>
              </a:rPr>
              <a:t>void</a:t>
            </a:r>
            <a:r>
              <a:rPr lang="en-US" altLang="zh-CN" sz="2400" b="1" dirty="0">
                <a:solidFill>
                  <a:srgbClr val="000000"/>
                </a:solidFill>
                <a:latin typeface="Consolas" panose="020B0609020204030204" pitchFamily="49" charset="0"/>
              </a:rPr>
              <a:t> main(String [] </a:t>
            </a:r>
            <a:r>
              <a:rPr lang="en-US" altLang="zh-CN" sz="2400" b="1" dirty="0" err="1">
                <a:solidFill>
                  <a:srgbClr val="6A3E3E"/>
                </a:solidFill>
                <a:latin typeface="Consolas" panose="020B0609020204030204" pitchFamily="49" charset="0"/>
              </a:rPr>
              <a:t>args</a:t>
            </a:r>
            <a:r>
              <a:rPr lang="en-US" altLang="zh-CN" sz="2400" b="1" dirty="0">
                <a:solidFill>
                  <a:srgbClr val="000000"/>
                </a:solidFill>
                <a:latin typeface="Consolas" panose="020B0609020204030204" pitchFamily="49" charset="0"/>
              </a:rPr>
              <a:t>) {</a:t>
            </a:r>
          </a:p>
          <a:p>
            <a:r>
              <a:rPr lang="en-US" altLang="zh-CN" sz="2400" dirty="0">
                <a:solidFill>
                  <a:srgbClr val="000000"/>
                </a:solidFill>
                <a:latin typeface="Consolas" panose="020B0609020204030204" pitchFamily="49" charset="0"/>
              </a:rPr>
              <a:t>3 String </a:t>
            </a:r>
            <a:r>
              <a:rPr lang="en-US" altLang="zh-CN" sz="2400" dirty="0">
                <a:solidFill>
                  <a:srgbClr val="6A3E3E"/>
                </a:solidFill>
                <a:latin typeface="Consolas" panose="020B0609020204030204" pitchFamily="49" charset="0"/>
              </a:rPr>
              <a:t>s1</a:t>
            </a:r>
            <a:r>
              <a:rPr lang="en-US" altLang="zh-CN" sz="2400" dirty="0">
                <a:solidFill>
                  <a:srgbClr val="000000"/>
                </a:solidFill>
                <a:latin typeface="Consolas" panose="020B0609020204030204" pitchFamily="49" charset="0"/>
              </a:rPr>
              <a:t> =</a:t>
            </a:r>
            <a:r>
              <a:rPr lang="en-US" altLang="zh-CN" sz="2400" b="1" dirty="0">
                <a:solidFill>
                  <a:srgbClr val="7F0055"/>
                </a:solidFill>
                <a:latin typeface="Consolas" panose="020B0609020204030204" pitchFamily="49" charset="0"/>
              </a:rPr>
              <a:t>new</a:t>
            </a:r>
            <a:r>
              <a:rPr lang="en-US" altLang="zh-CN" sz="2400" b="1" dirty="0">
                <a:solidFill>
                  <a:srgbClr val="000000"/>
                </a:solidFill>
                <a:latin typeface="Consolas" panose="020B0609020204030204" pitchFamily="49" charset="0"/>
              </a:rPr>
              <a:t> String(</a:t>
            </a:r>
            <a:r>
              <a:rPr lang="en-US" altLang="zh-CN" sz="2400" b="1" dirty="0">
                <a:solidFill>
                  <a:srgbClr val="2A00FF"/>
                </a:solidFill>
                <a:latin typeface="Consolas" panose="020B0609020204030204" pitchFamily="49" charset="0"/>
              </a:rPr>
              <a:t>“a"</a:t>
            </a:r>
            <a:r>
              <a:rPr lang="en-US" altLang="zh-CN" sz="2400" b="1" dirty="0">
                <a:solidFill>
                  <a:srgbClr val="000000"/>
                </a:solidFill>
                <a:latin typeface="Consolas" panose="020B0609020204030204" pitchFamily="49" charset="0"/>
              </a:rPr>
              <a:t>);</a:t>
            </a:r>
          </a:p>
          <a:p>
            <a:r>
              <a:rPr lang="en-US" altLang="zh-CN" sz="2400" dirty="0">
                <a:solidFill>
                  <a:srgbClr val="000000"/>
                </a:solidFill>
                <a:latin typeface="Consolas" panose="020B0609020204030204" pitchFamily="49" charset="0"/>
              </a:rPr>
              <a:t>4 String </a:t>
            </a:r>
            <a:r>
              <a:rPr lang="en-US" altLang="zh-CN" sz="2400" dirty="0">
                <a:solidFill>
                  <a:srgbClr val="6A3E3E"/>
                </a:solidFill>
                <a:latin typeface="Consolas" panose="020B0609020204030204" pitchFamily="49" charset="0"/>
              </a:rPr>
              <a:t>s2</a:t>
            </a:r>
            <a:r>
              <a:rPr lang="en-US" altLang="zh-CN" sz="2400" dirty="0">
                <a:solidFill>
                  <a:srgbClr val="000000"/>
                </a:solidFill>
                <a:latin typeface="Consolas" panose="020B0609020204030204" pitchFamily="49" charset="0"/>
              </a:rPr>
              <a:t> =</a:t>
            </a:r>
            <a:r>
              <a:rPr lang="en-US" altLang="zh-CN" sz="2400" b="1" dirty="0">
                <a:solidFill>
                  <a:srgbClr val="7F0055"/>
                </a:solidFill>
                <a:latin typeface="Consolas" panose="020B0609020204030204" pitchFamily="49" charset="0"/>
              </a:rPr>
              <a:t>new</a:t>
            </a:r>
            <a:r>
              <a:rPr lang="en-US" altLang="zh-CN" sz="2400" b="1" dirty="0">
                <a:solidFill>
                  <a:srgbClr val="000000"/>
                </a:solidFill>
                <a:latin typeface="Consolas" panose="020B0609020204030204" pitchFamily="49" charset="0"/>
              </a:rPr>
              <a:t> String(</a:t>
            </a:r>
            <a:r>
              <a:rPr lang="en-US" altLang="zh-CN" sz="2400" b="1" dirty="0">
                <a:solidFill>
                  <a:srgbClr val="2A00FF"/>
                </a:solidFill>
                <a:latin typeface="Consolas" panose="020B0609020204030204" pitchFamily="49" charset="0"/>
              </a:rPr>
              <a:t>“</a:t>
            </a:r>
            <a:r>
              <a:rPr lang="en-US" altLang="zh-CN" sz="2400" b="1" dirty="0" err="1">
                <a:solidFill>
                  <a:srgbClr val="2A00FF"/>
                </a:solidFill>
                <a:latin typeface="Consolas" panose="020B0609020204030204" pitchFamily="49" charset="0"/>
              </a:rPr>
              <a:t>Abce</a:t>
            </a:r>
            <a:r>
              <a:rPr lang="en-US" altLang="zh-CN" sz="2400" b="1" dirty="0">
                <a:solidFill>
                  <a:srgbClr val="2A00FF"/>
                </a:solidFill>
                <a:latin typeface="Consolas" panose="020B0609020204030204" pitchFamily="49" charset="0"/>
              </a:rPr>
              <a:t>"</a:t>
            </a:r>
            <a:r>
              <a:rPr lang="en-US" altLang="zh-CN" sz="2400" b="1" dirty="0">
                <a:solidFill>
                  <a:srgbClr val="000000"/>
                </a:solidFill>
                <a:latin typeface="Consolas" panose="020B0609020204030204" pitchFamily="49" charset="0"/>
              </a:rPr>
              <a:t>);</a:t>
            </a:r>
          </a:p>
          <a:p>
            <a:r>
              <a:rPr lang="en-US" altLang="zh-CN" sz="2400" b="1" dirty="0">
                <a:solidFill>
                  <a:srgbClr val="000000"/>
                </a:solidFill>
                <a:latin typeface="Consolas" panose="020B0609020204030204" pitchFamily="49" charset="0"/>
              </a:rPr>
              <a:t>5( </a:t>
            </a:r>
            <a:r>
              <a:rPr lang="en-US" altLang="zh-CN" sz="2400" b="1" dirty="0">
                <a:solidFill>
                  <a:srgbClr val="FF0000"/>
                </a:solidFill>
                <a:latin typeface="Consolas" panose="020B0609020204030204" pitchFamily="49" charset="0"/>
              </a:rPr>
              <a:t>if</a:t>
            </a:r>
            <a:r>
              <a:rPr lang="zh-CN" altLang="en-US" sz="2400" b="1" dirty="0">
                <a:solidFill>
                  <a:srgbClr val="FF0000"/>
                </a:solidFill>
                <a:latin typeface="Consolas" panose="020B0609020204030204" pitchFamily="49" charset="0"/>
              </a:rPr>
              <a:t>（</a:t>
            </a:r>
            <a:r>
              <a:rPr lang="en-US" altLang="zh-CN" sz="2400" b="1" dirty="0">
                <a:solidFill>
                  <a:srgbClr val="FF0000"/>
                </a:solidFill>
                <a:latin typeface="Consolas" panose="020B0609020204030204" pitchFamily="49" charset="0"/>
              </a:rPr>
              <a:t>s1.equals(s2)</a:t>
            </a:r>
            <a:r>
              <a:rPr lang="zh-CN" altLang="en-US" sz="2400" b="1" dirty="0">
                <a:solidFill>
                  <a:srgbClr val="FF0000"/>
                </a:solidFill>
                <a:latin typeface="Consolas" panose="020B0609020204030204" pitchFamily="49" charset="0"/>
              </a:rPr>
              <a:t>）</a:t>
            </a:r>
            <a:r>
              <a:rPr lang="en-US" altLang="zh-CN" sz="2400" b="1" dirty="0">
                <a:solidFill>
                  <a:srgbClr val="FF0000"/>
                </a:solidFill>
                <a:latin typeface="Consolas" panose="020B0609020204030204" pitchFamily="49" charset="0"/>
              </a:rPr>
              <a:t> </a:t>
            </a:r>
            <a:r>
              <a:rPr lang="en-US" altLang="zh-CN" sz="2400" b="1" dirty="0">
                <a:solidFill>
                  <a:srgbClr val="000000"/>
                </a:solidFill>
                <a:latin typeface="Consolas" panose="020B0609020204030204" pitchFamily="49" charset="0"/>
              </a:rPr>
              <a:t>)</a:t>
            </a:r>
          </a:p>
          <a:p>
            <a:r>
              <a:rPr lang="en-US" altLang="zh-CN" sz="2400" dirty="0">
                <a:solidFill>
                  <a:srgbClr val="000000"/>
                </a:solidFill>
                <a:latin typeface="Consolas" panose="020B0609020204030204" pitchFamily="49" charset="0"/>
              </a:rPr>
              <a:t>6  </a:t>
            </a:r>
            <a:r>
              <a:rPr lang="en-US" altLang="zh-CN" sz="2400" dirty="0" err="1">
                <a:solidFill>
                  <a:srgbClr val="000000"/>
                </a:solidFill>
                <a:latin typeface="Consolas" panose="020B0609020204030204" pitchFamily="49" charset="0"/>
              </a:rPr>
              <a:t>System.</a:t>
            </a:r>
            <a:r>
              <a:rPr lang="en-US" altLang="zh-CN" sz="2400" b="1" i="1" dirty="0" err="1">
                <a:solidFill>
                  <a:srgbClr val="0000C0"/>
                </a:solidFill>
                <a:latin typeface="Consolas" panose="020B0609020204030204" pitchFamily="49" charset="0"/>
              </a:rPr>
              <a:t>out</a:t>
            </a:r>
            <a:r>
              <a:rPr lang="en-US" altLang="zh-CN" sz="2400" b="1" i="1" dirty="0" err="1">
                <a:solidFill>
                  <a:srgbClr val="000000"/>
                </a:solidFill>
                <a:latin typeface="Consolas" panose="020B0609020204030204" pitchFamily="49" charset="0"/>
              </a:rPr>
              <a:t>.println</a:t>
            </a:r>
            <a:r>
              <a:rPr lang="en-US" altLang="zh-CN" sz="2400" b="1" i="1" dirty="0">
                <a:solidFill>
                  <a:srgbClr val="000000"/>
                </a:solidFill>
                <a:latin typeface="Consolas" panose="020B0609020204030204" pitchFamily="49" charset="0"/>
              </a:rPr>
              <a:t> (</a:t>
            </a:r>
            <a:r>
              <a:rPr lang="en-US" altLang="zh-CN" sz="2400" b="1" i="1" dirty="0">
                <a:solidFill>
                  <a:srgbClr val="2A00FF"/>
                </a:solidFill>
                <a:latin typeface="Consolas" panose="020B0609020204030204" pitchFamily="49" charset="0"/>
              </a:rPr>
              <a:t>"s1</a:t>
            </a:r>
            <a:r>
              <a:rPr lang="zh-CN" altLang="en-US" sz="2400" b="1" i="1" dirty="0">
                <a:solidFill>
                  <a:srgbClr val="2A00FF"/>
                </a:solidFill>
                <a:latin typeface="Consolas" panose="020B0609020204030204" pitchFamily="49" charset="0"/>
              </a:rPr>
              <a:t>大于</a:t>
            </a:r>
            <a:r>
              <a:rPr lang="en-US" altLang="zh-CN" sz="2400" b="1" i="1" dirty="0">
                <a:solidFill>
                  <a:srgbClr val="2A00FF"/>
                </a:solidFill>
                <a:latin typeface="Consolas" panose="020B0609020204030204" pitchFamily="49" charset="0"/>
              </a:rPr>
              <a:t>s2"</a:t>
            </a:r>
            <a:r>
              <a:rPr lang="en-US" altLang="zh-CN" sz="2400" b="1" i="1" dirty="0">
                <a:solidFill>
                  <a:srgbClr val="000000"/>
                </a:solidFill>
                <a:latin typeface="Consolas" panose="020B0609020204030204" pitchFamily="49" charset="0"/>
              </a:rPr>
              <a:t>); </a:t>
            </a:r>
          </a:p>
          <a:p>
            <a:r>
              <a:rPr lang="en-US" altLang="zh-CN" sz="2400" b="1" dirty="0">
                <a:solidFill>
                  <a:srgbClr val="000000"/>
                </a:solidFill>
                <a:latin typeface="Consolas" panose="020B0609020204030204" pitchFamily="49" charset="0"/>
              </a:rPr>
              <a:t>7</a:t>
            </a:r>
            <a:r>
              <a:rPr lang="en-US" altLang="zh-CN" sz="2400" b="1" dirty="0">
                <a:solidFill>
                  <a:srgbClr val="7F0055"/>
                </a:solidFill>
                <a:latin typeface="Consolas" panose="020B0609020204030204" pitchFamily="49" charset="0"/>
              </a:rPr>
              <a:t>( else  )</a:t>
            </a:r>
          </a:p>
          <a:p>
            <a:r>
              <a:rPr lang="en-US" altLang="zh-CN" sz="2400" dirty="0">
                <a:solidFill>
                  <a:srgbClr val="000000"/>
                </a:solidFill>
                <a:latin typeface="Consolas" panose="020B0609020204030204" pitchFamily="49" charset="0"/>
              </a:rPr>
              <a:t>8   </a:t>
            </a:r>
            <a:r>
              <a:rPr lang="en-US" altLang="zh-CN" sz="2400" dirty="0" err="1">
                <a:solidFill>
                  <a:srgbClr val="000000"/>
                </a:solidFill>
                <a:latin typeface="Consolas" panose="020B0609020204030204" pitchFamily="49" charset="0"/>
              </a:rPr>
              <a:t>System.</a:t>
            </a:r>
            <a:r>
              <a:rPr lang="en-US" altLang="zh-CN" sz="2400" b="1" i="1" dirty="0" err="1">
                <a:solidFill>
                  <a:srgbClr val="0000C0"/>
                </a:solidFill>
                <a:latin typeface="Consolas" panose="020B0609020204030204" pitchFamily="49" charset="0"/>
              </a:rPr>
              <a:t>out</a:t>
            </a:r>
            <a:r>
              <a:rPr lang="en-US" altLang="zh-CN" sz="2400" b="1" i="1" dirty="0" err="1">
                <a:solidFill>
                  <a:srgbClr val="000000"/>
                </a:solidFill>
                <a:latin typeface="Consolas" panose="020B0609020204030204" pitchFamily="49" charset="0"/>
              </a:rPr>
              <a:t>.println</a:t>
            </a:r>
            <a:r>
              <a:rPr lang="en-US" altLang="zh-CN" sz="2400" b="1" i="1" dirty="0">
                <a:solidFill>
                  <a:srgbClr val="000000"/>
                </a:solidFill>
                <a:latin typeface="Consolas" panose="020B0609020204030204" pitchFamily="49" charset="0"/>
              </a:rPr>
              <a:t> (</a:t>
            </a:r>
            <a:r>
              <a:rPr lang="en-US" altLang="zh-CN" sz="2400" b="1" i="1" dirty="0">
                <a:solidFill>
                  <a:srgbClr val="2A00FF"/>
                </a:solidFill>
                <a:latin typeface="Consolas" panose="020B0609020204030204" pitchFamily="49" charset="0"/>
              </a:rPr>
              <a:t>"s1</a:t>
            </a:r>
            <a:r>
              <a:rPr lang="zh-CN" altLang="en-US" sz="2400" b="1" i="1" dirty="0">
                <a:solidFill>
                  <a:srgbClr val="2A00FF"/>
                </a:solidFill>
                <a:latin typeface="Consolas" panose="020B0609020204030204" pitchFamily="49" charset="0"/>
              </a:rPr>
              <a:t>小于</a:t>
            </a:r>
            <a:r>
              <a:rPr lang="en-US" altLang="zh-CN" sz="2400" b="1" i="1" dirty="0">
                <a:solidFill>
                  <a:srgbClr val="2A00FF"/>
                </a:solidFill>
                <a:latin typeface="Consolas" panose="020B0609020204030204" pitchFamily="49" charset="0"/>
              </a:rPr>
              <a:t>s2"</a:t>
            </a:r>
            <a:r>
              <a:rPr lang="en-US" altLang="zh-CN" sz="2400" b="1" i="1" dirty="0">
                <a:solidFill>
                  <a:srgbClr val="000000"/>
                </a:solidFill>
                <a:latin typeface="Consolas" panose="020B0609020204030204" pitchFamily="49" charset="0"/>
              </a:rPr>
              <a:t>); </a:t>
            </a:r>
          </a:p>
          <a:p>
            <a:r>
              <a:rPr lang="zh-CN" altLang="en-US" sz="2400" dirty="0">
                <a:solidFill>
                  <a:srgbClr val="000000"/>
                </a:solidFill>
                <a:latin typeface="Consolas" panose="020B0609020204030204" pitchFamily="49" charset="0"/>
              </a:rPr>
              <a:t>  </a:t>
            </a:r>
            <a:r>
              <a:rPr lang="en-US" altLang="zh-CN" sz="2400" dirty="0">
                <a:solidFill>
                  <a:srgbClr val="000000"/>
                </a:solidFill>
                <a:latin typeface="Consolas" panose="020B0609020204030204" pitchFamily="49" charset="0"/>
              </a:rPr>
              <a:t>}</a:t>
            </a:r>
          </a:p>
          <a:p>
            <a:r>
              <a:rPr lang="en-US" altLang="zh-CN" sz="2400" dirty="0">
                <a:solidFill>
                  <a:srgbClr val="000000"/>
                </a:solidFill>
                <a:latin typeface="Consolas" panose="020B0609020204030204" pitchFamily="49" charset="0"/>
              </a:rPr>
              <a:t>}</a:t>
            </a:r>
            <a:endParaRPr lang="en-US" altLang="zh-CN" sz="3200" dirty="0">
              <a:solidFill>
                <a:srgbClr val="000000"/>
              </a:solidFill>
              <a:ea typeface="黑体" pitchFamily="2" charset="-122"/>
            </a:endParaRPr>
          </a:p>
        </p:txBody>
      </p:sp>
    </p:spTree>
    <p:extLst>
      <p:ext uri="{BB962C8B-B14F-4D97-AF65-F5344CB8AC3E}">
        <p14:creationId xmlns:p14="http://schemas.microsoft.com/office/powerpoint/2010/main" val="4035836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 calcmode="lin" valueType="num">
                                      <p:cBhvr additive="base">
                                        <p:cTn id="1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判断字符串前导字符串</a:t>
            </a:r>
          </a:p>
        </p:txBody>
      </p:sp>
      <p:sp>
        <p:nvSpPr>
          <p:cNvPr id="4" name="Rectangle 11">
            <a:extLst>
              <a:ext uri="{FF2B5EF4-FFF2-40B4-BE49-F238E27FC236}">
                <a16:creationId xmlns:a16="http://schemas.microsoft.com/office/drawing/2014/main" id="{04D43FF8-1732-4F22-99C3-47C6F984B75F}"/>
              </a:ext>
            </a:extLst>
          </p:cNvPr>
          <p:cNvSpPr>
            <a:spLocks noChangeArrowheads="1"/>
          </p:cNvSpPr>
          <p:nvPr/>
        </p:nvSpPr>
        <p:spPr bwMode="auto">
          <a:xfrm>
            <a:off x="1991544" y="1412777"/>
            <a:ext cx="5904656"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2800" b="1" dirty="0">
                <a:solidFill>
                  <a:srgbClr val="101C56"/>
                </a:solidFill>
                <a:ea typeface="黑体" pitchFamily="2" charset="-122"/>
              </a:rPr>
              <a:t>b</a:t>
            </a:r>
            <a:r>
              <a:rPr lang="en-US" altLang="zh-CN" sz="2800" b="1" dirty="0" err="1">
                <a:solidFill>
                  <a:srgbClr val="101C56"/>
                </a:solidFill>
                <a:ea typeface="黑体" pitchFamily="2" charset="-122"/>
              </a:rPr>
              <a:t>oolean</a:t>
            </a:r>
            <a:r>
              <a:rPr lang="en-US" altLang="zh-CN" sz="2800" b="1" dirty="0">
                <a:solidFill>
                  <a:srgbClr val="101C56"/>
                </a:solidFill>
                <a:ea typeface="黑体" pitchFamily="2" charset="-122"/>
              </a:rPr>
              <a:t> </a:t>
            </a:r>
            <a:r>
              <a:rPr lang="en-US" altLang="zh-CN" sz="2800" b="1" dirty="0" err="1">
                <a:solidFill>
                  <a:srgbClr val="101C56"/>
                </a:solidFill>
                <a:ea typeface="黑体" pitchFamily="2" charset="-122"/>
              </a:rPr>
              <a:t>startsWith</a:t>
            </a:r>
            <a:r>
              <a:rPr lang="en-US" altLang="zh-CN" sz="2800" b="1" dirty="0">
                <a:solidFill>
                  <a:srgbClr val="101C56"/>
                </a:solidFill>
                <a:ea typeface="黑体" pitchFamily="2" charset="-122"/>
              </a:rPr>
              <a:t>(String prefix)</a:t>
            </a:r>
          </a:p>
        </p:txBody>
      </p:sp>
      <p:sp>
        <p:nvSpPr>
          <p:cNvPr id="6" name="文本框 5">
            <a:extLst>
              <a:ext uri="{FF2B5EF4-FFF2-40B4-BE49-F238E27FC236}">
                <a16:creationId xmlns:a16="http://schemas.microsoft.com/office/drawing/2014/main" id="{55E322A6-7159-4CA2-883F-7778259289B5}"/>
              </a:ext>
            </a:extLst>
          </p:cNvPr>
          <p:cNvSpPr txBox="1"/>
          <p:nvPr/>
        </p:nvSpPr>
        <p:spPr>
          <a:xfrm>
            <a:off x="2063552" y="2276873"/>
            <a:ext cx="8136904" cy="954107"/>
          </a:xfrm>
          <a:prstGeom prst="rect">
            <a:avLst/>
          </a:prstGeom>
          <a:noFill/>
        </p:spPr>
        <p:txBody>
          <a:bodyPr wrap="square">
            <a:spAutoFit/>
          </a:bodyPr>
          <a:lstStyle/>
          <a:p>
            <a:pPr eaLnBrk="0" fontAlgn="base" hangingPunct="0">
              <a:spcBef>
                <a:spcPct val="0"/>
              </a:spcBef>
              <a:spcAft>
                <a:spcPct val="0"/>
              </a:spcAft>
              <a:defRPr/>
            </a:pPr>
            <a:r>
              <a:rPr lang="zh-CN" altLang="en-US" sz="2800" b="1" dirty="0">
                <a:solidFill>
                  <a:srgbClr val="FF0000"/>
                </a:solidFill>
                <a:latin typeface="Arial" charset="0"/>
                <a:ea typeface="黑体" pitchFamily="2" charset="-122"/>
                <a:cs typeface="Times New Roman" pitchFamily="18" charset="0"/>
              </a:rPr>
              <a:t>功能：</a:t>
            </a:r>
            <a:endParaRPr lang="en-US" altLang="zh-CN" sz="2800" b="1" dirty="0">
              <a:solidFill>
                <a:srgbClr val="FF0000"/>
              </a:solidFill>
              <a:latin typeface="Arial" charset="0"/>
              <a:ea typeface="黑体" pitchFamily="2" charset="-122"/>
              <a:cs typeface="Times New Roman" pitchFamily="18" charset="0"/>
            </a:endParaRPr>
          </a:p>
          <a:p>
            <a:pPr eaLnBrk="0" fontAlgn="base" hangingPunct="0">
              <a:spcBef>
                <a:spcPct val="0"/>
              </a:spcBef>
              <a:spcAft>
                <a:spcPct val="0"/>
              </a:spcAft>
              <a:defRPr/>
            </a:pPr>
            <a:r>
              <a:rPr lang="zh-CN" altLang="en-US" sz="2000" b="1" dirty="0">
                <a:solidFill>
                  <a:srgbClr val="101C56">
                    <a:lumMod val="50000"/>
                  </a:srgbClr>
                </a:solidFill>
                <a:latin typeface="Arial" charset="0"/>
                <a:ea typeface="黑体" pitchFamily="2" charset="-122"/>
                <a:cs typeface="Times New Roman" pitchFamily="18" charset="0"/>
              </a:rPr>
              <a:t>          </a:t>
            </a:r>
            <a:r>
              <a:rPr lang="zh-CN" altLang="en-US" sz="2800" b="1" dirty="0">
                <a:solidFill>
                  <a:srgbClr val="101C56">
                    <a:lumMod val="50000"/>
                  </a:srgbClr>
                </a:solidFill>
                <a:latin typeface="Arial" charset="0"/>
                <a:ea typeface="黑体" pitchFamily="2" charset="-122"/>
                <a:cs typeface="Times New Roman" pitchFamily="18" charset="0"/>
              </a:rPr>
              <a:t>判断当前的字符串是否以指定的</a:t>
            </a:r>
            <a:r>
              <a:rPr lang="en-US" altLang="zh-CN" sz="2800" b="1" dirty="0">
                <a:solidFill>
                  <a:srgbClr val="101C56">
                    <a:lumMod val="50000"/>
                  </a:srgbClr>
                </a:solidFill>
                <a:latin typeface="Arial" charset="0"/>
                <a:ea typeface="黑体" pitchFamily="2" charset="-122"/>
                <a:cs typeface="Times New Roman" pitchFamily="18" charset="0"/>
              </a:rPr>
              <a:t>prefix</a:t>
            </a:r>
            <a:r>
              <a:rPr lang="zh-CN" altLang="en-US" sz="2800" b="1" dirty="0">
                <a:solidFill>
                  <a:srgbClr val="101C56">
                    <a:lumMod val="50000"/>
                  </a:srgbClr>
                </a:solidFill>
                <a:latin typeface="Arial" charset="0"/>
                <a:ea typeface="黑体" pitchFamily="2" charset="-122"/>
                <a:cs typeface="Times New Roman" pitchFamily="18" charset="0"/>
              </a:rPr>
              <a:t>结尾。</a:t>
            </a:r>
            <a:endParaRPr lang="zh-CN" altLang="en-US" sz="3200" b="1" dirty="0">
              <a:solidFill>
                <a:srgbClr val="101C56">
                  <a:lumMod val="50000"/>
                </a:srgbClr>
              </a:solidFill>
              <a:latin typeface="Arial" charset="0"/>
              <a:ea typeface="黑体" pitchFamily="2" charset="-122"/>
              <a:cs typeface="Times New Roman" pitchFamily="18" charset="0"/>
            </a:endParaRPr>
          </a:p>
        </p:txBody>
      </p:sp>
    </p:spTree>
    <p:extLst>
      <p:ext uri="{BB962C8B-B14F-4D97-AF65-F5344CB8AC3E}">
        <p14:creationId xmlns:p14="http://schemas.microsoft.com/office/powerpoint/2010/main" val="16348675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课堂练习</a:t>
            </a:r>
          </a:p>
        </p:txBody>
      </p:sp>
      <p:sp>
        <p:nvSpPr>
          <p:cNvPr id="6" name="文本框 5">
            <a:extLst>
              <a:ext uri="{FF2B5EF4-FFF2-40B4-BE49-F238E27FC236}">
                <a16:creationId xmlns:a16="http://schemas.microsoft.com/office/drawing/2014/main" id="{55E322A6-7159-4CA2-883F-7778259289B5}"/>
              </a:ext>
            </a:extLst>
          </p:cNvPr>
          <p:cNvSpPr txBox="1"/>
          <p:nvPr/>
        </p:nvSpPr>
        <p:spPr>
          <a:xfrm>
            <a:off x="1703512" y="1196753"/>
            <a:ext cx="8136904" cy="584775"/>
          </a:xfrm>
          <a:prstGeom prst="rect">
            <a:avLst/>
          </a:prstGeom>
          <a:noFill/>
        </p:spPr>
        <p:txBody>
          <a:bodyPr wrap="square">
            <a:spAutoFit/>
          </a:bodyPr>
          <a:lstStyle/>
          <a:p>
            <a:pPr eaLnBrk="0" fontAlgn="base" hangingPunct="0">
              <a:spcBef>
                <a:spcPct val="0"/>
              </a:spcBef>
              <a:spcAft>
                <a:spcPct val="0"/>
              </a:spcAft>
              <a:defRPr/>
            </a:pPr>
            <a:r>
              <a:rPr lang="zh-CN" altLang="en-US" sz="3200" b="1" dirty="0">
                <a:solidFill>
                  <a:srgbClr val="000000"/>
                </a:solidFill>
                <a:latin typeface="Arial" charset="0"/>
                <a:ea typeface="黑体" pitchFamily="2" charset="-122"/>
                <a:cs typeface="Times New Roman" pitchFamily="18" charset="0"/>
              </a:rPr>
              <a:t>统计</a:t>
            </a:r>
            <a:r>
              <a:rPr lang="en-US" altLang="zh-CN" sz="3200" b="1" dirty="0">
                <a:solidFill>
                  <a:srgbClr val="000000"/>
                </a:solidFill>
                <a:latin typeface="Arial" charset="0"/>
                <a:ea typeface="黑体" pitchFamily="2" charset="-122"/>
                <a:cs typeface="Times New Roman" pitchFamily="18" charset="0"/>
              </a:rPr>
              <a:t>2024</a:t>
            </a:r>
            <a:r>
              <a:rPr lang="zh-CN" altLang="en-US" sz="3200" b="1" dirty="0">
                <a:solidFill>
                  <a:srgbClr val="000000"/>
                </a:solidFill>
                <a:latin typeface="Arial" charset="0"/>
                <a:ea typeface="黑体" pitchFamily="2" charset="-122"/>
                <a:cs typeface="Times New Roman" pitchFamily="18" charset="0"/>
              </a:rPr>
              <a:t>级学生的人数。</a:t>
            </a:r>
            <a:endParaRPr lang="en-US" altLang="zh-CN" sz="3200" b="1" dirty="0">
              <a:solidFill>
                <a:srgbClr val="000000"/>
              </a:solidFill>
              <a:latin typeface="Arial" charset="0"/>
              <a:ea typeface="黑体" pitchFamily="2" charset="-122"/>
              <a:cs typeface="Times New Roman" pitchFamily="18" charset="0"/>
            </a:endParaRPr>
          </a:p>
        </p:txBody>
      </p:sp>
      <p:sp>
        <p:nvSpPr>
          <p:cNvPr id="5" name="文本框 4">
            <a:extLst>
              <a:ext uri="{FF2B5EF4-FFF2-40B4-BE49-F238E27FC236}">
                <a16:creationId xmlns:a16="http://schemas.microsoft.com/office/drawing/2014/main" id="{0242D59D-2B61-442A-84E0-70C948E7ED46}"/>
              </a:ext>
            </a:extLst>
          </p:cNvPr>
          <p:cNvSpPr txBox="1"/>
          <p:nvPr/>
        </p:nvSpPr>
        <p:spPr>
          <a:xfrm>
            <a:off x="1703512" y="1916832"/>
            <a:ext cx="8136904" cy="2185214"/>
          </a:xfrm>
          <a:prstGeom prst="rect">
            <a:avLst/>
          </a:prstGeom>
          <a:noFill/>
        </p:spPr>
        <p:txBody>
          <a:bodyPr wrap="square">
            <a:spAutoFit/>
          </a:bodyPr>
          <a:lstStyle/>
          <a:p>
            <a:pPr eaLnBrk="0" fontAlgn="base" hangingPunct="0">
              <a:spcBef>
                <a:spcPct val="0"/>
              </a:spcBef>
              <a:spcAft>
                <a:spcPct val="0"/>
              </a:spcAft>
              <a:defRPr/>
            </a:pPr>
            <a:r>
              <a:rPr lang="zh-CN" altLang="en-US" sz="3200" b="1" dirty="0">
                <a:solidFill>
                  <a:srgbClr val="000000"/>
                </a:solidFill>
                <a:latin typeface="Arial" charset="0"/>
                <a:ea typeface="黑体" pitchFamily="2" charset="-122"/>
                <a:cs typeface="Times New Roman" pitchFamily="18" charset="0"/>
              </a:rPr>
              <a:t>前期项目：</a:t>
            </a:r>
            <a:endParaRPr lang="en-US" altLang="zh-CN" sz="3200" b="1" dirty="0">
              <a:solidFill>
                <a:srgbClr val="000000"/>
              </a:solidFill>
              <a:latin typeface="Arial" charset="0"/>
              <a:ea typeface="黑体" pitchFamily="2" charset="-122"/>
              <a:cs typeface="Times New Roman" pitchFamily="18" charset="0"/>
            </a:endParaRPr>
          </a:p>
          <a:p>
            <a:pPr eaLnBrk="0" fontAlgn="base" hangingPunct="0">
              <a:spcBef>
                <a:spcPct val="0"/>
              </a:spcBef>
              <a:spcAft>
                <a:spcPct val="0"/>
              </a:spcAft>
              <a:defRPr/>
            </a:pPr>
            <a:r>
              <a:rPr lang="zh-CN" altLang="zh-CN" sz="3200" b="1" dirty="0">
                <a:solidFill>
                  <a:srgbClr val="000000"/>
                </a:solidFill>
                <a:latin typeface="Arial" charset="0"/>
                <a:ea typeface="黑体" pitchFamily="2" charset="-122"/>
                <a:cs typeface="Times New Roman" pitchFamily="18" charset="0"/>
              </a:rPr>
              <a:t>①</a:t>
            </a:r>
            <a:r>
              <a:rPr lang="en-US" altLang="zh-CN" sz="3200" b="1" dirty="0">
                <a:solidFill>
                  <a:srgbClr val="000000"/>
                </a:solidFill>
                <a:latin typeface="Arial" charset="0"/>
                <a:ea typeface="黑体" pitchFamily="2" charset="-122"/>
                <a:cs typeface="Times New Roman" pitchFamily="18" charset="0"/>
              </a:rPr>
              <a:t> </a:t>
            </a:r>
            <a:r>
              <a:rPr lang="zh-CN" altLang="en-US" sz="3200" b="1" dirty="0">
                <a:solidFill>
                  <a:srgbClr val="000000"/>
                </a:solidFill>
                <a:latin typeface="Arial" charset="0"/>
                <a:ea typeface="黑体" pitchFamily="2" charset="-122"/>
                <a:cs typeface="Times New Roman" pitchFamily="18" charset="0"/>
              </a:rPr>
              <a:t>设计</a:t>
            </a:r>
            <a:r>
              <a:rPr lang="en-US" altLang="zh-CN" sz="3200" b="1" dirty="0">
                <a:solidFill>
                  <a:srgbClr val="000000"/>
                </a:solidFill>
                <a:latin typeface="Arial" charset="0"/>
                <a:ea typeface="黑体" pitchFamily="2" charset="-122"/>
                <a:cs typeface="Times New Roman" pitchFamily="18" charset="0"/>
              </a:rPr>
              <a:t>Student</a:t>
            </a:r>
            <a:r>
              <a:rPr lang="zh-CN" altLang="en-US" sz="3200" b="1" dirty="0">
                <a:solidFill>
                  <a:srgbClr val="000000"/>
                </a:solidFill>
                <a:latin typeface="Arial" charset="0"/>
                <a:ea typeface="黑体" pitchFamily="2" charset="-122"/>
                <a:cs typeface="Times New Roman" pitchFamily="18" charset="0"/>
              </a:rPr>
              <a:t>类。</a:t>
            </a:r>
            <a:endParaRPr lang="en-US" altLang="zh-CN" sz="3200" b="1" dirty="0">
              <a:solidFill>
                <a:srgbClr val="000000"/>
              </a:solidFill>
              <a:latin typeface="Arial" charset="0"/>
              <a:ea typeface="黑体" pitchFamily="2" charset="-122"/>
              <a:cs typeface="Times New Roman" pitchFamily="18" charset="0"/>
            </a:endParaRPr>
          </a:p>
          <a:p>
            <a:pPr eaLnBrk="0" fontAlgn="base" hangingPunct="0">
              <a:spcBef>
                <a:spcPct val="0"/>
              </a:spcBef>
              <a:spcAft>
                <a:spcPct val="0"/>
              </a:spcAft>
              <a:defRPr/>
            </a:pPr>
            <a:r>
              <a:rPr lang="en-US" altLang="zh-CN" sz="3600" b="1" dirty="0">
                <a:solidFill>
                  <a:srgbClr val="000000"/>
                </a:solidFill>
                <a:latin typeface="Arial" charset="0"/>
                <a:ea typeface="黑体" pitchFamily="2" charset="-122"/>
                <a:cs typeface="Times New Roman" pitchFamily="18" charset="0"/>
              </a:rPr>
              <a:t>   </a:t>
            </a:r>
          </a:p>
          <a:p>
            <a:pPr eaLnBrk="0" fontAlgn="base" hangingPunct="0">
              <a:spcBef>
                <a:spcPct val="0"/>
              </a:spcBef>
              <a:spcAft>
                <a:spcPct val="0"/>
              </a:spcAft>
              <a:defRPr/>
            </a:pPr>
            <a:endParaRPr lang="en-US" altLang="zh-CN" sz="3600" b="1" dirty="0">
              <a:solidFill>
                <a:srgbClr val="000000"/>
              </a:solidFill>
              <a:latin typeface="Arial" charset="0"/>
              <a:ea typeface="黑体" pitchFamily="2" charset="-122"/>
              <a:cs typeface="Times New Roman" pitchFamily="18" charset="0"/>
            </a:endParaRPr>
          </a:p>
        </p:txBody>
      </p:sp>
      <p:sp>
        <p:nvSpPr>
          <p:cNvPr id="7" name="Rectangle 3">
            <a:extLst>
              <a:ext uri="{FF2B5EF4-FFF2-40B4-BE49-F238E27FC236}">
                <a16:creationId xmlns:a16="http://schemas.microsoft.com/office/drawing/2014/main" id="{163DD0E2-D789-47A7-B04C-7F3EE785CA33}"/>
              </a:ext>
            </a:extLst>
          </p:cNvPr>
          <p:cNvSpPr>
            <a:spLocks noChangeArrowheads="1"/>
          </p:cNvSpPr>
          <p:nvPr/>
        </p:nvSpPr>
        <p:spPr bwMode="auto">
          <a:xfrm>
            <a:off x="1991544" y="3140968"/>
            <a:ext cx="7562850" cy="936104"/>
          </a:xfrm>
          <a:prstGeom prst="rect">
            <a:avLst/>
          </a:prstGeom>
          <a:gradFill rotWithShape="1">
            <a:gsLst>
              <a:gs pos="0">
                <a:schemeClr val="accent1"/>
              </a:gs>
              <a:gs pos="100000">
                <a:srgbClr val="FFFFFF"/>
              </a:gs>
            </a:gsLst>
            <a:lin ang="5400000" scaled="1"/>
          </a:gra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a:solidFill>
                  <a:srgbClr val="000000"/>
                </a:solidFill>
                <a:ea typeface="黑体" pitchFamily="2" charset="-122"/>
              </a:rPr>
              <a:t>class </a:t>
            </a:r>
            <a:r>
              <a:rPr lang="en-US" altLang="zh-CN" sz="2400" b="1" dirty="0">
                <a:solidFill>
                  <a:srgbClr val="000000"/>
                </a:solidFill>
                <a:ea typeface="黑体" pitchFamily="2" charset="-122"/>
                <a:cs typeface="Times New Roman" pitchFamily="18" charset="0"/>
              </a:rPr>
              <a:t>Student{ String</a:t>
            </a:r>
            <a:r>
              <a:rPr lang="zh-CN" altLang="en-US" sz="2400" b="1" dirty="0">
                <a:solidFill>
                  <a:srgbClr val="000000"/>
                </a:solidFill>
                <a:ea typeface="黑体" pitchFamily="2" charset="-122"/>
                <a:cs typeface="Times New Roman" pitchFamily="18" charset="0"/>
              </a:rPr>
              <a:t>  </a:t>
            </a:r>
            <a:r>
              <a:rPr lang="en-US" altLang="zh-CN" sz="2400" b="1" dirty="0" err="1">
                <a:solidFill>
                  <a:srgbClr val="000000"/>
                </a:solidFill>
                <a:ea typeface="黑体" pitchFamily="2" charset="-122"/>
                <a:cs typeface="Times New Roman" pitchFamily="18" charset="0"/>
              </a:rPr>
              <a:t>id;String</a:t>
            </a:r>
            <a:r>
              <a:rPr lang="en-US" altLang="zh-CN" sz="2400" b="1" dirty="0">
                <a:solidFill>
                  <a:srgbClr val="000000"/>
                </a:solidFill>
                <a:ea typeface="黑体" pitchFamily="2" charset="-122"/>
                <a:cs typeface="Times New Roman" pitchFamily="18" charset="0"/>
              </a:rPr>
              <a:t> </a:t>
            </a:r>
            <a:r>
              <a:rPr lang="en-US" altLang="zh-CN" sz="2400" b="1" dirty="0" err="1">
                <a:solidFill>
                  <a:srgbClr val="000000"/>
                </a:solidFill>
                <a:ea typeface="黑体" pitchFamily="2" charset="-122"/>
                <a:cs typeface="Times New Roman" pitchFamily="18" charset="0"/>
              </a:rPr>
              <a:t>name;String</a:t>
            </a:r>
            <a:r>
              <a:rPr lang="en-US" altLang="zh-CN" sz="2400" b="1" dirty="0">
                <a:solidFill>
                  <a:srgbClr val="000000"/>
                </a:solidFill>
                <a:ea typeface="黑体" pitchFamily="2" charset="-122"/>
                <a:cs typeface="Times New Roman" pitchFamily="18" charset="0"/>
              </a:rPr>
              <a:t> major;</a:t>
            </a:r>
          </a:p>
          <a:p>
            <a:pPr eaLnBrk="1" hangingPunct="1"/>
            <a:r>
              <a:rPr lang="en-US" altLang="zh-CN" sz="2400" b="1" dirty="0">
                <a:solidFill>
                  <a:srgbClr val="000000"/>
                </a:solidFill>
                <a:ea typeface="黑体" pitchFamily="2" charset="-122"/>
                <a:cs typeface="Times New Roman" pitchFamily="18" charset="0"/>
              </a:rPr>
              <a:t>……}</a:t>
            </a:r>
            <a:endParaRPr lang="en-US" altLang="zh-CN" sz="2400" b="1" dirty="0">
              <a:solidFill>
                <a:srgbClr val="000000"/>
              </a:solidFill>
              <a:ea typeface="黑体" pitchFamily="2" charset="-122"/>
            </a:endParaRPr>
          </a:p>
        </p:txBody>
      </p:sp>
      <p:sp>
        <p:nvSpPr>
          <p:cNvPr id="8" name="文本框 7">
            <a:extLst>
              <a:ext uri="{FF2B5EF4-FFF2-40B4-BE49-F238E27FC236}">
                <a16:creationId xmlns:a16="http://schemas.microsoft.com/office/drawing/2014/main" id="{7ADA8A95-E6A2-42C7-9990-C8FAF224AB7F}"/>
              </a:ext>
            </a:extLst>
          </p:cNvPr>
          <p:cNvSpPr txBox="1"/>
          <p:nvPr/>
        </p:nvSpPr>
        <p:spPr>
          <a:xfrm>
            <a:off x="1673118" y="4365104"/>
            <a:ext cx="8964488" cy="1077218"/>
          </a:xfrm>
          <a:prstGeom prst="rect">
            <a:avLst/>
          </a:prstGeom>
          <a:noFill/>
        </p:spPr>
        <p:txBody>
          <a:bodyPr wrap="square">
            <a:spAutoFit/>
          </a:bodyPr>
          <a:lstStyle/>
          <a:p>
            <a:pPr eaLnBrk="0" fontAlgn="base" hangingPunct="0">
              <a:spcBef>
                <a:spcPct val="0"/>
              </a:spcBef>
              <a:spcAft>
                <a:spcPct val="0"/>
              </a:spcAft>
              <a:defRPr/>
            </a:pPr>
            <a:r>
              <a:rPr lang="zh-CN" altLang="en-US" sz="3200" b="1" dirty="0">
                <a:solidFill>
                  <a:srgbClr val="000000"/>
                </a:solidFill>
                <a:latin typeface="Calibri" panose="020F0502020204030204" pitchFamily="34" charset="0"/>
                <a:ea typeface="黑体" pitchFamily="2" charset="-122"/>
                <a:cs typeface="Calibri" panose="020F0502020204030204" pitchFamily="34" charset="0"/>
              </a:rPr>
              <a:t>②</a:t>
            </a:r>
            <a:r>
              <a:rPr lang="en-US" altLang="zh-CN" sz="3200" b="1" dirty="0">
                <a:solidFill>
                  <a:srgbClr val="000000"/>
                </a:solidFill>
                <a:latin typeface="Calibri" panose="020F0502020204030204" pitchFamily="34" charset="0"/>
                <a:ea typeface="黑体" pitchFamily="2" charset="-122"/>
                <a:cs typeface="Calibri" panose="020F0502020204030204" pitchFamily="34" charset="0"/>
              </a:rPr>
              <a:t>Test</a:t>
            </a:r>
            <a:r>
              <a:rPr lang="zh-CN" altLang="en-US" sz="3200" b="1" dirty="0">
                <a:solidFill>
                  <a:srgbClr val="000000"/>
                </a:solidFill>
                <a:latin typeface="Arial" charset="0"/>
                <a:ea typeface="黑体" pitchFamily="2" charset="-122"/>
                <a:cs typeface="Times New Roman" pitchFamily="18" charset="0"/>
              </a:rPr>
              <a:t>主类的</a:t>
            </a:r>
            <a:r>
              <a:rPr lang="en-US" altLang="zh-CN" sz="3200" b="1" dirty="0">
                <a:solidFill>
                  <a:srgbClr val="000000"/>
                </a:solidFill>
                <a:latin typeface="Arial" charset="0"/>
                <a:ea typeface="黑体" pitchFamily="2" charset="-122"/>
                <a:cs typeface="Times New Roman" pitchFamily="18" charset="0"/>
              </a:rPr>
              <a:t>main()</a:t>
            </a:r>
            <a:r>
              <a:rPr lang="zh-CN" altLang="en-US" sz="3200" b="1" dirty="0">
                <a:solidFill>
                  <a:srgbClr val="000000"/>
                </a:solidFill>
                <a:latin typeface="Arial" charset="0"/>
                <a:ea typeface="黑体" pitchFamily="2" charset="-122"/>
                <a:cs typeface="Times New Roman" pitchFamily="18" charset="0"/>
              </a:rPr>
              <a:t>方法中，初始化多个学生对象。</a:t>
            </a:r>
            <a:endParaRPr lang="en-US" altLang="zh-CN" sz="3200" b="1" dirty="0">
              <a:solidFill>
                <a:srgbClr val="000000"/>
              </a:solidFill>
              <a:latin typeface="Arial" charset="0"/>
              <a:ea typeface="黑体" pitchFamily="2" charset="-122"/>
              <a:cs typeface="Times New Roman" pitchFamily="18" charset="0"/>
            </a:endParaRPr>
          </a:p>
        </p:txBody>
      </p:sp>
      <p:sp>
        <p:nvSpPr>
          <p:cNvPr id="9" name="文本框 8">
            <a:extLst>
              <a:ext uri="{FF2B5EF4-FFF2-40B4-BE49-F238E27FC236}">
                <a16:creationId xmlns:a16="http://schemas.microsoft.com/office/drawing/2014/main" id="{68A01D8F-57E0-45A8-9CEE-BC379D524369}"/>
              </a:ext>
            </a:extLst>
          </p:cNvPr>
          <p:cNvSpPr txBox="1"/>
          <p:nvPr/>
        </p:nvSpPr>
        <p:spPr>
          <a:xfrm>
            <a:off x="1671690" y="5445225"/>
            <a:ext cx="8964488" cy="584775"/>
          </a:xfrm>
          <a:prstGeom prst="rect">
            <a:avLst/>
          </a:prstGeom>
          <a:noFill/>
        </p:spPr>
        <p:txBody>
          <a:bodyPr wrap="square">
            <a:spAutoFit/>
          </a:bodyPr>
          <a:lstStyle/>
          <a:p>
            <a:pPr eaLnBrk="0" fontAlgn="base" hangingPunct="0">
              <a:spcBef>
                <a:spcPct val="0"/>
              </a:spcBef>
              <a:spcAft>
                <a:spcPct val="0"/>
              </a:spcAft>
              <a:defRPr/>
            </a:pPr>
            <a:r>
              <a:rPr lang="zh-CN" altLang="en-US" sz="3200" b="1" dirty="0">
                <a:solidFill>
                  <a:srgbClr val="000000"/>
                </a:solidFill>
                <a:latin typeface="Calibri" panose="020F0502020204030204" pitchFamily="34" charset="0"/>
                <a:ea typeface="黑体" pitchFamily="2" charset="-122"/>
                <a:cs typeface="Calibri" panose="020F0502020204030204" pitchFamily="34" charset="0"/>
              </a:rPr>
              <a:t>③ </a:t>
            </a:r>
            <a:r>
              <a:rPr lang="en-US" altLang="zh-CN" sz="3200" b="1" dirty="0" err="1">
                <a:solidFill>
                  <a:srgbClr val="000000"/>
                </a:solidFill>
                <a:latin typeface="Calibri" panose="020F0502020204030204" pitchFamily="34" charset="0"/>
                <a:ea typeface="黑体" pitchFamily="2" charset="-122"/>
                <a:cs typeface="Calibri" panose="020F0502020204030204" pitchFamily="34" charset="0"/>
              </a:rPr>
              <a:t>getSumStu</a:t>
            </a:r>
            <a:r>
              <a:rPr lang="en-US" altLang="zh-CN" sz="3200" b="1" dirty="0">
                <a:solidFill>
                  <a:srgbClr val="000000"/>
                </a:solidFill>
                <a:latin typeface="Calibri" panose="020F0502020204030204" pitchFamily="34" charset="0"/>
                <a:ea typeface="黑体" pitchFamily="2" charset="-122"/>
                <a:cs typeface="Calibri" panose="020F0502020204030204" pitchFamily="34" charset="0"/>
              </a:rPr>
              <a:t>()</a:t>
            </a:r>
            <a:endParaRPr lang="en-US" altLang="zh-CN" sz="3200" b="1" dirty="0">
              <a:solidFill>
                <a:srgbClr val="000000"/>
              </a:solidFill>
              <a:latin typeface="Arial" charset="0"/>
              <a:ea typeface="黑体" pitchFamily="2" charset="-122"/>
              <a:cs typeface="Times New Roman" pitchFamily="18" charset="0"/>
            </a:endParaRPr>
          </a:p>
        </p:txBody>
      </p:sp>
    </p:spTree>
    <p:extLst>
      <p:ext uri="{BB962C8B-B14F-4D97-AF65-F5344CB8AC3E}">
        <p14:creationId xmlns:p14="http://schemas.microsoft.com/office/powerpoint/2010/main" val="42174139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animBg="1"/>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课堂练习</a:t>
            </a:r>
            <a:r>
              <a:rPr lang="en-US" altLang="zh-CN" b="0" dirty="0">
                <a:solidFill>
                  <a:srgbClr val="000000"/>
                </a:solidFill>
              </a:rPr>
              <a:t>-2</a:t>
            </a:r>
            <a:endParaRPr lang="zh-CN" altLang="en-US" b="0" dirty="0">
              <a:solidFill>
                <a:srgbClr val="000000"/>
              </a:solidFill>
            </a:endParaRPr>
          </a:p>
        </p:txBody>
      </p:sp>
      <p:sp>
        <p:nvSpPr>
          <p:cNvPr id="5" name="文本框 4">
            <a:extLst>
              <a:ext uri="{FF2B5EF4-FFF2-40B4-BE49-F238E27FC236}">
                <a16:creationId xmlns:a16="http://schemas.microsoft.com/office/drawing/2014/main" id="{0242D59D-2B61-442A-84E0-70C948E7ED46}"/>
              </a:ext>
            </a:extLst>
          </p:cNvPr>
          <p:cNvSpPr txBox="1"/>
          <p:nvPr/>
        </p:nvSpPr>
        <p:spPr>
          <a:xfrm>
            <a:off x="1524000" y="404665"/>
            <a:ext cx="8136904" cy="1200329"/>
          </a:xfrm>
          <a:prstGeom prst="rect">
            <a:avLst/>
          </a:prstGeom>
          <a:noFill/>
        </p:spPr>
        <p:txBody>
          <a:bodyPr wrap="square">
            <a:spAutoFit/>
          </a:bodyPr>
          <a:lstStyle/>
          <a:p>
            <a:pPr eaLnBrk="0" fontAlgn="base" hangingPunct="0">
              <a:spcBef>
                <a:spcPct val="0"/>
              </a:spcBef>
              <a:spcAft>
                <a:spcPct val="0"/>
              </a:spcAft>
              <a:defRPr/>
            </a:pPr>
            <a:r>
              <a:rPr lang="en-US" altLang="zh-CN" sz="3600" b="1" dirty="0">
                <a:solidFill>
                  <a:srgbClr val="000000"/>
                </a:solidFill>
                <a:latin typeface="Arial" charset="0"/>
                <a:ea typeface="黑体" pitchFamily="2" charset="-122"/>
                <a:cs typeface="Times New Roman" pitchFamily="18" charset="0"/>
              </a:rPr>
              <a:t>   </a:t>
            </a:r>
          </a:p>
          <a:p>
            <a:pPr eaLnBrk="0" fontAlgn="base" hangingPunct="0">
              <a:spcBef>
                <a:spcPct val="0"/>
              </a:spcBef>
              <a:spcAft>
                <a:spcPct val="0"/>
              </a:spcAft>
              <a:defRPr/>
            </a:pPr>
            <a:endParaRPr lang="en-US" altLang="zh-CN" sz="3600" b="1" dirty="0">
              <a:solidFill>
                <a:srgbClr val="000000"/>
              </a:solidFill>
              <a:latin typeface="Arial" charset="0"/>
              <a:ea typeface="黑体" pitchFamily="2" charset="-122"/>
              <a:cs typeface="Times New Roman" pitchFamily="18" charset="0"/>
            </a:endParaRPr>
          </a:p>
        </p:txBody>
      </p:sp>
      <p:sp>
        <p:nvSpPr>
          <p:cNvPr id="7" name="Rectangle 3">
            <a:extLst>
              <a:ext uri="{FF2B5EF4-FFF2-40B4-BE49-F238E27FC236}">
                <a16:creationId xmlns:a16="http://schemas.microsoft.com/office/drawing/2014/main" id="{163DD0E2-D789-47A7-B04C-7F3EE785CA33}"/>
              </a:ext>
            </a:extLst>
          </p:cNvPr>
          <p:cNvSpPr>
            <a:spLocks noChangeArrowheads="1"/>
          </p:cNvSpPr>
          <p:nvPr/>
        </p:nvSpPr>
        <p:spPr bwMode="auto">
          <a:xfrm>
            <a:off x="1775520" y="1268760"/>
            <a:ext cx="7562850" cy="3096344"/>
          </a:xfrm>
          <a:prstGeom prst="rect">
            <a:avLst/>
          </a:prstGeom>
          <a:gradFill rotWithShape="1">
            <a:gsLst>
              <a:gs pos="0">
                <a:schemeClr val="accent1"/>
              </a:gs>
              <a:gs pos="100000">
                <a:srgbClr val="FFFFFF"/>
              </a:gs>
            </a:gsLst>
            <a:lin ang="5400000" scaled="1"/>
          </a:gra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2400" b="1" dirty="0" err="1">
                <a:solidFill>
                  <a:srgbClr val="000000"/>
                </a:solidFill>
                <a:latin typeface="Calibri" panose="020F0502020204030204" pitchFamily="34" charset="0"/>
                <a:ea typeface="黑体" pitchFamily="2" charset="-122"/>
                <a:cs typeface="Calibri" panose="020F0502020204030204" pitchFamily="34" charset="0"/>
              </a:rPr>
              <a:t>int</a:t>
            </a:r>
            <a:r>
              <a:rPr lang="en-US" altLang="zh-CN" sz="2400" b="1" dirty="0">
                <a:solidFill>
                  <a:srgbClr val="000000"/>
                </a:solidFill>
                <a:latin typeface="Calibri" panose="020F0502020204030204" pitchFamily="34" charset="0"/>
                <a:ea typeface="黑体" pitchFamily="2" charset="-122"/>
                <a:cs typeface="Calibri" panose="020F0502020204030204" pitchFamily="34" charset="0"/>
              </a:rPr>
              <a:t>  </a:t>
            </a:r>
            <a:r>
              <a:rPr lang="en-US" altLang="zh-CN" sz="2400" b="1" dirty="0" err="1">
                <a:solidFill>
                  <a:srgbClr val="000000"/>
                </a:solidFill>
                <a:latin typeface="Calibri" panose="020F0502020204030204" pitchFamily="34" charset="0"/>
                <a:ea typeface="黑体" pitchFamily="2" charset="-122"/>
                <a:cs typeface="Calibri" panose="020F0502020204030204" pitchFamily="34" charset="0"/>
              </a:rPr>
              <a:t>getSumStu</a:t>
            </a:r>
            <a:r>
              <a:rPr lang="en-US" altLang="zh-CN" sz="2400" b="1" dirty="0">
                <a:solidFill>
                  <a:srgbClr val="000000"/>
                </a:solidFill>
                <a:latin typeface="Calibri" panose="020F0502020204030204" pitchFamily="34" charset="0"/>
                <a:ea typeface="黑体" pitchFamily="2" charset="-122"/>
                <a:cs typeface="Calibri" panose="020F0502020204030204" pitchFamily="34" charset="0"/>
              </a:rPr>
              <a:t>(Student[]  </a:t>
            </a:r>
            <a:r>
              <a:rPr lang="en-US" altLang="zh-CN" sz="2400" b="1" dirty="0" err="1">
                <a:solidFill>
                  <a:srgbClr val="000000"/>
                </a:solidFill>
                <a:latin typeface="Calibri" panose="020F0502020204030204" pitchFamily="34" charset="0"/>
                <a:ea typeface="黑体" pitchFamily="2" charset="-122"/>
                <a:cs typeface="Calibri" panose="020F0502020204030204" pitchFamily="34" charset="0"/>
              </a:rPr>
              <a:t>ast</a:t>
            </a:r>
            <a:r>
              <a:rPr lang="en-US" altLang="zh-CN" sz="2400" b="1" dirty="0">
                <a:solidFill>
                  <a:srgbClr val="000000"/>
                </a:solidFill>
                <a:latin typeface="Calibri" panose="020F0502020204030204" pitchFamily="34" charset="0"/>
                <a:ea typeface="黑体" pitchFamily="2" charset="-122"/>
                <a:cs typeface="Calibri" panose="020F0502020204030204" pitchFamily="34" charset="0"/>
              </a:rPr>
              <a:t>)</a:t>
            </a:r>
            <a:r>
              <a:rPr lang="en-US" altLang="zh-CN" sz="2400" b="1" dirty="0">
                <a:solidFill>
                  <a:srgbClr val="000000"/>
                </a:solidFill>
                <a:ea typeface="黑体" pitchFamily="2" charset="-122"/>
                <a:cs typeface="Times New Roman" pitchFamily="18" charset="0"/>
              </a:rPr>
              <a:t>{</a:t>
            </a:r>
          </a:p>
          <a:p>
            <a:pPr eaLnBrk="1" hangingPunct="1">
              <a:defRPr/>
            </a:pPr>
            <a:r>
              <a:rPr lang="en-US" altLang="zh-CN" sz="2400" b="1" dirty="0">
                <a:solidFill>
                  <a:srgbClr val="000000"/>
                </a:solidFill>
                <a:ea typeface="黑体" pitchFamily="2" charset="-122"/>
                <a:cs typeface="Times New Roman" pitchFamily="18" charset="0"/>
              </a:rPr>
              <a:t>  int sum=0;</a:t>
            </a:r>
          </a:p>
          <a:p>
            <a:pPr eaLnBrk="1" hangingPunct="1">
              <a:defRPr/>
            </a:pPr>
            <a:r>
              <a:rPr lang="en-US" altLang="zh-CN" sz="2400" b="1" dirty="0">
                <a:solidFill>
                  <a:srgbClr val="000000"/>
                </a:solidFill>
                <a:ea typeface="黑体" pitchFamily="2" charset="-122"/>
                <a:cs typeface="Times New Roman" pitchFamily="18" charset="0"/>
              </a:rPr>
              <a:t>  for(int </a:t>
            </a:r>
            <a:r>
              <a:rPr lang="en-US" altLang="zh-CN" sz="2400" b="1" dirty="0" err="1">
                <a:solidFill>
                  <a:srgbClr val="000000"/>
                </a:solidFill>
                <a:ea typeface="黑体" pitchFamily="2" charset="-122"/>
                <a:cs typeface="Times New Roman" pitchFamily="18" charset="0"/>
              </a:rPr>
              <a:t>i</a:t>
            </a:r>
            <a:r>
              <a:rPr lang="en-US" altLang="zh-CN" sz="2400" b="1" dirty="0">
                <a:solidFill>
                  <a:srgbClr val="000000"/>
                </a:solidFill>
                <a:ea typeface="黑体" pitchFamily="2" charset="-122"/>
                <a:cs typeface="Times New Roman" pitchFamily="18" charset="0"/>
              </a:rPr>
              <a:t>=0;i&lt;</a:t>
            </a:r>
            <a:r>
              <a:rPr lang="en-US" altLang="zh-CN" sz="2400" b="1" dirty="0" err="1">
                <a:solidFill>
                  <a:srgbClr val="000000"/>
                </a:solidFill>
                <a:ea typeface="黑体" pitchFamily="2" charset="-122"/>
                <a:cs typeface="Times New Roman" pitchFamily="18" charset="0"/>
              </a:rPr>
              <a:t>ast.length;i</a:t>
            </a:r>
            <a:r>
              <a:rPr lang="en-US" altLang="zh-CN" sz="2400" b="1" dirty="0">
                <a:solidFill>
                  <a:srgbClr val="000000"/>
                </a:solidFill>
                <a:ea typeface="黑体" pitchFamily="2" charset="-122"/>
                <a:cs typeface="Times New Roman" pitchFamily="18" charset="0"/>
              </a:rPr>
              <a:t>++){</a:t>
            </a:r>
          </a:p>
          <a:p>
            <a:pPr eaLnBrk="1" hangingPunct="1">
              <a:defRPr/>
            </a:pPr>
            <a:r>
              <a:rPr lang="en-US" altLang="zh-CN" sz="2400" b="1" dirty="0">
                <a:solidFill>
                  <a:srgbClr val="000000"/>
                </a:solidFill>
                <a:ea typeface="黑体" pitchFamily="2" charset="-122"/>
                <a:cs typeface="Times New Roman" pitchFamily="18" charset="0"/>
              </a:rPr>
              <a:t>    </a:t>
            </a:r>
            <a:r>
              <a:rPr lang="en-US" altLang="zh-CN" sz="4000" b="1" dirty="0">
                <a:solidFill>
                  <a:srgbClr val="FF0000"/>
                </a:solidFill>
                <a:ea typeface="黑体" pitchFamily="2" charset="-122"/>
                <a:cs typeface="Times New Roman" pitchFamily="18" charset="0"/>
              </a:rPr>
              <a:t>if(</a:t>
            </a:r>
            <a:r>
              <a:rPr lang="en-US" altLang="zh-CN" sz="4000" b="1" dirty="0" err="1">
                <a:solidFill>
                  <a:srgbClr val="FF0000"/>
                </a:solidFill>
                <a:ea typeface="黑体" pitchFamily="2" charset="-122"/>
                <a:cs typeface="Times New Roman" pitchFamily="18" charset="0"/>
              </a:rPr>
              <a:t>ast</a:t>
            </a:r>
            <a:r>
              <a:rPr lang="en-US" altLang="zh-CN" sz="4000" b="1" dirty="0">
                <a:solidFill>
                  <a:srgbClr val="FF0000"/>
                </a:solidFill>
                <a:ea typeface="黑体" pitchFamily="2" charset="-122"/>
                <a:cs typeface="Times New Roman" pitchFamily="18" charset="0"/>
              </a:rPr>
              <a:t>[</a:t>
            </a:r>
            <a:r>
              <a:rPr lang="en-US" altLang="zh-CN" sz="4000" b="1" dirty="0" err="1">
                <a:solidFill>
                  <a:srgbClr val="FF0000"/>
                </a:solidFill>
                <a:ea typeface="黑体" pitchFamily="2" charset="-122"/>
                <a:cs typeface="Times New Roman" pitchFamily="18" charset="0"/>
              </a:rPr>
              <a:t>i</a:t>
            </a:r>
            <a:r>
              <a:rPr lang="en-US" altLang="zh-CN" sz="4000" b="1" dirty="0">
                <a:solidFill>
                  <a:srgbClr val="FF0000"/>
                </a:solidFill>
                <a:ea typeface="黑体" pitchFamily="2" charset="-122"/>
                <a:cs typeface="Times New Roman" pitchFamily="18" charset="0"/>
              </a:rPr>
              <a:t>].equals(“24”))</a:t>
            </a:r>
            <a:endParaRPr lang="en-US" altLang="zh-CN" sz="2400" b="1" dirty="0">
              <a:solidFill>
                <a:srgbClr val="FF0000"/>
              </a:solidFill>
              <a:ea typeface="黑体" pitchFamily="2" charset="-122"/>
              <a:cs typeface="Times New Roman" pitchFamily="18" charset="0"/>
            </a:endParaRPr>
          </a:p>
          <a:p>
            <a:pPr eaLnBrk="1" hangingPunct="1">
              <a:defRPr/>
            </a:pPr>
            <a:r>
              <a:rPr lang="en-US" altLang="zh-CN" sz="2400" b="1" dirty="0">
                <a:solidFill>
                  <a:srgbClr val="000000"/>
                </a:solidFill>
                <a:ea typeface="黑体" pitchFamily="2" charset="-122"/>
                <a:cs typeface="Times New Roman" pitchFamily="18" charset="0"/>
              </a:rPr>
              <a:t>        sum=sum+1;     </a:t>
            </a:r>
          </a:p>
          <a:p>
            <a:pPr eaLnBrk="1" hangingPunct="1">
              <a:defRPr/>
            </a:pPr>
            <a:r>
              <a:rPr lang="en-US" altLang="zh-CN" sz="2400" b="1" dirty="0">
                <a:solidFill>
                  <a:srgbClr val="000000"/>
                </a:solidFill>
                <a:ea typeface="黑体" pitchFamily="2" charset="-122"/>
                <a:cs typeface="Times New Roman" pitchFamily="18" charset="0"/>
              </a:rPr>
              <a:t>}</a:t>
            </a:r>
          </a:p>
          <a:p>
            <a:pPr eaLnBrk="1" hangingPunct="1">
              <a:defRPr/>
            </a:pPr>
            <a:r>
              <a:rPr lang="en-US" altLang="zh-CN" sz="2400" b="1" dirty="0">
                <a:solidFill>
                  <a:srgbClr val="000000"/>
                </a:solidFill>
                <a:ea typeface="黑体" pitchFamily="2" charset="-122"/>
                <a:cs typeface="Times New Roman" pitchFamily="18" charset="0"/>
              </a:rPr>
              <a:t>     return  sum</a:t>
            </a:r>
            <a:r>
              <a:rPr lang="zh-CN" altLang="en-US" sz="2400" b="1" dirty="0">
                <a:solidFill>
                  <a:srgbClr val="000000"/>
                </a:solidFill>
                <a:ea typeface="黑体" pitchFamily="2" charset="-122"/>
                <a:cs typeface="Times New Roman" pitchFamily="18" charset="0"/>
              </a:rPr>
              <a:t>；</a:t>
            </a:r>
            <a:endParaRPr lang="en-US" altLang="zh-CN" sz="2400" b="1" dirty="0">
              <a:solidFill>
                <a:srgbClr val="000000"/>
              </a:solidFill>
              <a:ea typeface="黑体" pitchFamily="2" charset="-122"/>
              <a:cs typeface="Times New Roman" pitchFamily="18" charset="0"/>
            </a:endParaRPr>
          </a:p>
          <a:p>
            <a:pPr eaLnBrk="1" hangingPunct="1">
              <a:defRPr/>
            </a:pPr>
            <a:r>
              <a:rPr lang="en-US" altLang="zh-CN" sz="2400" b="1" dirty="0">
                <a:solidFill>
                  <a:srgbClr val="000000"/>
                </a:solidFill>
                <a:ea typeface="黑体" pitchFamily="2" charset="-122"/>
                <a:cs typeface="Times New Roman" pitchFamily="18" charset="0"/>
              </a:rPr>
              <a:t>}</a:t>
            </a:r>
            <a:endParaRPr lang="en-US" altLang="zh-CN" sz="2400" b="1" dirty="0">
              <a:solidFill>
                <a:srgbClr val="000000"/>
              </a:solidFill>
              <a:ea typeface="黑体" pitchFamily="2" charset="-122"/>
            </a:endParaRPr>
          </a:p>
        </p:txBody>
      </p:sp>
      <p:sp>
        <p:nvSpPr>
          <p:cNvPr id="2" name="矩形 1">
            <a:extLst>
              <a:ext uri="{FF2B5EF4-FFF2-40B4-BE49-F238E27FC236}">
                <a16:creationId xmlns:a16="http://schemas.microsoft.com/office/drawing/2014/main" id="{6F6CBFB3-E6EB-4564-B5A7-2AC38C95EFD2}"/>
              </a:ext>
            </a:extLst>
          </p:cNvPr>
          <p:cNvSpPr/>
          <p:nvPr/>
        </p:nvSpPr>
        <p:spPr bwMode="auto">
          <a:xfrm>
            <a:off x="1796576" y="2378417"/>
            <a:ext cx="5760640" cy="648072"/>
          </a:xfrm>
          <a:prstGeom prst="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algn="ctr" fontAlgn="base">
              <a:spcBef>
                <a:spcPct val="0"/>
              </a:spcBef>
              <a:spcAft>
                <a:spcPct val="0"/>
              </a:spcAft>
            </a:pPr>
            <a:r>
              <a:rPr lang="en-US" altLang="zh-CN" sz="3600" dirty="0">
                <a:solidFill>
                  <a:srgbClr val="000000"/>
                </a:solidFill>
                <a:latin typeface="Arial" panose="020B0604020202020204" pitchFamily="34" charset="0"/>
              </a:rPr>
              <a:t>if(</a:t>
            </a:r>
            <a:r>
              <a:rPr lang="en-US" altLang="zh-CN" sz="3600" dirty="0" err="1">
                <a:solidFill>
                  <a:srgbClr val="000000"/>
                </a:solidFill>
                <a:latin typeface="Arial" panose="020B0604020202020204" pitchFamily="34" charset="0"/>
              </a:rPr>
              <a:t>ast</a:t>
            </a:r>
            <a:r>
              <a:rPr lang="en-US" altLang="zh-CN" sz="3600" dirty="0">
                <a:solidFill>
                  <a:srgbClr val="000000"/>
                </a:solidFill>
                <a:latin typeface="Arial" panose="020B0604020202020204" pitchFamily="34" charset="0"/>
              </a:rPr>
              <a:t>[</a:t>
            </a:r>
            <a:r>
              <a:rPr lang="en-US" altLang="zh-CN" sz="3600" dirty="0" err="1">
                <a:solidFill>
                  <a:srgbClr val="000000"/>
                </a:solidFill>
                <a:latin typeface="Arial" panose="020B0604020202020204" pitchFamily="34" charset="0"/>
              </a:rPr>
              <a:t>i</a:t>
            </a:r>
            <a:r>
              <a:rPr lang="en-US" altLang="zh-CN" sz="3600" dirty="0">
                <a:solidFill>
                  <a:srgbClr val="000000"/>
                </a:solidFill>
                <a:latin typeface="Arial" panose="020B0604020202020204" pitchFamily="34" charset="0"/>
              </a:rPr>
              <a:t>].</a:t>
            </a:r>
            <a:r>
              <a:rPr lang="en-US" altLang="zh-CN" sz="3600" dirty="0" err="1">
                <a:solidFill>
                  <a:srgbClr val="000000"/>
                </a:solidFill>
                <a:latin typeface="Arial" panose="020B0604020202020204" pitchFamily="34" charset="0"/>
              </a:rPr>
              <a:t>startsWith</a:t>
            </a:r>
            <a:r>
              <a:rPr lang="en-US" altLang="zh-CN" sz="3600" dirty="0">
                <a:solidFill>
                  <a:srgbClr val="000000"/>
                </a:solidFill>
                <a:latin typeface="Arial" panose="020B0604020202020204" pitchFamily="34" charset="0"/>
              </a:rPr>
              <a:t>(“24”))</a:t>
            </a:r>
            <a:endParaRPr lang="zh-CN" altLang="en-US" sz="3600" dirty="0">
              <a:solidFill>
                <a:srgbClr val="000000"/>
              </a:solidFill>
              <a:latin typeface="Arial" panose="020B0604020202020204" pitchFamily="34" charset="0"/>
            </a:endParaRPr>
          </a:p>
        </p:txBody>
      </p:sp>
    </p:spTree>
    <p:extLst>
      <p:ext uri="{BB962C8B-B14F-4D97-AF65-F5344CB8AC3E}">
        <p14:creationId xmlns:p14="http://schemas.microsoft.com/office/powerpoint/2010/main" val="28963548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判断字符串结尾字符串</a:t>
            </a:r>
          </a:p>
        </p:txBody>
      </p:sp>
      <p:sp>
        <p:nvSpPr>
          <p:cNvPr id="4" name="Rectangle 11">
            <a:extLst>
              <a:ext uri="{FF2B5EF4-FFF2-40B4-BE49-F238E27FC236}">
                <a16:creationId xmlns:a16="http://schemas.microsoft.com/office/drawing/2014/main" id="{04D43FF8-1732-4F22-99C3-47C6F984B75F}"/>
              </a:ext>
            </a:extLst>
          </p:cNvPr>
          <p:cNvSpPr>
            <a:spLocks noChangeArrowheads="1"/>
          </p:cNvSpPr>
          <p:nvPr/>
        </p:nvSpPr>
        <p:spPr bwMode="auto">
          <a:xfrm>
            <a:off x="1991544" y="1412777"/>
            <a:ext cx="5904656"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2800" b="1" dirty="0" err="1">
                <a:solidFill>
                  <a:srgbClr val="101C56"/>
                </a:solidFill>
                <a:ea typeface="黑体" pitchFamily="2" charset="-122"/>
              </a:rPr>
              <a:t>boolean</a:t>
            </a:r>
            <a:r>
              <a:rPr lang="en-US" altLang="zh-CN" sz="2800" b="1" dirty="0">
                <a:solidFill>
                  <a:srgbClr val="101C56"/>
                </a:solidFill>
                <a:ea typeface="黑体" pitchFamily="2" charset="-122"/>
              </a:rPr>
              <a:t> end</a:t>
            </a:r>
            <a:r>
              <a:rPr lang="en-US" altLang="zh-CN" sz="2800" b="1" dirty="0" err="1">
                <a:solidFill>
                  <a:srgbClr val="101C56"/>
                </a:solidFill>
                <a:ea typeface="黑体" pitchFamily="2" charset="-122"/>
              </a:rPr>
              <a:t>sWith</a:t>
            </a:r>
            <a:r>
              <a:rPr lang="en-US" altLang="zh-CN" sz="2800" b="1" dirty="0">
                <a:solidFill>
                  <a:srgbClr val="101C56"/>
                </a:solidFill>
                <a:ea typeface="黑体" pitchFamily="2" charset="-122"/>
              </a:rPr>
              <a:t>(String </a:t>
            </a:r>
            <a:r>
              <a:rPr lang="en-US" altLang="zh-CN" sz="2800" b="1" dirty="0" err="1">
                <a:solidFill>
                  <a:srgbClr val="101C56"/>
                </a:solidFill>
                <a:ea typeface="黑体" pitchFamily="2" charset="-122"/>
              </a:rPr>
              <a:t>suf</a:t>
            </a:r>
            <a:r>
              <a:rPr lang="en-US" altLang="zh-CN" sz="2800" b="1" dirty="0">
                <a:solidFill>
                  <a:srgbClr val="101C56"/>
                </a:solidFill>
                <a:ea typeface="黑体" pitchFamily="2" charset="-122"/>
              </a:rPr>
              <a:t>fix)</a:t>
            </a:r>
          </a:p>
        </p:txBody>
      </p:sp>
      <p:sp>
        <p:nvSpPr>
          <p:cNvPr id="6" name="文本框 5">
            <a:extLst>
              <a:ext uri="{FF2B5EF4-FFF2-40B4-BE49-F238E27FC236}">
                <a16:creationId xmlns:a16="http://schemas.microsoft.com/office/drawing/2014/main" id="{55E322A6-7159-4CA2-883F-7778259289B5}"/>
              </a:ext>
            </a:extLst>
          </p:cNvPr>
          <p:cNvSpPr txBox="1"/>
          <p:nvPr/>
        </p:nvSpPr>
        <p:spPr>
          <a:xfrm>
            <a:off x="2063552" y="2276873"/>
            <a:ext cx="8136904" cy="954107"/>
          </a:xfrm>
          <a:prstGeom prst="rect">
            <a:avLst/>
          </a:prstGeom>
          <a:noFill/>
        </p:spPr>
        <p:txBody>
          <a:bodyPr wrap="square">
            <a:spAutoFit/>
          </a:bodyPr>
          <a:lstStyle/>
          <a:p>
            <a:pPr eaLnBrk="0" fontAlgn="base" hangingPunct="0">
              <a:spcBef>
                <a:spcPct val="0"/>
              </a:spcBef>
              <a:spcAft>
                <a:spcPct val="0"/>
              </a:spcAft>
              <a:defRPr/>
            </a:pPr>
            <a:r>
              <a:rPr lang="zh-CN" altLang="en-US" sz="2800" b="1" dirty="0">
                <a:solidFill>
                  <a:srgbClr val="FF0000"/>
                </a:solidFill>
                <a:latin typeface="Arial" charset="0"/>
                <a:ea typeface="黑体" pitchFamily="2" charset="-122"/>
                <a:cs typeface="Times New Roman" pitchFamily="18" charset="0"/>
              </a:rPr>
              <a:t>功能：</a:t>
            </a:r>
            <a:endParaRPr lang="en-US" altLang="zh-CN" sz="2800" b="1" dirty="0">
              <a:solidFill>
                <a:srgbClr val="FF0000"/>
              </a:solidFill>
              <a:latin typeface="Arial" charset="0"/>
              <a:ea typeface="黑体" pitchFamily="2" charset="-122"/>
              <a:cs typeface="Times New Roman" pitchFamily="18" charset="0"/>
            </a:endParaRPr>
          </a:p>
          <a:p>
            <a:pPr eaLnBrk="0" fontAlgn="base" hangingPunct="0">
              <a:spcBef>
                <a:spcPct val="0"/>
              </a:spcBef>
              <a:spcAft>
                <a:spcPct val="0"/>
              </a:spcAft>
              <a:defRPr/>
            </a:pPr>
            <a:r>
              <a:rPr lang="zh-CN" altLang="en-US" sz="2000" b="1" dirty="0">
                <a:solidFill>
                  <a:srgbClr val="101C56">
                    <a:lumMod val="50000"/>
                  </a:srgbClr>
                </a:solidFill>
                <a:latin typeface="Arial" charset="0"/>
                <a:ea typeface="黑体" pitchFamily="2" charset="-122"/>
                <a:cs typeface="Times New Roman" pitchFamily="18" charset="0"/>
              </a:rPr>
              <a:t>          </a:t>
            </a:r>
            <a:r>
              <a:rPr lang="zh-CN" altLang="en-US" sz="2800" b="1" dirty="0">
                <a:solidFill>
                  <a:srgbClr val="101C56">
                    <a:lumMod val="50000"/>
                  </a:srgbClr>
                </a:solidFill>
                <a:latin typeface="Arial" charset="0"/>
                <a:ea typeface="黑体" pitchFamily="2" charset="-122"/>
                <a:cs typeface="Times New Roman" pitchFamily="18" charset="0"/>
              </a:rPr>
              <a:t>判断当前的字符串是否以指定的</a:t>
            </a:r>
            <a:r>
              <a:rPr lang="en-US" altLang="zh-CN" sz="2800" b="1" dirty="0" err="1">
                <a:solidFill>
                  <a:srgbClr val="101C56">
                    <a:lumMod val="50000"/>
                  </a:srgbClr>
                </a:solidFill>
                <a:latin typeface="Arial" charset="0"/>
                <a:ea typeface="黑体" pitchFamily="2" charset="-122"/>
                <a:cs typeface="Times New Roman" pitchFamily="18" charset="0"/>
              </a:rPr>
              <a:t>suf</a:t>
            </a:r>
            <a:r>
              <a:rPr lang="en-US" altLang="zh-CN" sz="2800" b="1" dirty="0">
                <a:solidFill>
                  <a:srgbClr val="101C56">
                    <a:lumMod val="50000"/>
                  </a:srgbClr>
                </a:solidFill>
                <a:latin typeface="Arial" charset="0"/>
                <a:ea typeface="黑体" pitchFamily="2" charset="-122"/>
                <a:cs typeface="Times New Roman" pitchFamily="18" charset="0"/>
              </a:rPr>
              <a:t>fix</a:t>
            </a:r>
            <a:r>
              <a:rPr lang="zh-CN" altLang="en-US" sz="2800" b="1" dirty="0">
                <a:solidFill>
                  <a:srgbClr val="101C56">
                    <a:lumMod val="50000"/>
                  </a:srgbClr>
                </a:solidFill>
                <a:latin typeface="Arial" charset="0"/>
                <a:ea typeface="黑体" pitchFamily="2" charset="-122"/>
                <a:cs typeface="Times New Roman" pitchFamily="18" charset="0"/>
              </a:rPr>
              <a:t>结尾。</a:t>
            </a:r>
            <a:endParaRPr lang="zh-CN" altLang="en-US" sz="3200" b="1" dirty="0">
              <a:solidFill>
                <a:srgbClr val="101C56">
                  <a:lumMod val="50000"/>
                </a:srgbClr>
              </a:solidFill>
              <a:latin typeface="Arial" charset="0"/>
              <a:ea typeface="黑体" pitchFamily="2" charset="-122"/>
              <a:cs typeface="Times New Roman" pitchFamily="18" charset="0"/>
            </a:endParaRPr>
          </a:p>
        </p:txBody>
      </p:sp>
    </p:spTree>
    <p:extLst>
      <p:ext uri="{BB962C8B-B14F-4D97-AF65-F5344CB8AC3E}">
        <p14:creationId xmlns:p14="http://schemas.microsoft.com/office/powerpoint/2010/main" val="17462013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判断字符串结尾字符串举例</a:t>
            </a:r>
          </a:p>
        </p:txBody>
      </p:sp>
      <p:sp>
        <p:nvSpPr>
          <p:cNvPr id="6" name="文本框 5">
            <a:extLst>
              <a:ext uri="{FF2B5EF4-FFF2-40B4-BE49-F238E27FC236}">
                <a16:creationId xmlns:a16="http://schemas.microsoft.com/office/drawing/2014/main" id="{55E322A6-7159-4CA2-883F-7778259289B5}"/>
              </a:ext>
            </a:extLst>
          </p:cNvPr>
          <p:cNvSpPr txBox="1"/>
          <p:nvPr/>
        </p:nvSpPr>
        <p:spPr>
          <a:xfrm>
            <a:off x="1631504" y="1124744"/>
            <a:ext cx="8136904" cy="523220"/>
          </a:xfrm>
          <a:prstGeom prst="rect">
            <a:avLst/>
          </a:prstGeom>
          <a:noFill/>
        </p:spPr>
        <p:txBody>
          <a:bodyPr wrap="square">
            <a:spAutoFit/>
          </a:bodyPr>
          <a:lstStyle/>
          <a:p>
            <a:pPr eaLnBrk="0" fontAlgn="base" hangingPunct="0">
              <a:spcBef>
                <a:spcPct val="0"/>
              </a:spcBef>
              <a:spcAft>
                <a:spcPct val="0"/>
              </a:spcAft>
              <a:defRPr/>
            </a:pPr>
            <a:r>
              <a:rPr lang="zh-CN" altLang="en-US" sz="2000" b="1" dirty="0">
                <a:solidFill>
                  <a:srgbClr val="101C56">
                    <a:lumMod val="50000"/>
                  </a:srgbClr>
                </a:solidFill>
                <a:latin typeface="Arial" charset="0"/>
                <a:ea typeface="黑体" pitchFamily="2" charset="-122"/>
                <a:cs typeface="Times New Roman" pitchFamily="18" charset="0"/>
              </a:rPr>
              <a:t> </a:t>
            </a:r>
            <a:r>
              <a:rPr lang="zh-CN" altLang="en-US" sz="2800" b="1" dirty="0">
                <a:solidFill>
                  <a:srgbClr val="101C56">
                    <a:lumMod val="50000"/>
                  </a:srgbClr>
                </a:solidFill>
                <a:latin typeface="Arial" charset="0"/>
                <a:ea typeface="黑体" pitchFamily="2" charset="-122"/>
                <a:cs typeface="Times New Roman" pitchFamily="18" charset="0"/>
              </a:rPr>
              <a:t>判断邮箱是否为</a:t>
            </a:r>
            <a:r>
              <a:rPr lang="en-US" altLang="zh-CN" sz="2800" b="1" dirty="0">
                <a:solidFill>
                  <a:srgbClr val="101C56">
                    <a:lumMod val="50000"/>
                  </a:srgbClr>
                </a:solidFill>
                <a:latin typeface="Arial" charset="0"/>
                <a:ea typeface="黑体" pitchFamily="2" charset="-122"/>
                <a:cs typeface="Times New Roman" pitchFamily="18" charset="0"/>
              </a:rPr>
              <a:t>QQ</a:t>
            </a:r>
            <a:r>
              <a:rPr lang="zh-CN" altLang="en-US" sz="2800" b="1" dirty="0">
                <a:solidFill>
                  <a:srgbClr val="101C56">
                    <a:lumMod val="50000"/>
                  </a:srgbClr>
                </a:solidFill>
                <a:latin typeface="Arial" charset="0"/>
                <a:ea typeface="黑体" pitchFamily="2" charset="-122"/>
                <a:cs typeface="Times New Roman" pitchFamily="18" charset="0"/>
              </a:rPr>
              <a:t>邮箱。</a:t>
            </a:r>
            <a:endParaRPr lang="zh-CN" altLang="en-US" sz="3200" b="1" dirty="0">
              <a:solidFill>
                <a:srgbClr val="101C56">
                  <a:lumMod val="50000"/>
                </a:srgbClr>
              </a:solidFill>
              <a:latin typeface="Arial" charset="0"/>
              <a:ea typeface="黑体" pitchFamily="2" charset="-122"/>
              <a:cs typeface="Times New Roman" pitchFamily="18" charset="0"/>
            </a:endParaRPr>
          </a:p>
        </p:txBody>
      </p:sp>
      <p:sp>
        <p:nvSpPr>
          <p:cNvPr id="5" name="文本框 4">
            <a:extLst>
              <a:ext uri="{FF2B5EF4-FFF2-40B4-BE49-F238E27FC236}">
                <a16:creationId xmlns:a16="http://schemas.microsoft.com/office/drawing/2014/main" id="{E6B69FA1-CBFA-4E68-96C3-F534E2B65702}"/>
              </a:ext>
            </a:extLst>
          </p:cNvPr>
          <p:cNvSpPr txBox="1"/>
          <p:nvPr/>
        </p:nvSpPr>
        <p:spPr>
          <a:xfrm>
            <a:off x="1847528" y="2132856"/>
            <a:ext cx="8136904" cy="400110"/>
          </a:xfrm>
          <a:prstGeom prst="rect">
            <a:avLst/>
          </a:prstGeom>
          <a:noFill/>
        </p:spPr>
        <p:txBody>
          <a:bodyPr wrap="square">
            <a:spAutoFit/>
          </a:bodyPr>
          <a:lstStyle/>
          <a:p>
            <a:pPr eaLnBrk="0" fontAlgn="base" hangingPunct="0">
              <a:spcBef>
                <a:spcPct val="0"/>
              </a:spcBef>
              <a:spcAft>
                <a:spcPct val="0"/>
              </a:spcAft>
              <a:defRPr/>
            </a:pPr>
            <a:r>
              <a:rPr lang="zh-CN" altLang="en-US" sz="2000" b="1" dirty="0">
                <a:solidFill>
                  <a:srgbClr val="101C56">
                    <a:lumMod val="50000"/>
                  </a:srgbClr>
                </a:solidFill>
                <a:latin typeface="Arial" charset="0"/>
                <a:ea typeface="黑体" pitchFamily="2" charset="-122"/>
                <a:cs typeface="Times New Roman" pitchFamily="18" charset="0"/>
              </a:rPr>
              <a:t> </a:t>
            </a:r>
            <a:endParaRPr lang="zh-CN" altLang="en-US" sz="3200" b="1" dirty="0">
              <a:solidFill>
                <a:srgbClr val="101C56">
                  <a:lumMod val="50000"/>
                </a:srgbClr>
              </a:solidFill>
              <a:latin typeface="Arial" charset="0"/>
              <a:ea typeface="黑体" pitchFamily="2" charset="-122"/>
              <a:cs typeface="Times New Roman" pitchFamily="18" charset="0"/>
            </a:endParaRPr>
          </a:p>
        </p:txBody>
      </p:sp>
      <p:pic>
        <p:nvPicPr>
          <p:cNvPr id="3" name="图片 2">
            <a:extLst>
              <a:ext uri="{FF2B5EF4-FFF2-40B4-BE49-F238E27FC236}">
                <a16:creationId xmlns:a16="http://schemas.microsoft.com/office/drawing/2014/main" id="{58F08C3C-E220-4DC7-BCDD-A23085D07CFA}"/>
              </a:ext>
            </a:extLst>
          </p:cNvPr>
          <p:cNvPicPr>
            <a:picLocks noChangeAspect="1"/>
          </p:cNvPicPr>
          <p:nvPr/>
        </p:nvPicPr>
        <p:blipFill>
          <a:blip r:embed="rId2"/>
          <a:stretch>
            <a:fillRect/>
          </a:stretch>
        </p:blipFill>
        <p:spPr>
          <a:xfrm>
            <a:off x="1703512" y="1628800"/>
            <a:ext cx="8208912" cy="3143250"/>
          </a:xfrm>
          <a:prstGeom prst="rect">
            <a:avLst/>
          </a:prstGeom>
        </p:spPr>
      </p:pic>
      <p:pic>
        <p:nvPicPr>
          <p:cNvPr id="8" name="图片 7">
            <a:extLst>
              <a:ext uri="{FF2B5EF4-FFF2-40B4-BE49-F238E27FC236}">
                <a16:creationId xmlns:a16="http://schemas.microsoft.com/office/drawing/2014/main" id="{EFF84E1A-3D11-4DC6-B574-521C5311319D}"/>
              </a:ext>
            </a:extLst>
          </p:cNvPr>
          <p:cNvPicPr>
            <a:picLocks noChangeAspect="1"/>
          </p:cNvPicPr>
          <p:nvPr/>
        </p:nvPicPr>
        <p:blipFill>
          <a:blip r:embed="rId3"/>
          <a:stretch>
            <a:fillRect/>
          </a:stretch>
        </p:blipFill>
        <p:spPr>
          <a:xfrm>
            <a:off x="1775520" y="4797152"/>
            <a:ext cx="5753100" cy="1333500"/>
          </a:xfrm>
          <a:prstGeom prst="rect">
            <a:avLst/>
          </a:prstGeom>
        </p:spPr>
      </p:pic>
      <p:pic>
        <p:nvPicPr>
          <p:cNvPr id="10" name="图片 9">
            <a:extLst>
              <a:ext uri="{FF2B5EF4-FFF2-40B4-BE49-F238E27FC236}">
                <a16:creationId xmlns:a16="http://schemas.microsoft.com/office/drawing/2014/main" id="{E6ACFF33-01CF-4AA8-AF53-B7F32E7664AA}"/>
              </a:ext>
            </a:extLst>
          </p:cNvPr>
          <p:cNvPicPr>
            <a:picLocks noChangeAspect="1"/>
          </p:cNvPicPr>
          <p:nvPr/>
        </p:nvPicPr>
        <p:blipFill>
          <a:blip r:embed="rId4"/>
          <a:stretch>
            <a:fillRect/>
          </a:stretch>
        </p:blipFill>
        <p:spPr>
          <a:xfrm>
            <a:off x="5231905" y="4797153"/>
            <a:ext cx="3038475" cy="1343025"/>
          </a:xfrm>
          <a:prstGeom prst="rect">
            <a:avLst/>
          </a:prstGeom>
        </p:spPr>
      </p:pic>
    </p:spTree>
    <p:extLst>
      <p:ext uri="{BB962C8B-B14F-4D97-AF65-F5344CB8AC3E}">
        <p14:creationId xmlns:p14="http://schemas.microsoft.com/office/powerpoint/2010/main" val="2536016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763713" y="404664"/>
            <a:ext cx="8229600" cy="601662"/>
          </a:xfrm>
        </p:spPr>
        <p:txBody>
          <a:bodyPr/>
          <a:lstStyle/>
          <a:p>
            <a:pPr algn="l"/>
            <a:r>
              <a:rPr lang="zh-CN" altLang="en-US" sz="4000" b="0" dirty="0">
                <a:solidFill>
                  <a:srgbClr val="000000"/>
                </a:solidFill>
              </a:rPr>
              <a:t>搜索字符串</a:t>
            </a:r>
          </a:p>
        </p:txBody>
      </p:sp>
      <p:sp>
        <p:nvSpPr>
          <p:cNvPr id="96265" name="Text Box 9"/>
          <p:cNvSpPr txBox="1">
            <a:spLocks noChangeArrowheads="1"/>
          </p:cNvSpPr>
          <p:nvPr/>
        </p:nvSpPr>
        <p:spPr bwMode="auto">
          <a:xfrm>
            <a:off x="2711450" y="4362451"/>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b="1" dirty="0">
                <a:solidFill>
                  <a:srgbClr val="8A5BDF"/>
                </a:solidFill>
                <a:ea typeface="黑体" pitchFamily="2" charset="-122"/>
              </a:rPr>
              <a:t>情形 </a:t>
            </a:r>
            <a:r>
              <a:rPr lang="en-US" altLang="zh-CN" sz="2000" b="1" dirty="0">
                <a:solidFill>
                  <a:srgbClr val="8A5BDF"/>
                </a:solidFill>
                <a:ea typeface="黑体" pitchFamily="2" charset="-122"/>
              </a:rPr>
              <a:t>1</a:t>
            </a:r>
            <a:r>
              <a:rPr lang="zh-CN" altLang="en-US" sz="2000" b="1" dirty="0">
                <a:solidFill>
                  <a:srgbClr val="8A5BDF"/>
                </a:solidFill>
                <a:ea typeface="黑体" pitchFamily="2" charset="-122"/>
              </a:rPr>
              <a:t>：</a:t>
            </a:r>
          </a:p>
        </p:txBody>
      </p:sp>
      <p:sp>
        <p:nvSpPr>
          <p:cNvPr id="96275" name="Text Box 19"/>
          <p:cNvSpPr txBox="1">
            <a:spLocks noChangeArrowheads="1"/>
          </p:cNvSpPr>
          <p:nvPr/>
        </p:nvSpPr>
        <p:spPr bwMode="auto">
          <a:xfrm>
            <a:off x="2711450" y="5011739"/>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b="1" dirty="0">
                <a:solidFill>
                  <a:srgbClr val="8A5BDF"/>
                </a:solidFill>
                <a:ea typeface="黑体" pitchFamily="2" charset="-122"/>
              </a:rPr>
              <a:t>情形 </a:t>
            </a:r>
            <a:r>
              <a:rPr lang="en-US" altLang="zh-CN" sz="2000" b="1" dirty="0">
                <a:solidFill>
                  <a:srgbClr val="8A5BDF"/>
                </a:solidFill>
                <a:ea typeface="黑体" pitchFamily="2" charset="-122"/>
              </a:rPr>
              <a:t>2</a:t>
            </a:r>
            <a:r>
              <a:rPr lang="zh-CN" altLang="en-US" sz="2000" b="1" dirty="0">
                <a:solidFill>
                  <a:srgbClr val="8A5BDF"/>
                </a:solidFill>
                <a:ea typeface="黑体" pitchFamily="2" charset="-122"/>
              </a:rPr>
              <a:t>：</a:t>
            </a:r>
          </a:p>
        </p:txBody>
      </p:sp>
      <p:sp>
        <p:nvSpPr>
          <p:cNvPr id="96276" name="Text Box 20"/>
          <p:cNvSpPr txBox="1">
            <a:spLocks noChangeArrowheads="1"/>
          </p:cNvSpPr>
          <p:nvPr/>
        </p:nvSpPr>
        <p:spPr bwMode="auto">
          <a:xfrm>
            <a:off x="3792539" y="5048251"/>
            <a:ext cx="3887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dirty="0">
                <a:solidFill>
                  <a:srgbClr val="101C56"/>
                </a:solidFill>
                <a:ea typeface="黑体" pitchFamily="2" charset="-122"/>
              </a:rPr>
              <a:t>如果没有找到匹配，则返回 </a:t>
            </a:r>
            <a:r>
              <a:rPr lang="en-US" altLang="zh-CN" b="1" dirty="0">
                <a:solidFill>
                  <a:srgbClr val="101C56"/>
                </a:solidFill>
                <a:ea typeface="黑体" pitchFamily="2" charset="-122"/>
              </a:rPr>
              <a:t>-1</a:t>
            </a:r>
            <a:endParaRPr lang="zh-CN" altLang="en-US" b="1" dirty="0">
              <a:solidFill>
                <a:srgbClr val="101C56"/>
              </a:solidFill>
              <a:ea typeface="黑体" pitchFamily="2" charset="-122"/>
            </a:endParaRPr>
          </a:p>
        </p:txBody>
      </p:sp>
      <p:sp>
        <p:nvSpPr>
          <p:cNvPr id="96277" name="Text Box 21"/>
          <p:cNvSpPr txBox="1">
            <a:spLocks noChangeArrowheads="1"/>
          </p:cNvSpPr>
          <p:nvPr/>
        </p:nvSpPr>
        <p:spPr bwMode="auto">
          <a:xfrm>
            <a:off x="3792538" y="4362451"/>
            <a:ext cx="54721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dirty="0">
                <a:solidFill>
                  <a:srgbClr val="101C56"/>
                </a:solidFill>
                <a:ea typeface="黑体" pitchFamily="2" charset="-122"/>
              </a:rPr>
              <a:t>返回找到的第一个匹配的位置索引</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1412776"/>
            <a:ext cx="6696744"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10659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65"/>
                                        </p:tgtEl>
                                        <p:attrNameLst>
                                          <p:attrName>style.visibility</p:attrName>
                                        </p:attrNameLst>
                                      </p:cBhvr>
                                      <p:to>
                                        <p:strVal val="visible"/>
                                      </p:to>
                                    </p:set>
                                    <p:anim calcmode="lin" valueType="num">
                                      <p:cBhvr additive="base">
                                        <p:cTn id="13" dur="500" fill="hold"/>
                                        <p:tgtEl>
                                          <p:spTgt spid="96265"/>
                                        </p:tgtEl>
                                        <p:attrNameLst>
                                          <p:attrName>ppt_x</p:attrName>
                                        </p:attrNameLst>
                                      </p:cBhvr>
                                      <p:tavLst>
                                        <p:tav tm="0">
                                          <p:val>
                                            <p:strVal val="#ppt_x"/>
                                          </p:val>
                                        </p:tav>
                                        <p:tav tm="100000">
                                          <p:val>
                                            <p:strVal val="#ppt_x"/>
                                          </p:val>
                                        </p:tav>
                                      </p:tavLst>
                                    </p:anim>
                                    <p:anim calcmode="lin" valueType="num">
                                      <p:cBhvr additive="base">
                                        <p:cTn id="14" dur="500" fill="hold"/>
                                        <p:tgtEl>
                                          <p:spTgt spid="962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6277"/>
                                        </p:tgtEl>
                                        <p:attrNameLst>
                                          <p:attrName>style.visibility</p:attrName>
                                        </p:attrNameLst>
                                      </p:cBhvr>
                                      <p:to>
                                        <p:strVal val="visible"/>
                                      </p:to>
                                    </p:set>
                                    <p:anim calcmode="lin" valueType="num">
                                      <p:cBhvr additive="base">
                                        <p:cTn id="19" dur="500" fill="hold"/>
                                        <p:tgtEl>
                                          <p:spTgt spid="96277"/>
                                        </p:tgtEl>
                                        <p:attrNameLst>
                                          <p:attrName>ppt_x</p:attrName>
                                        </p:attrNameLst>
                                      </p:cBhvr>
                                      <p:tavLst>
                                        <p:tav tm="0">
                                          <p:val>
                                            <p:strVal val="#ppt_x"/>
                                          </p:val>
                                        </p:tav>
                                        <p:tav tm="100000">
                                          <p:val>
                                            <p:strVal val="#ppt_x"/>
                                          </p:val>
                                        </p:tav>
                                      </p:tavLst>
                                    </p:anim>
                                    <p:anim calcmode="lin" valueType="num">
                                      <p:cBhvr additive="base">
                                        <p:cTn id="20" dur="500" fill="hold"/>
                                        <p:tgtEl>
                                          <p:spTgt spid="9627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6275"/>
                                        </p:tgtEl>
                                        <p:attrNameLst>
                                          <p:attrName>style.visibility</p:attrName>
                                        </p:attrNameLst>
                                      </p:cBhvr>
                                      <p:to>
                                        <p:strVal val="visible"/>
                                      </p:to>
                                    </p:set>
                                    <p:anim calcmode="lin" valueType="num">
                                      <p:cBhvr additive="base">
                                        <p:cTn id="25" dur="500" fill="hold"/>
                                        <p:tgtEl>
                                          <p:spTgt spid="96275"/>
                                        </p:tgtEl>
                                        <p:attrNameLst>
                                          <p:attrName>ppt_x</p:attrName>
                                        </p:attrNameLst>
                                      </p:cBhvr>
                                      <p:tavLst>
                                        <p:tav tm="0">
                                          <p:val>
                                            <p:strVal val="#ppt_x"/>
                                          </p:val>
                                        </p:tav>
                                        <p:tav tm="100000">
                                          <p:val>
                                            <p:strVal val="#ppt_x"/>
                                          </p:val>
                                        </p:tav>
                                      </p:tavLst>
                                    </p:anim>
                                    <p:anim calcmode="lin" valueType="num">
                                      <p:cBhvr additive="base">
                                        <p:cTn id="26" dur="500" fill="hold"/>
                                        <p:tgtEl>
                                          <p:spTgt spid="9627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6276"/>
                                        </p:tgtEl>
                                        <p:attrNameLst>
                                          <p:attrName>style.visibility</p:attrName>
                                        </p:attrNameLst>
                                      </p:cBhvr>
                                      <p:to>
                                        <p:strVal val="visible"/>
                                      </p:to>
                                    </p:set>
                                    <p:anim calcmode="lin" valueType="num">
                                      <p:cBhvr additive="base">
                                        <p:cTn id="31" dur="500" fill="hold"/>
                                        <p:tgtEl>
                                          <p:spTgt spid="96276"/>
                                        </p:tgtEl>
                                        <p:attrNameLst>
                                          <p:attrName>ppt_x</p:attrName>
                                        </p:attrNameLst>
                                      </p:cBhvr>
                                      <p:tavLst>
                                        <p:tav tm="0">
                                          <p:val>
                                            <p:strVal val="#ppt_x"/>
                                          </p:val>
                                        </p:tav>
                                        <p:tav tm="100000">
                                          <p:val>
                                            <p:strVal val="#ppt_x"/>
                                          </p:val>
                                        </p:tav>
                                      </p:tavLst>
                                    </p:anim>
                                    <p:anim calcmode="lin" valueType="num">
                                      <p:cBhvr additive="base">
                                        <p:cTn id="32" dur="500" fill="hold"/>
                                        <p:tgtEl>
                                          <p:spTgt spid="96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5" grpId="0"/>
      <p:bldP spid="96275" grpId="0"/>
      <p:bldP spid="96276" grpId="0"/>
      <p:bldP spid="9627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631504" y="260649"/>
            <a:ext cx="8229600" cy="792163"/>
          </a:xfrm>
        </p:spPr>
        <p:txBody>
          <a:bodyPr/>
          <a:lstStyle/>
          <a:p>
            <a:pPr algn="l"/>
            <a:r>
              <a:rPr lang="zh-CN" altLang="en-US" b="0" dirty="0">
                <a:solidFill>
                  <a:srgbClr val="000000"/>
                </a:solidFill>
              </a:rPr>
              <a:t>提取字符串方法</a:t>
            </a:r>
          </a:p>
        </p:txBody>
      </p:sp>
      <p:graphicFrame>
        <p:nvGraphicFramePr>
          <p:cNvPr id="98307" name="Group 3"/>
          <p:cNvGraphicFramePr>
            <a:graphicFrameLocks noGrp="1"/>
          </p:cNvGraphicFramePr>
          <p:nvPr>
            <p:ph idx="1"/>
          </p:nvPr>
        </p:nvGraphicFramePr>
        <p:xfrm>
          <a:off x="1631505" y="1268760"/>
          <a:ext cx="8569325" cy="4295778"/>
        </p:xfrm>
        <a:graphic>
          <a:graphicData uri="http://schemas.openxmlformats.org/drawingml/2006/table">
            <a:tbl>
              <a:tblPr/>
              <a:tblGrid>
                <a:gridCol w="4198938">
                  <a:extLst>
                    <a:ext uri="{9D8B030D-6E8A-4147-A177-3AD203B41FA5}">
                      <a16:colId xmlns:a16="http://schemas.microsoft.com/office/drawing/2014/main" val="20000"/>
                    </a:ext>
                  </a:extLst>
                </a:gridCol>
                <a:gridCol w="4370387">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2"/>
                          </a:solidFill>
                          <a:effectLst/>
                          <a:latin typeface="Arial" charset="0"/>
                          <a:ea typeface="黑体" pitchFamily="2" charset="-122"/>
                          <a:cs typeface="Times New Roman" pitchFamily="18" charset="0"/>
                        </a:rPr>
                        <a:t>方法</a:t>
                      </a:r>
                      <a:endParaRPr kumimoji="0" lang="zh-CN" altLang="en-US" sz="2400" b="0" i="0" u="none" strike="noStrike" cap="none" normalizeH="0" baseline="0" dirty="0">
                        <a:ln>
                          <a:noFill/>
                        </a:ln>
                        <a:solidFill>
                          <a:schemeClr val="tx2"/>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2"/>
                          </a:solidFill>
                          <a:effectLst/>
                          <a:latin typeface="Arial" charset="0"/>
                          <a:ea typeface="黑体" pitchFamily="2" charset="-122"/>
                          <a:cs typeface="Times New Roman" pitchFamily="18" charset="0"/>
                        </a:rPr>
                        <a:t>说明</a:t>
                      </a:r>
                      <a:endParaRPr kumimoji="0" lang="zh-CN" altLang="en-US" sz="2400" b="0" i="0" u="none" strike="noStrike" cap="none" normalizeH="0" baseline="0" dirty="0">
                        <a:ln>
                          <a:noFill/>
                        </a:ln>
                        <a:solidFill>
                          <a:schemeClr val="tx2"/>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0"/>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2"/>
                          </a:solidFill>
                          <a:effectLst/>
                          <a:latin typeface="Arial" charset="0"/>
                          <a:ea typeface="黑体" pitchFamily="2" charset="-122"/>
                        </a:rPr>
                        <a:t>public char </a:t>
                      </a:r>
                      <a:r>
                        <a:rPr kumimoji="0" lang="en-US" sz="1400" b="1" i="0" u="none" strike="noStrike" cap="none" normalizeH="0" baseline="0" dirty="0" err="1">
                          <a:ln>
                            <a:noFill/>
                          </a:ln>
                          <a:solidFill>
                            <a:schemeClr val="tx2"/>
                          </a:solidFill>
                          <a:effectLst/>
                          <a:latin typeface="Arial" charset="0"/>
                          <a:ea typeface="黑体" pitchFamily="2" charset="-122"/>
                        </a:rPr>
                        <a:t>charAt</a:t>
                      </a:r>
                      <a:r>
                        <a:rPr kumimoji="0" lang="en-US" sz="1400" b="1" i="0" u="none" strike="noStrike" cap="none" normalizeH="0" baseline="0" dirty="0">
                          <a:ln>
                            <a:noFill/>
                          </a:ln>
                          <a:solidFill>
                            <a:schemeClr val="tx2"/>
                          </a:solidFill>
                          <a:effectLst/>
                          <a:latin typeface="Arial" charset="0"/>
                          <a:ea typeface="黑体" pitchFamily="2" charset="-122"/>
                        </a:rPr>
                        <a:t>(</a:t>
                      </a:r>
                      <a:r>
                        <a:rPr kumimoji="0" lang="en-US" sz="1400" b="1" i="0" u="none" strike="noStrike" cap="none" normalizeH="0" baseline="0" dirty="0" err="1">
                          <a:ln>
                            <a:noFill/>
                          </a:ln>
                          <a:solidFill>
                            <a:schemeClr val="tx2"/>
                          </a:solidFill>
                          <a:effectLst/>
                          <a:latin typeface="Arial" charset="0"/>
                          <a:ea typeface="黑体" pitchFamily="2" charset="-122"/>
                        </a:rPr>
                        <a:t>int</a:t>
                      </a:r>
                      <a:r>
                        <a:rPr kumimoji="0" lang="en-US" sz="1400" b="1" i="0" u="none" strike="noStrike" cap="none" normalizeH="0" baseline="0" dirty="0">
                          <a:ln>
                            <a:noFill/>
                          </a:ln>
                          <a:solidFill>
                            <a:schemeClr val="tx2"/>
                          </a:solidFill>
                          <a:effectLst/>
                          <a:latin typeface="Arial" charset="0"/>
                          <a:ea typeface="黑体" pitchFamily="2" charset="-122"/>
                        </a:rPr>
                        <a:t> index)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此方法用于从指定位置提取单个字符，该位置由索引指定，索引中的值必须为非负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tx2"/>
                          </a:solidFill>
                          <a:effectLst/>
                          <a:latin typeface="Arial" charset="0"/>
                          <a:ea typeface="黑体" pitchFamily="2" charset="-122"/>
                        </a:rPr>
                        <a:t>public String substring(int index)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此方法用于提取从位置索引开始的字符串部分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tx2"/>
                          </a:solidFill>
                          <a:effectLst/>
                          <a:latin typeface="Arial" charset="0"/>
                          <a:ea typeface="黑体" pitchFamily="2" charset="-122"/>
                        </a:rPr>
                        <a:t>public String substring(int beginindex, int endindex)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此方法用于提取 </a:t>
                      </a:r>
                      <a:r>
                        <a:rPr kumimoji="0" lang="en-US" sz="1400" b="1" i="0" u="none" strike="noStrike" cap="none" normalizeH="0" baseline="0" dirty="0" err="1">
                          <a:ln>
                            <a:noFill/>
                          </a:ln>
                          <a:solidFill>
                            <a:schemeClr val="tx2"/>
                          </a:solidFill>
                          <a:effectLst/>
                          <a:latin typeface="Arial" charset="0"/>
                          <a:ea typeface="黑体" pitchFamily="2" charset="-122"/>
                        </a:rPr>
                        <a:t>beginindex</a:t>
                      </a:r>
                      <a:r>
                        <a:rPr kumimoji="0" lang="en-US" sz="1400" b="1" i="0" u="none" strike="noStrike" cap="none" normalizeH="0" baseline="0" dirty="0">
                          <a:ln>
                            <a:noFill/>
                          </a:ln>
                          <a:solidFill>
                            <a:schemeClr val="tx2"/>
                          </a:solidFill>
                          <a:effectLst/>
                          <a:latin typeface="Arial" charset="0"/>
                          <a:ea typeface="黑体" pitchFamily="2" charset="-122"/>
                        </a:rPr>
                        <a:t> </a:t>
                      </a:r>
                      <a:r>
                        <a:rPr kumimoji="0" lang="zh-CN" altLang="en-US" sz="1400" b="1" i="0" u="none" strike="noStrike" cap="none" normalizeH="0" baseline="0" dirty="0">
                          <a:ln>
                            <a:noFill/>
                          </a:ln>
                          <a:solidFill>
                            <a:schemeClr val="tx2"/>
                          </a:solidFill>
                          <a:effectLst/>
                          <a:latin typeface="Arial" charset="0"/>
                          <a:ea typeface="黑体" pitchFamily="2" charset="-122"/>
                        </a:rPr>
                        <a:t>和 </a:t>
                      </a:r>
                      <a:r>
                        <a:rPr kumimoji="0" lang="en-US" sz="1400" b="1" i="0" u="none" strike="noStrike" cap="none" normalizeH="0" baseline="0" dirty="0" err="1">
                          <a:ln>
                            <a:noFill/>
                          </a:ln>
                          <a:solidFill>
                            <a:schemeClr val="tx2"/>
                          </a:solidFill>
                          <a:effectLst/>
                          <a:latin typeface="Arial" charset="0"/>
                          <a:ea typeface="黑体" pitchFamily="2" charset="-122"/>
                        </a:rPr>
                        <a:t>endindex</a:t>
                      </a:r>
                      <a:r>
                        <a:rPr kumimoji="0" lang="zh-CN" altLang="en-US" sz="1400" b="1" i="0" u="none" strike="noStrike" cap="none" normalizeH="0" baseline="0" dirty="0">
                          <a:ln>
                            <a:noFill/>
                          </a:ln>
                          <a:solidFill>
                            <a:schemeClr val="tx2"/>
                          </a:solidFill>
                          <a:effectLst/>
                          <a:latin typeface="Arial" charset="0"/>
                          <a:ea typeface="黑体" pitchFamily="2" charset="-122"/>
                        </a:rPr>
                        <a:t> 位置之间的字符串部分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tx2"/>
                          </a:solidFill>
                          <a:effectLst/>
                          <a:latin typeface="Arial" charset="0"/>
                          <a:ea typeface="黑体" pitchFamily="2" charset="-122"/>
                        </a:rPr>
                        <a:t>public String concat(String str)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此方法用于连接两个字符串，并新建一个包含调用字符串的字符串对象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tx2"/>
                          </a:solidFill>
                          <a:effectLst/>
                          <a:latin typeface="Arial" charset="0"/>
                          <a:ea typeface="黑体" pitchFamily="2" charset="-122"/>
                        </a:rPr>
                        <a:t>public String replace(char old, char new)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此方法用于将调用字符串中出现某个字符的所有位置都替换为另一个字符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39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tx2"/>
                          </a:solidFill>
                          <a:effectLst/>
                          <a:latin typeface="Arial" charset="0"/>
                          <a:ea typeface="黑体" pitchFamily="2" charset="-122"/>
                        </a:rPr>
                        <a:t>public String trim()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400" b="1" i="0" u="none" strike="noStrike" cap="none" normalizeH="0" baseline="0" dirty="0">
                          <a:ln>
                            <a:noFill/>
                          </a:ln>
                          <a:solidFill>
                            <a:schemeClr val="tx2"/>
                          </a:solidFill>
                          <a:effectLst/>
                          <a:latin typeface="Arial" charset="0"/>
                          <a:ea typeface="黑体" pitchFamily="2" charset="-122"/>
                        </a:rPr>
                        <a:t>此方法用于返回一个前后不含任何空格的调用字符串的副本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4137688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4A6F1-1673-4A9C-BAB1-A3014385A1F5}"/>
              </a:ext>
            </a:extLst>
          </p:cNvPr>
          <p:cNvSpPr>
            <a:spLocks noGrp="1"/>
          </p:cNvSpPr>
          <p:nvPr>
            <p:ph type="title"/>
          </p:nvPr>
        </p:nvSpPr>
        <p:spPr>
          <a:xfrm>
            <a:off x="1524001" y="116633"/>
            <a:ext cx="7993063" cy="1109663"/>
          </a:xfrm>
        </p:spPr>
        <p:txBody>
          <a:bodyPr/>
          <a:lstStyle/>
          <a:p>
            <a:r>
              <a:rPr lang="zh-CN" altLang="en-US" b="0" dirty="0">
                <a:solidFill>
                  <a:srgbClr val="000000"/>
                </a:solidFill>
              </a:rPr>
              <a:t>提取字符串方法举例</a:t>
            </a:r>
            <a:endParaRPr lang="zh-CN" altLang="en-US" dirty="0"/>
          </a:p>
        </p:txBody>
      </p:sp>
      <p:sp>
        <p:nvSpPr>
          <p:cNvPr id="3" name="表格占位符 2">
            <a:extLst>
              <a:ext uri="{FF2B5EF4-FFF2-40B4-BE49-F238E27FC236}">
                <a16:creationId xmlns:a16="http://schemas.microsoft.com/office/drawing/2014/main" id="{93129EB2-0F08-4503-B31A-9F51B09C3625}"/>
              </a:ext>
            </a:extLst>
          </p:cNvPr>
          <p:cNvSpPr>
            <a:spLocks noGrp="1"/>
          </p:cNvSpPr>
          <p:nvPr>
            <p:ph type="tbl" idx="1"/>
          </p:nvPr>
        </p:nvSpPr>
        <p:spPr/>
      </p:sp>
      <p:pic>
        <p:nvPicPr>
          <p:cNvPr id="5" name="图片 4">
            <a:extLst>
              <a:ext uri="{FF2B5EF4-FFF2-40B4-BE49-F238E27FC236}">
                <a16:creationId xmlns:a16="http://schemas.microsoft.com/office/drawing/2014/main" id="{B86FAE46-0B50-463F-A25E-0060CC296307}"/>
              </a:ext>
            </a:extLst>
          </p:cNvPr>
          <p:cNvPicPr>
            <a:picLocks noChangeAspect="1"/>
          </p:cNvPicPr>
          <p:nvPr/>
        </p:nvPicPr>
        <p:blipFill>
          <a:blip r:embed="rId2"/>
          <a:stretch>
            <a:fillRect/>
          </a:stretch>
        </p:blipFill>
        <p:spPr>
          <a:xfrm>
            <a:off x="1524000" y="1920"/>
            <a:ext cx="9144000" cy="3874726"/>
          </a:xfrm>
          <a:prstGeom prst="rect">
            <a:avLst/>
          </a:prstGeom>
        </p:spPr>
      </p:pic>
      <p:pic>
        <p:nvPicPr>
          <p:cNvPr id="7" name="图片 6">
            <a:extLst>
              <a:ext uri="{FF2B5EF4-FFF2-40B4-BE49-F238E27FC236}">
                <a16:creationId xmlns:a16="http://schemas.microsoft.com/office/drawing/2014/main" id="{A7C8F5D5-C366-40F7-9C83-07E560073AAD}"/>
              </a:ext>
            </a:extLst>
          </p:cNvPr>
          <p:cNvPicPr>
            <a:picLocks noChangeAspect="1"/>
          </p:cNvPicPr>
          <p:nvPr/>
        </p:nvPicPr>
        <p:blipFill>
          <a:blip r:embed="rId3"/>
          <a:stretch>
            <a:fillRect/>
          </a:stretch>
        </p:blipFill>
        <p:spPr>
          <a:xfrm>
            <a:off x="3575721" y="3573017"/>
            <a:ext cx="6696075" cy="2790825"/>
          </a:xfrm>
          <a:prstGeom prst="rect">
            <a:avLst/>
          </a:prstGeom>
        </p:spPr>
      </p:pic>
    </p:spTree>
    <p:extLst>
      <p:ext uri="{BB962C8B-B14F-4D97-AF65-F5344CB8AC3E}">
        <p14:creationId xmlns:p14="http://schemas.microsoft.com/office/powerpoint/2010/main" val="337108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分割字符串</a:t>
            </a:r>
          </a:p>
        </p:txBody>
      </p:sp>
      <p:sp>
        <p:nvSpPr>
          <p:cNvPr id="4" name="Rectangle 11">
            <a:extLst>
              <a:ext uri="{FF2B5EF4-FFF2-40B4-BE49-F238E27FC236}">
                <a16:creationId xmlns:a16="http://schemas.microsoft.com/office/drawing/2014/main" id="{04D43FF8-1732-4F22-99C3-47C6F984B75F}"/>
              </a:ext>
            </a:extLst>
          </p:cNvPr>
          <p:cNvSpPr>
            <a:spLocks noChangeArrowheads="1"/>
          </p:cNvSpPr>
          <p:nvPr/>
        </p:nvSpPr>
        <p:spPr bwMode="auto">
          <a:xfrm>
            <a:off x="1991544" y="1412777"/>
            <a:ext cx="5904656" cy="581025"/>
          </a:xfrm>
          <a:prstGeom prst="rect">
            <a:avLst/>
          </a:prstGeom>
          <a:gradFill rotWithShape="1">
            <a:gsLst>
              <a:gs pos="0">
                <a:srgbClr val="CCECFF"/>
              </a:gs>
              <a:gs pos="100000">
                <a:srgbClr val="FFFFFF"/>
              </a:gs>
            </a:gsLst>
            <a:lin ang="5400000" scaled="1"/>
          </a:gradFill>
          <a:ln w="9525">
            <a:solidFill>
              <a:schemeClr val="tx1"/>
            </a:solidFill>
            <a:miter lim="800000"/>
            <a:headEnd/>
            <a:tailEnd/>
          </a:ln>
          <a:effectLst>
            <a:outerShdw dist="45791" dir="3378596" algn="ctr" rotWithShape="0">
              <a:schemeClr val="bg2">
                <a:alpha val="50000"/>
              </a:schemeClr>
            </a:outerShdw>
          </a:effec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2800" b="1" dirty="0">
                <a:solidFill>
                  <a:srgbClr val="101C56"/>
                </a:solidFill>
                <a:ea typeface="黑体" pitchFamily="2" charset="-122"/>
              </a:rPr>
              <a:t>String[] split(String </a:t>
            </a:r>
            <a:r>
              <a:rPr lang="en-US" altLang="zh-CN" sz="2800" b="1" dirty="0" err="1">
                <a:solidFill>
                  <a:srgbClr val="101C56"/>
                </a:solidFill>
                <a:ea typeface="黑体" pitchFamily="2" charset="-122"/>
              </a:rPr>
              <a:t>rege</a:t>
            </a:r>
            <a:r>
              <a:rPr lang="en-US" altLang="zh-CN" sz="2800" b="1" dirty="0">
                <a:solidFill>
                  <a:srgbClr val="101C56"/>
                </a:solidFill>
                <a:ea typeface="黑体" pitchFamily="2" charset="-122"/>
              </a:rPr>
              <a:t>x)</a:t>
            </a:r>
          </a:p>
        </p:txBody>
      </p:sp>
      <p:sp>
        <p:nvSpPr>
          <p:cNvPr id="6" name="文本框 5">
            <a:extLst>
              <a:ext uri="{FF2B5EF4-FFF2-40B4-BE49-F238E27FC236}">
                <a16:creationId xmlns:a16="http://schemas.microsoft.com/office/drawing/2014/main" id="{55E322A6-7159-4CA2-883F-7778259289B5}"/>
              </a:ext>
            </a:extLst>
          </p:cNvPr>
          <p:cNvSpPr txBox="1"/>
          <p:nvPr/>
        </p:nvSpPr>
        <p:spPr>
          <a:xfrm>
            <a:off x="1775520" y="2276873"/>
            <a:ext cx="8892480" cy="954107"/>
          </a:xfrm>
          <a:prstGeom prst="rect">
            <a:avLst/>
          </a:prstGeom>
          <a:noFill/>
        </p:spPr>
        <p:txBody>
          <a:bodyPr wrap="square">
            <a:spAutoFit/>
          </a:bodyPr>
          <a:lstStyle/>
          <a:p>
            <a:pPr eaLnBrk="0" fontAlgn="base" hangingPunct="0">
              <a:spcBef>
                <a:spcPct val="0"/>
              </a:spcBef>
              <a:spcAft>
                <a:spcPct val="0"/>
              </a:spcAft>
              <a:defRPr/>
            </a:pPr>
            <a:r>
              <a:rPr lang="zh-CN" altLang="en-US" sz="2800" b="1" dirty="0">
                <a:solidFill>
                  <a:srgbClr val="FF0000"/>
                </a:solidFill>
                <a:latin typeface="Arial" charset="0"/>
                <a:ea typeface="黑体" pitchFamily="2" charset="-122"/>
                <a:cs typeface="Times New Roman" pitchFamily="18" charset="0"/>
              </a:rPr>
              <a:t>功能：</a:t>
            </a:r>
            <a:endParaRPr lang="en-US" altLang="zh-CN" sz="2800" b="1" dirty="0">
              <a:solidFill>
                <a:srgbClr val="FF0000"/>
              </a:solidFill>
              <a:latin typeface="Arial" charset="0"/>
              <a:ea typeface="黑体" pitchFamily="2" charset="-122"/>
              <a:cs typeface="Times New Roman" pitchFamily="18" charset="0"/>
            </a:endParaRPr>
          </a:p>
          <a:p>
            <a:pPr eaLnBrk="0" fontAlgn="base" hangingPunct="0">
              <a:spcBef>
                <a:spcPct val="0"/>
              </a:spcBef>
              <a:spcAft>
                <a:spcPct val="0"/>
              </a:spcAft>
              <a:defRPr/>
            </a:pPr>
            <a:r>
              <a:rPr lang="zh-CN" altLang="en-US" sz="2800" b="1" dirty="0">
                <a:solidFill>
                  <a:srgbClr val="101C56">
                    <a:lumMod val="50000"/>
                  </a:srgbClr>
                </a:solidFill>
                <a:latin typeface="Arial" charset="0"/>
                <a:ea typeface="黑体" pitchFamily="2" charset="-122"/>
                <a:cs typeface="Times New Roman" pitchFamily="18" charset="0"/>
              </a:rPr>
              <a:t>根据参数</a:t>
            </a:r>
            <a:r>
              <a:rPr lang="en-US" altLang="zh-CN" sz="2800" b="1" dirty="0">
                <a:solidFill>
                  <a:srgbClr val="101C56">
                    <a:lumMod val="50000"/>
                  </a:srgbClr>
                </a:solidFill>
                <a:latin typeface="Arial" charset="0"/>
                <a:ea typeface="黑体" pitchFamily="2" charset="-122"/>
                <a:cs typeface="Times New Roman" pitchFamily="18" charset="0"/>
              </a:rPr>
              <a:t>regex</a:t>
            </a:r>
            <a:r>
              <a:rPr lang="zh-CN" altLang="en-US" sz="2800" b="1" dirty="0">
                <a:solidFill>
                  <a:srgbClr val="101C56">
                    <a:lumMod val="50000"/>
                  </a:srgbClr>
                </a:solidFill>
                <a:latin typeface="Arial" charset="0"/>
                <a:ea typeface="黑体" pitchFamily="2" charset="-122"/>
                <a:cs typeface="Times New Roman" pitchFamily="18" charset="0"/>
              </a:rPr>
              <a:t>将指定的字符串分割为若干子字符串。</a:t>
            </a:r>
            <a:endParaRPr lang="zh-CN" altLang="en-US" sz="3200" b="1" dirty="0">
              <a:solidFill>
                <a:srgbClr val="101C56">
                  <a:lumMod val="50000"/>
                </a:srgbClr>
              </a:solidFill>
              <a:latin typeface="Arial" charset="0"/>
              <a:ea typeface="黑体" pitchFamily="2" charset="-122"/>
              <a:cs typeface="Times New Roman" pitchFamily="18" charset="0"/>
            </a:endParaRPr>
          </a:p>
        </p:txBody>
      </p:sp>
    </p:spTree>
    <p:extLst>
      <p:ext uri="{BB962C8B-B14F-4D97-AF65-F5344CB8AC3E}">
        <p14:creationId xmlns:p14="http://schemas.microsoft.com/office/powerpoint/2010/main" val="35585097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703512" y="260649"/>
            <a:ext cx="8229600" cy="792163"/>
          </a:xfrm>
        </p:spPr>
        <p:txBody>
          <a:bodyPr/>
          <a:lstStyle/>
          <a:p>
            <a:pPr algn="l"/>
            <a:r>
              <a:rPr lang="zh-CN" altLang="en-US" b="0" dirty="0">
                <a:solidFill>
                  <a:srgbClr val="000000"/>
                </a:solidFill>
              </a:rPr>
              <a:t>分割字符串</a:t>
            </a:r>
            <a:r>
              <a:rPr lang="en-US" altLang="zh-CN" b="0" dirty="0">
                <a:solidFill>
                  <a:srgbClr val="000000"/>
                </a:solidFill>
              </a:rPr>
              <a:t>-</a:t>
            </a:r>
            <a:r>
              <a:rPr lang="zh-CN" altLang="en-US" b="0" dirty="0">
                <a:solidFill>
                  <a:srgbClr val="000000"/>
                </a:solidFill>
              </a:rPr>
              <a:t>举例</a:t>
            </a:r>
          </a:p>
        </p:txBody>
      </p:sp>
      <p:sp>
        <p:nvSpPr>
          <p:cNvPr id="6" name="文本框 5">
            <a:extLst>
              <a:ext uri="{FF2B5EF4-FFF2-40B4-BE49-F238E27FC236}">
                <a16:creationId xmlns:a16="http://schemas.microsoft.com/office/drawing/2014/main" id="{55E322A6-7159-4CA2-883F-7778259289B5}"/>
              </a:ext>
            </a:extLst>
          </p:cNvPr>
          <p:cNvSpPr txBox="1"/>
          <p:nvPr/>
        </p:nvSpPr>
        <p:spPr>
          <a:xfrm>
            <a:off x="1703512" y="1196753"/>
            <a:ext cx="8892480" cy="954107"/>
          </a:xfrm>
          <a:prstGeom prst="rect">
            <a:avLst/>
          </a:prstGeom>
          <a:noFill/>
        </p:spPr>
        <p:txBody>
          <a:bodyPr wrap="square">
            <a:spAutoFit/>
          </a:bodyPr>
          <a:lstStyle/>
          <a:p>
            <a:pPr eaLnBrk="0" fontAlgn="base" hangingPunct="0">
              <a:spcBef>
                <a:spcPct val="0"/>
              </a:spcBef>
              <a:spcAft>
                <a:spcPct val="0"/>
              </a:spcAft>
              <a:defRPr/>
            </a:pPr>
            <a:r>
              <a:rPr lang="en-US" altLang="zh-CN" sz="2800" b="1" dirty="0">
                <a:solidFill>
                  <a:srgbClr val="000000"/>
                </a:solidFill>
                <a:latin typeface="Arial" charset="0"/>
                <a:ea typeface="黑体" pitchFamily="2" charset="-122"/>
                <a:cs typeface="Times New Roman" pitchFamily="18" charset="0"/>
              </a:rPr>
              <a:t>QQ</a:t>
            </a:r>
            <a:r>
              <a:rPr lang="zh-CN" altLang="en-US" sz="2800" b="1" dirty="0">
                <a:solidFill>
                  <a:srgbClr val="000000"/>
                </a:solidFill>
                <a:latin typeface="Arial" charset="0"/>
                <a:ea typeface="黑体" pitchFamily="2" charset="-122"/>
                <a:cs typeface="Times New Roman" pitchFamily="18" charset="0"/>
              </a:rPr>
              <a:t>发送一条消息“</a:t>
            </a:r>
            <a:r>
              <a:rPr lang="en-US" altLang="zh-CN" sz="2800" b="1" dirty="0">
                <a:solidFill>
                  <a:srgbClr val="000000"/>
                </a:solidFill>
                <a:latin typeface="Arial" charset="0"/>
                <a:ea typeface="黑体" pitchFamily="2" charset="-122"/>
                <a:cs typeface="Times New Roman" pitchFamily="18" charset="0"/>
              </a:rPr>
              <a:t>24031023,</a:t>
            </a:r>
            <a:r>
              <a:rPr lang="zh-CN" altLang="en-US" sz="2800" b="1" dirty="0">
                <a:solidFill>
                  <a:srgbClr val="000000"/>
                </a:solidFill>
                <a:latin typeface="Arial" charset="0"/>
                <a:ea typeface="黑体" pitchFamily="2" charset="-122"/>
                <a:cs typeface="Times New Roman" pitchFamily="18" charset="0"/>
              </a:rPr>
              <a:t>张三，计算机”，将此消息创建一个</a:t>
            </a:r>
            <a:r>
              <a:rPr lang="en-US" altLang="zh-CN" sz="2800" b="1" dirty="0">
                <a:solidFill>
                  <a:srgbClr val="000000"/>
                </a:solidFill>
                <a:latin typeface="Arial" charset="0"/>
                <a:ea typeface="黑体" pitchFamily="2" charset="-122"/>
                <a:cs typeface="Times New Roman" pitchFamily="18" charset="0"/>
              </a:rPr>
              <a:t>Student</a:t>
            </a:r>
            <a:r>
              <a:rPr lang="zh-CN" altLang="en-US" sz="2800" b="1" dirty="0">
                <a:solidFill>
                  <a:srgbClr val="000000"/>
                </a:solidFill>
                <a:latin typeface="Arial" charset="0"/>
                <a:ea typeface="黑体" pitchFamily="2" charset="-122"/>
                <a:cs typeface="Times New Roman" pitchFamily="18" charset="0"/>
              </a:rPr>
              <a:t>对象。</a:t>
            </a:r>
            <a:endParaRPr lang="en-US" altLang="zh-CN" sz="2800" b="1" dirty="0">
              <a:solidFill>
                <a:srgbClr val="000000"/>
              </a:solidFill>
              <a:latin typeface="Arial" charset="0"/>
              <a:ea typeface="黑体" pitchFamily="2" charset="-122"/>
              <a:cs typeface="Times New Roman" pitchFamily="18" charset="0"/>
            </a:endParaRPr>
          </a:p>
        </p:txBody>
      </p:sp>
      <p:pic>
        <p:nvPicPr>
          <p:cNvPr id="3" name="图片 2">
            <a:extLst>
              <a:ext uri="{FF2B5EF4-FFF2-40B4-BE49-F238E27FC236}">
                <a16:creationId xmlns:a16="http://schemas.microsoft.com/office/drawing/2014/main" id="{F0359571-06A0-49E8-8A39-E5E8689C48EF}"/>
              </a:ext>
            </a:extLst>
          </p:cNvPr>
          <p:cNvPicPr>
            <a:picLocks noChangeAspect="1"/>
          </p:cNvPicPr>
          <p:nvPr/>
        </p:nvPicPr>
        <p:blipFill>
          <a:blip r:embed="rId2"/>
          <a:stretch>
            <a:fillRect/>
          </a:stretch>
        </p:blipFill>
        <p:spPr>
          <a:xfrm>
            <a:off x="1775520" y="2204864"/>
            <a:ext cx="7920880" cy="2914650"/>
          </a:xfrm>
          <a:prstGeom prst="rect">
            <a:avLst/>
          </a:prstGeom>
        </p:spPr>
      </p:pic>
      <p:pic>
        <p:nvPicPr>
          <p:cNvPr id="7" name="图片 6">
            <a:extLst>
              <a:ext uri="{FF2B5EF4-FFF2-40B4-BE49-F238E27FC236}">
                <a16:creationId xmlns:a16="http://schemas.microsoft.com/office/drawing/2014/main" id="{819863D7-DA0A-41B9-8A9A-723559FB763F}"/>
              </a:ext>
            </a:extLst>
          </p:cNvPr>
          <p:cNvPicPr>
            <a:picLocks noChangeAspect="1"/>
          </p:cNvPicPr>
          <p:nvPr/>
        </p:nvPicPr>
        <p:blipFill>
          <a:blip r:embed="rId3"/>
          <a:stretch>
            <a:fillRect/>
          </a:stretch>
        </p:blipFill>
        <p:spPr>
          <a:xfrm>
            <a:off x="1991545" y="5301209"/>
            <a:ext cx="6029325" cy="1076325"/>
          </a:xfrm>
          <a:prstGeom prst="rect">
            <a:avLst/>
          </a:prstGeom>
        </p:spPr>
      </p:pic>
    </p:spTree>
    <p:extLst>
      <p:ext uri="{BB962C8B-B14F-4D97-AF65-F5344CB8AC3E}">
        <p14:creationId xmlns:p14="http://schemas.microsoft.com/office/powerpoint/2010/main" val="13138701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532012" y="217489"/>
            <a:ext cx="7689850" cy="620713"/>
          </a:xfrm>
        </p:spPr>
        <p:txBody>
          <a:bodyPr/>
          <a:lstStyle/>
          <a:p>
            <a:pPr algn="l"/>
            <a:r>
              <a:rPr lang="en-US" altLang="zh-CN" sz="2400" b="0" dirty="0">
                <a:solidFill>
                  <a:srgbClr val="000099"/>
                </a:solidFill>
                <a:latin typeface="Arial Black" pitchFamily="34" charset="0"/>
              </a:rPr>
              <a:t>                                                  </a:t>
            </a:r>
            <a:r>
              <a:rPr lang="en-US" altLang="zh-CN" b="0" dirty="0">
                <a:solidFill>
                  <a:srgbClr val="000000"/>
                </a:solidFill>
                <a:latin typeface="Arial Black" pitchFamily="34" charset="0"/>
              </a:rPr>
              <a:t>StringBuffer</a:t>
            </a:r>
            <a:r>
              <a:rPr lang="zh-CN" altLang="en-US" b="0" dirty="0">
                <a:solidFill>
                  <a:srgbClr val="000000"/>
                </a:solidFill>
                <a:latin typeface="Arial Black" pitchFamily="34" charset="0"/>
              </a:rPr>
              <a:t> 类</a:t>
            </a:r>
          </a:p>
        </p:txBody>
      </p:sp>
      <p:graphicFrame>
        <p:nvGraphicFramePr>
          <p:cNvPr id="103427" name="Group 3"/>
          <p:cNvGraphicFramePr>
            <a:graphicFrameLocks noGrp="1"/>
          </p:cNvGraphicFramePr>
          <p:nvPr>
            <p:ph idx="1"/>
          </p:nvPr>
        </p:nvGraphicFramePr>
        <p:xfrm>
          <a:off x="2279577" y="2852937"/>
          <a:ext cx="8066087" cy="2994347"/>
        </p:xfrm>
        <a:graphic>
          <a:graphicData uri="http://schemas.openxmlformats.org/drawingml/2006/table">
            <a:tbl>
              <a:tblPr/>
              <a:tblGrid>
                <a:gridCol w="3625850">
                  <a:extLst>
                    <a:ext uri="{9D8B030D-6E8A-4147-A177-3AD203B41FA5}">
                      <a16:colId xmlns:a16="http://schemas.microsoft.com/office/drawing/2014/main" val="20000"/>
                    </a:ext>
                  </a:extLst>
                </a:gridCol>
                <a:gridCol w="4440237">
                  <a:extLst>
                    <a:ext uri="{9D8B030D-6E8A-4147-A177-3AD203B41FA5}">
                      <a16:colId xmlns:a16="http://schemas.microsoft.com/office/drawing/2014/main" val="20001"/>
                    </a:ext>
                  </a:extLst>
                </a:gridCol>
              </a:tblGrid>
              <a:tr h="504056">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457325" algn="l"/>
                        </a:tabLst>
                      </a:pPr>
                      <a:r>
                        <a:rPr kumimoji="0" lang="zh-CN" altLang="en-US" sz="2400" b="0" i="0" u="none" strike="noStrike" cap="none" normalizeH="0" baseline="0" dirty="0">
                          <a:ln>
                            <a:noFill/>
                          </a:ln>
                          <a:solidFill>
                            <a:srgbClr val="000000"/>
                          </a:solidFill>
                          <a:effectLst/>
                          <a:latin typeface="Arial" charset="0"/>
                          <a:ea typeface="黑体" pitchFamily="2" charset="-122"/>
                          <a:cs typeface="Times New Roman" pitchFamily="18" charset="0"/>
                        </a:rPr>
                        <a:t>构造方法</a:t>
                      </a:r>
                      <a:endParaRPr kumimoji="0" lang="zh-CN" altLang="en-US" sz="2400" b="0" i="0" u="none" strike="noStrike" cap="none" normalizeH="0" baseline="0" dirty="0">
                        <a:ln>
                          <a:noFill/>
                        </a:ln>
                        <a:solidFill>
                          <a:srgbClr val="000000"/>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399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457325" algn="l"/>
                        </a:tabLst>
                      </a:pPr>
                      <a:r>
                        <a:rPr kumimoji="0" lang="zh-CN" altLang="en-US" sz="2400" b="0" i="0" u="none" strike="noStrike" cap="none" normalizeH="0" baseline="0" dirty="0">
                          <a:ln>
                            <a:noFill/>
                          </a:ln>
                          <a:solidFill>
                            <a:srgbClr val="000000"/>
                          </a:solidFill>
                          <a:effectLst/>
                          <a:latin typeface="Arial" charset="0"/>
                          <a:ea typeface="黑体" pitchFamily="2" charset="-122"/>
                          <a:cs typeface="Times New Roman" pitchFamily="18" charset="0"/>
                        </a:rPr>
                        <a:t>说明</a:t>
                      </a:r>
                      <a:endParaRPr kumimoji="0" lang="zh-CN" altLang="en-US" sz="2400" b="0" i="0" u="none" strike="noStrike" cap="none" normalizeH="0" baseline="0" dirty="0">
                        <a:ln>
                          <a:noFill/>
                        </a:ln>
                        <a:solidFill>
                          <a:srgbClr val="000000"/>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0"/>
                  </a:ext>
                </a:extLst>
              </a:tr>
              <a:tr h="600824">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1457325" algn="l"/>
                        </a:tabLst>
                      </a:pPr>
                      <a:r>
                        <a:rPr kumimoji="0" lang="en-US" altLang="zh-CN" sz="1600" b="1" i="0" u="none" strike="noStrike" cap="none" normalizeH="0" baseline="0" dirty="0">
                          <a:ln>
                            <a:noFill/>
                          </a:ln>
                          <a:solidFill>
                            <a:schemeClr val="tx2"/>
                          </a:solidFill>
                          <a:effectLst/>
                          <a:latin typeface="Arial" charset="0"/>
                          <a:ea typeface="黑体" pitchFamily="2" charset="-122"/>
                        </a:rPr>
                        <a:t>public StringBuffer()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zh-CN" altLang="en-US" sz="1600" b="1" i="0" u="none" strike="noStrike" cap="none" normalizeH="0" baseline="0">
                          <a:ln>
                            <a:noFill/>
                          </a:ln>
                          <a:solidFill>
                            <a:schemeClr val="tx2"/>
                          </a:solidFill>
                          <a:effectLst/>
                          <a:latin typeface="Arial" charset="0"/>
                          <a:ea typeface="黑体" pitchFamily="2" charset="-122"/>
                          <a:cs typeface="Times New Roman" pitchFamily="18" charset="0"/>
                        </a:rPr>
                        <a:t>保留 </a:t>
                      </a:r>
                      <a:r>
                        <a:rPr kumimoji="0" lang="en-US" altLang="zh-CN" sz="1600" b="1" i="0" u="none" strike="noStrike" cap="none" normalizeH="0" baseline="0">
                          <a:ln>
                            <a:noFill/>
                          </a:ln>
                          <a:solidFill>
                            <a:schemeClr val="tx2"/>
                          </a:solidFill>
                          <a:effectLst/>
                          <a:latin typeface="Arial" charset="0"/>
                          <a:ea typeface="黑体" pitchFamily="2" charset="-122"/>
                          <a:cs typeface="Times New Roman" pitchFamily="18" charset="0"/>
                        </a:rPr>
                        <a:t>16 </a:t>
                      </a:r>
                      <a:r>
                        <a:rPr kumimoji="0" lang="zh-CN" altLang="en-US" sz="1600" b="1" i="0" u="none" strike="noStrike" cap="none" normalizeH="0" baseline="0">
                          <a:ln>
                            <a:noFill/>
                          </a:ln>
                          <a:solidFill>
                            <a:schemeClr val="tx2"/>
                          </a:solidFill>
                          <a:effectLst/>
                          <a:latin typeface="Arial" charset="0"/>
                          <a:ea typeface="黑体" pitchFamily="2" charset="-122"/>
                          <a:cs typeface="Times New Roman" pitchFamily="18" charset="0"/>
                        </a:rPr>
                        <a:t>个字符的空间</a:t>
                      </a:r>
                      <a:endParaRPr kumimoji="0" lang="zh-CN" altLang="en-US" sz="1600" b="1" i="0" u="none" strike="noStrike" cap="none" normalizeH="0" baseline="0">
                        <a:ln>
                          <a:noFill/>
                        </a:ln>
                        <a:solidFill>
                          <a:schemeClr val="tx2"/>
                        </a:solidFill>
                        <a:effectLst/>
                        <a:latin typeface="Arial" charset="0"/>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4484">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en-US" altLang="zh-CN" sz="1600" b="1" i="0" u="none" strike="noStrike" cap="none" normalizeH="0" baseline="0" dirty="0">
                          <a:ln>
                            <a:noFill/>
                          </a:ln>
                          <a:solidFill>
                            <a:schemeClr val="tx2"/>
                          </a:solidFill>
                          <a:effectLst/>
                          <a:latin typeface="Arial" charset="0"/>
                          <a:ea typeface="黑体" pitchFamily="2" charset="-122"/>
                        </a:rPr>
                        <a:t>public StringBuffer (</a:t>
                      </a:r>
                      <a:r>
                        <a:rPr kumimoji="0" lang="en-US" altLang="zh-CN" sz="1600" b="1" i="0" u="none" strike="noStrike" cap="none" normalizeH="0" baseline="0" dirty="0" err="1">
                          <a:ln>
                            <a:noFill/>
                          </a:ln>
                          <a:solidFill>
                            <a:schemeClr val="tx2"/>
                          </a:solidFill>
                          <a:effectLst/>
                          <a:latin typeface="Arial" charset="0"/>
                          <a:ea typeface="黑体" pitchFamily="2" charset="-122"/>
                        </a:rPr>
                        <a:t>int</a:t>
                      </a:r>
                      <a:r>
                        <a:rPr kumimoji="0" lang="en-US" altLang="zh-CN" sz="1600" b="1" i="0" u="none" strike="noStrike" cap="none" normalizeH="0" baseline="0" dirty="0">
                          <a:ln>
                            <a:noFill/>
                          </a:ln>
                          <a:solidFill>
                            <a:schemeClr val="tx2"/>
                          </a:solidFill>
                          <a:effectLst/>
                          <a:latin typeface="Arial" charset="0"/>
                          <a:ea typeface="黑体" pitchFamily="2" charset="-122"/>
                        </a:rPr>
                        <a:t> length)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tab pos="1457325" algn="l"/>
                        </a:tabLst>
                      </a:pPr>
                      <a:r>
                        <a:rPr kumimoji="0" lang="zh-CN" altLang="en-US" sz="1600" b="1" i="0" u="none" strike="noStrike" cap="none" normalizeH="0" baseline="0" dirty="0">
                          <a:ln>
                            <a:noFill/>
                          </a:ln>
                          <a:solidFill>
                            <a:schemeClr val="tx2"/>
                          </a:solidFill>
                          <a:effectLst/>
                          <a:latin typeface="Arial" charset="0"/>
                          <a:ea typeface="黑体" pitchFamily="2" charset="-122"/>
                          <a:cs typeface="Times New Roman" pitchFamily="18" charset="0"/>
                        </a:rPr>
                        <a:t>设置缓存器大小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4983">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en-US" altLang="zh-CN" sz="1600" b="1" i="0" u="none" strike="noStrike" cap="none" normalizeH="0" baseline="0" dirty="0">
                          <a:ln>
                            <a:noFill/>
                          </a:ln>
                          <a:solidFill>
                            <a:schemeClr val="tx2"/>
                          </a:solidFill>
                          <a:effectLst/>
                          <a:latin typeface="Arial" charset="0"/>
                          <a:ea typeface="黑体" pitchFamily="2" charset="-122"/>
                        </a:rPr>
                        <a:t>public StringBuffer(</a:t>
                      </a:r>
                      <a:r>
                        <a:rPr kumimoji="0" lang="en-US" altLang="zh-CN" sz="1600" b="1" i="0" u="none" strike="noStrike" cap="none" normalizeH="0" baseline="0" dirty="0" err="1">
                          <a:ln>
                            <a:noFill/>
                          </a:ln>
                          <a:solidFill>
                            <a:schemeClr val="tx2"/>
                          </a:solidFill>
                          <a:effectLst/>
                          <a:latin typeface="Arial" charset="0"/>
                          <a:ea typeface="黑体" pitchFamily="2" charset="-122"/>
                        </a:rPr>
                        <a:t>Stringvalue</a:t>
                      </a:r>
                      <a:r>
                        <a:rPr kumimoji="0" lang="en-US" altLang="zh-CN" sz="1600" b="1" i="0" u="none" strike="noStrike" cap="none" normalizeH="0" baseline="0" dirty="0">
                          <a:ln>
                            <a:noFill/>
                          </a:ln>
                          <a:solidFill>
                            <a:schemeClr val="tx2"/>
                          </a:solidFill>
                          <a:effectLst/>
                          <a:latin typeface="Arial" charset="0"/>
                          <a:ea typeface="黑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zh-CN" altLang="en-US" sz="1600" b="1" i="0" u="none" strike="noStrike" cap="none" normalizeH="0" baseline="0" dirty="0">
                          <a:ln>
                            <a:noFill/>
                          </a:ln>
                          <a:solidFill>
                            <a:schemeClr val="tx2"/>
                          </a:solidFill>
                          <a:effectLst/>
                          <a:latin typeface="Arial" charset="0"/>
                          <a:ea typeface="黑体" pitchFamily="2" charset="-122"/>
                          <a:cs typeface="Times New Roman" pitchFamily="18" charset="0"/>
                        </a:rPr>
                        <a:t>接收字符串参数，用来设置初始内容，</a:t>
                      </a:r>
                    </a:p>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zh-CN" altLang="en-US" sz="1600" b="1" i="0" u="none" strike="noStrike" cap="none" normalizeH="0" baseline="0" dirty="0">
                          <a:ln>
                            <a:noFill/>
                          </a:ln>
                          <a:solidFill>
                            <a:schemeClr val="tx2"/>
                          </a:solidFill>
                          <a:effectLst/>
                          <a:latin typeface="Arial" charset="0"/>
                          <a:ea typeface="黑体" pitchFamily="2" charset="-122"/>
                          <a:cs typeface="Times New Roman" pitchFamily="18" charset="0"/>
                        </a:rPr>
                        <a:t>并在不重新分配的情况下保留 </a:t>
                      </a:r>
                      <a:r>
                        <a:rPr kumimoji="0" lang="en-US" altLang="zh-CN" sz="1600" b="1" i="0" u="none" strike="noStrike" cap="none" normalizeH="0" baseline="0" dirty="0">
                          <a:ln>
                            <a:noFill/>
                          </a:ln>
                          <a:solidFill>
                            <a:schemeClr val="tx2"/>
                          </a:solidFill>
                          <a:effectLst/>
                          <a:latin typeface="Arial" charset="0"/>
                          <a:ea typeface="黑体" pitchFamily="2" charset="-122"/>
                          <a:cs typeface="Times New Roman" pitchFamily="18" charset="0"/>
                        </a:rPr>
                        <a:t>16 </a:t>
                      </a:r>
                      <a:r>
                        <a:rPr kumimoji="0" lang="zh-CN" altLang="en-US" sz="1600" b="1" i="0" u="none" strike="noStrike" cap="none" normalizeH="0" baseline="0" dirty="0">
                          <a:ln>
                            <a:noFill/>
                          </a:ln>
                          <a:solidFill>
                            <a:schemeClr val="tx2"/>
                          </a:solidFill>
                          <a:effectLst/>
                          <a:latin typeface="Arial" charset="0"/>
                          <a:ea typeface="黑体" pitchFamily="2" charset="-122"/>
                          <a:cs typeface="Times New Roman" pitchFamily="18" charset="0"/>
                        </a:rPr>
                        <a:t>个符</a:t>
                      </a:r>
                    </a:p>
                    <a:p>
                      <a:pPr marL="0" marR="0" lvl="0" indent="0" algn="l" defTabSz="914400" rtl="0" eaLnBrk="0" fontAlgn="base" latinLnBrk="0" hangingPunct="0">
                        <a:lnSpc>
                          <a:spcPct val="100000"/>
                        </a:lnSpc>
                        <a:spcBef>
                          <a:spcPct val="0"/>
                        </a:spcBef>
                        <a:spcAft>
                          <a:spcPct val="0"/>
                        </a:spcAft>
                        <a:buClrTx/>
                        <a:buSzTx/>
                        <a:buFontTx/>
                        <a:buNone/>
                        <a:tabLst>
                          <a:tab pos="1457325" algn="l"/>
                        </a:tabLst>
                      </a:pPr>
                      <a:r>
                        <a:rPr kumimoji="0" lang="zh-CN" altLang="en-US" sz="1600" b="1" i="0" u="none" strike="noStrike" cap="none" normalizeH="0" baseline="0" dirty="0">
                          <a:ln>
                            <a:noFill/>
                          </a:ln>
                          <a:solidFill>
                            <a:schemeClr val="tx2"/>
                          </a:solidFill>
                          <a:effectLst/>
                          <a:latin typeface="Arial" charset="0"/>
                          <a:ea typeface="黑体" pitchFamily="2" charset="-122"/>
                          <a:cs typeface="Times New Roman" pitchFamily="18" charset="0"/>
                        </a:rPr>
                        <a:t>的空间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0980" name="Text Box 20"/>
          <p:cNvSpPr txBox="1">
            <a:spLocks noChangeArrowheads="1"/>
          </p:cNvSpPr>
          <p:nvPr/>
        </p:nvSpPr>
        <p:spPr bwMode="auto">
          <a:xfrm>
            <a:off x="1847529" y="446088"/>
            <a:ext cx="21685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en-US" altLang="zh-CN">
              <a:solidFill>
                <a:srgbClr val="9BD3E5"/>
              </a:solidFill>
            </a:endParaRPr>
          </a:p>
        </p:txBody>
      </p:sp>
      <p:sp>
        <p:nvSpPr>
          <p:cNvPr id="40981" name="Rectangle 21"/>
          <p:cNvSpPr>
            <a:spLocks noChangeArrowheads="1"/>
          </p:cNvSpPr>
          <p:nvPr/>
        </p:nvSpPr>
        <p:spPr bwMode="auto">
          <a:xfrm>
            <a:off x="1747020" y="1484785"/>
            <a:ext cx="8928992"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457200" indent="-457200" eaLnBrk="1" hangingPunct="1">
              <a:spcBef>
                <a:spcPct val="20000"/>
              </a:spcBef>
              <a:buClr>
                <a:srgbClr val="FF9900"/>
              </a:buClr>
              <a:buFont typeface="Wingdings" panose="05000000000000000000" pitchFamily="2" charset="2"/>
              <a:buChar char="l"/>
            </a:pPr>
            <a:r>
              <a:rPr lang="zh-CN" altLang="en-US" sz="2800" dirty="0">
                <a:solidFill>
                  <a:srgbClr val="101C56"/>
                </a:solidFill>
              </a:rPr>
              <a:t>表示字符串变量</a:t>
            </a:r>
            <a:endParaRPr lang="en-US" altLang="zh-CN" sz="2800" dirty="0">
              <a:solidFill>
                <a:srgbClr val="101C56"/>
              </a:solidFill>
            </a:endParaRPr>
          </a:p>
          <a:p>
            <a:pPr marL="457200" indent="-457200" eaLnBrk="1" hangingPunct="1">
              <a:spcBef>
                <a:spcPct val="20000"/>
              </a:spcBef>
              <a:buClr>
                <a:srgbClr val="FF9900"/>
              </a:buClr>
              <a:buFont typeface="Wingdings" panose="05000000000000000000" pitchFamily="2" charset="2"/>
              <a:buChar char="l"/>
            </a:pPr>
            <a:r>
              <a:rPr lang="zh-CN" altLang="en-US" sz="2800" dirty="0">
                <a:solidFill>
                  <a:srgbClr val="101C56"/>
                </a:solidFill>
              </a:rPr>
              <a:t>创建之后允许再做更改和变化的字符串</a:t>
            </a:r>
            <a:endParaRPr lang="en-US" altLang="zh-CN" sz="2800" dirty="0">
              <a:solidFill>
                <a:srgbClr val="101C56"/>
              </a:solidFill>
            </a:endParaRPr>
          </a:p>
        </p:txBody>
      </p:sp>
    </p:spTree>
    <p:extLst>
      <p:ext uri="{BB962C8B-B14F-4D97-AF65-F5344CB8AC3E}">
        <p14:creationId xmlns:p14="http://schemas.microsoft.com/office/powerpoint/2010/main" val="11357387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1">
                                            <p:txEl>
                                              <p:pRg st="0" end="0"/>
                                            </p:txEl>
                                          </p:spTgt>
                                        </p:tgtEl>
                                        <p:attrNameLst>
                                          <p:attrName>style.visibility</p:attrName>
                                        </p:attrNameLst>
                                      </p:cBhvr>
                                      <p:to>
                                        <p:strVal val="visible"/>
                                      </p:to>
                                    </p:set>
                                    <p:anim calcmode="lin" valueType="num">
                                      <p:cBhvr additive="base">
                                        <p:cTn id="7" dur="500" fill="hold"/>
                                        <p:tgtEl>
                                          <p:spTgt spid="4098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81">
                                            <p:txEl>
                                              <p:pRg st="1" end="1"/>
                                            </p:txEl>
                                          </p:spTgt>
                                        </p:tgtEl>
                                        <p:attrNameLst>
                                          <p:attrName>style.visibility</p:attrName>
                                        </p:attrNameLst>
                                      </p:cBhvr>
                                      <p:to>
                                        <p:strVal val="visible"/>
                                      </p:to>
                                    </p:set>
                                    <p:anim calcmode="lin" valueType="num">
                                      <p:cBhvr additive="base">
                                        <p:cTn id="13" dur="500" fill="hold"/>
                                        <p:tgtEl>
                                          <p:spTgt spid="4098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0" presetClass="entr" presetSubtype="0" fill="hold" nodeType="clickEffect">
                                  <p:stCondLst>
                                    <p:cond delay="0"/>
                                  </p:stCondLst>
                                  <p:childTnLst>
                                    <p:set>
                                      <p:cBhvr>
                                        <p:cTn id="18" dur="1" fill="hold">
                                          <p:stCondLst>
                                            <p:cond delay="0"/>
                                          </p:stCondLst>
                                        </p:cTn>
                                        <p:tgtEl>
                                          <p:spTgt spid="103427"/>
                                        </p:tgtEl>
                                        <p:attrNameLst>
                                          <p:attrName>style.visibility</p:attrName>
                                        </p:attrNameLst>
                                      </p:cBhvr>
                                      <p:to>
                                        <p:strVal val="visible"/>
                                      </p:to>
                                    </p:set>
                                    <p:animEffect transition="in" filter="wedge">
                                      <p:cBhvr>
                                        <p:cTn id="19" dur="2000"/>
                                        <p:tgtEl>
                                          <p:spTgt spid="10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z="3600" dirty="0">
                <a:solidFill>
                  <a:srgbClr val="000000"/>
                </a:solidFill>
              </a:rPr>
              <a:t>创建</a:t>
            </a:r>
            <a:r>
              <a:rPr lang="en-US" altLang="zh-CN" sz="3600" dirty="0">
                <a:solidFill>
                  <a:srgbClr val="000000"/>
                </a:solidFill>
              </a:rPr>
              <a:t>StringBuffer</a:t>
            </a:r>
            <a:r>
              <a:rPr lang="zh-CN" altLang="en-US" sz="3600" dirty="0">
                <a:solidFill>
                  <a:srgbClr val="000000"/>
                </a:solidFill>
              </a:rPr>
              <a:t>类的对象</a:t>
            </a:r>
          </a:p>
        </p:txBody>
      </p:sp>
      <p:sp>
        <p:nvSpPr>
          <p:cNvPr id="41987" name="内容占位符 2"/>
          <p:cNvSpPr>
            <a:spLocks noGrp="1"/>
          </p:cNvSpPr>
          <p:nvPr>
            <p:ph idx="1"/>
          </p:nvPr>
        </p:nvSpPr>
        <p:spPr>
          <a:xfrm>
            <a:off x="1991544" y="1196752"/>
            <a:ext cx="8229600" cy="4525962"/>
          </a:xfrm>
        </p:spPr>
        <p:txBody>
          <a:bodyPr/>
          <a:lstStyle/>
          <a:p>
            <a:pPr>
              <a:buFontTx/>
              <a:buNone/>
            </a:pPr>
            <a:endParaRPr lang="en-US" altLang="zh-CN" dirty="0"/>
          </a:p>
          <a:p>
            <a:pPr>
              <a:buFontTx/>
              <a:buNone/>
            </a:pPr>
            <a:r>
              <a:rPr lang="en-US" altLang="zh-CN" dirty="0"/>
              <a:t>StringBuffer s1=new StringBuffer();</a:t>
            </a:r>
          </a:p>
          <a:p>
            <a:pPr>
              <a:buFontTx/>
              <a:buNone/>
            </a:pPr>
            <a:endParaRPr lang="en-US" altLang="zh-CN" dirty="0"/>
          </a:p>
          <a:p>
            <a:pPr>
              <a:buNone/>
            </a:pPr>
            <a:r>
              <a:rPr lang="en-US" altLang="zh-CN" dirty="0"/>
              <a:t>StringBuffer s3=</a:t>
            </a:r>
            <a:r>
              <a:rPr lang="en-US" altLang="zh-CN" dirty="0" err="1"/>
              <a:t>newStringBuffer</a:t>
            </a:r>
            <a:r>
              <a:rPr lang="en-US" altLang="zh-CN" dirty="0"/>
              <a:t>(“hello”);</a:t>
            </a:r>
          </a:p>
          <a:p>
            <a:pPr>
              <a:buNone/>
            </a:pPr>
            <a:endParaRPr lang="en-US" altLang="zh-CN" dirty="0"/>
          </a:p>
          <a:p>
            <a:pPr>
              <a:buNone/>
            </a:pPr>
            <a:r>
              <a:rPr lang="en-US" altLang="zh-CN" dirty="0"/>
              <a:t>StringBuffer s2=new StringBuffer(255);</a:t>
            </a:r>
          </a:p>
          <a:p>
            <a:pPr>
              <a:buFontTx/>
              <a:buNone/>
            </a:pPr>
            <a:endParaRPr lang="zh-CN" altLang="en-US" dirty="0"/>
          </a:p>
        </p:txBody>
      </p:sp>
    </p:spTree>
    <p:extLst>
      <p:ext uri="{BB962C8B-B14F-4D97-AF65-F5344CB8AC3E}">
        <p14:creationId xmlns:p14="http://schemas.microsoft.com/office/powerpoint/2010/main" val="317858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 calcmode="lin" valueType="num">
                                      <p:cBhvr additive="base">
                                        <p:cTn id="7"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87">
                                            <p:txEl>
                                              <p:pRg st="3" end="3"/>
                                            </p:txEl>
                                          </p:spTgt>
                                        </p:tgtEl>
                                        <p:attrNameLst>
                                          <p:attrName>style.visibility</p:attrName>
                                        </p:attrNameLst>
                                      </p:cBhvr>
                                      <p:to>
                                        <p:strVal val="visible"/>
                                      </p:to>
                                    </p:set>
                                    <p:anim calcmode="lin" valueType="num">
                                      <p:cBhvr additive="base">
                                        <p:cTn id="13"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anim calcmode="lin" valueType="num">
                                      <p:cBhvr additive="base">
                                        <p:cTn id="19" dur="500" fill="hold"/>
                                        <p:tgtEl>
                                          <p:spTgt spid="4198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9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z="3600" dirty="0">
                <a:solidFill>
                  <a:srgbClr val="000000"/>
                </a:solidFill>
              </a:rPr>
              <a:t>StringBuffer</a:t>
            </a:r>
            <a:r>
              <a:rPr lang="zh-CN" altLang="en-US" sz="3600" dirty="0">
                <a:solidFill>
                  <a:srgbClr val="000000"/>
                </a:solidFill>
              </a:rPr>
              <a:t>类中常用的方法</a:t>
            </a:r>
          </a:p>
        </p:txBody>
      </p:sp>
      <p:sp>
        <p:nvSpPr>
          <p:cNvPr id="43011" name="内容占位符 2"/>
          <p:cNvSpPr>
            <a:spLocks noGrp="1"/>
          </p:cNvSpPr>
          <p:nvPr>
            <p:ph idx="1"/>
          </p:nvPr>
        </p:nvSpPr>
        <p:spPr/>
        <p:txBody>
          <a:bodyPr/>
          <a:lstStyle/>
          <a:p>
            <a:pPr>
              <a:lnSpc>
                <a:spcPct val="150000"/>
              </a:lnSpc>
            </a:pPr>
            <a:r>
              <a:rPr lang="en-US" altLang="zh-CN" dirty="0"/>
              <a:t>length():</a:t>
            </a:r>
            <a:r>
              <a:rPr lang="zh-CN" altLang="en-US" dirty="0"/>
              <a:t>返回字符串的长度</a:t>
            </a:r>
          </a:p>
          <a:p>
            <a:pPr>
              <a:lnSpc>
                <a:spcPct val="150000"/>
              </a:lnSpc>
            </a:pPr>
            <a:r>
              <a:rPr lang="en-US" altLang="zh-CN" dirty="0"/>
              <a:t>capacity():</a:t>
            </a:r>
            <a:r>
              <a:rPr lang="zh-CN" altLang="en-US" dirty="0"/>
              <a:t>返回缓冲区的大小</a:t>
            </a:r>
          </a:p>
          <a:p>
            <a:pPr>
              <a:lnSpc>
                <a:spcPct val="150000"/>
              </a:lnSpc>
            </a:pPr>
            <a:r>
              <a:rPr lang="en-US" altLang="zh-CN" dirty="0"/>
              <a:t>reverse():</a:t>
            </a:r>
            <a:r>
              <a:rPr lang="zh-CN" altLang="en-US" dirty="0"/>
              <a:t>将字符串逆序</a:t>
            </a:r>
          </a:p>
          <a:p>
            <a:pPr>
              <a:lnSpc>
                <a:spcPct val="150000"/>
              </a:lnSpc>
            </a:pPr>
            <a:r>
              <a:rPr lang="en-US" altLang="zh-CN" dirty="0"/>
              <a:t>append(String </a:t>
            </a:r>
            <a:r>
              <a:rPr lang="en-US" altLang="zh-CN" dirty="0" err="1"/>
              <a:t>str</a:t>
            </a:r>
            <a:r>
              <a:rPr lang="en-US" altLang="zh-CN" dirty="0"/>
              <a:t>):</a:t>
            </a:r>
            <a:r>
              <a:rPr lang="zh-CN" altLang="en-US" dirty="0"/>
              <a:t>追加字符串</a:t>
            </a:r>
          </a:p>
          <a:p>
            <a:pPr>
              <a:lnSpc>
                <a:spcPct val="150000"/>
              </a:lnSpc>
            </a:pPr>
            <a:r>
              <a:rPr lang="en-US" altLang="zh-CN" dirty="0"/>
              <a:t>insert(</a:t>
            </a:r>
            <a:r>
              <a:rPr lang="en-US" altLang="zh-CN" dirty="0" err="1"/>
              <a:t>int</a:t>
            </a:r>
            <a:r>
              <a:rPr lang="en-US" altLang="zh-CN" dirty="0"/>
              <a:t> </a:t>
            </a:r>
            <a:r>
              <a:rPr lang="en-US" altLang="zh-CN" dirty="0" err="1"/>
              <a:t>start,String</a:t>
            </a:r>
            <a:r>
              <a:rPr lang="en-US" altLang="zh-CN" dirty="0"/>
              <a:t> </a:t>
            </a:r>
            <a:r>
              <a:rPr lang="en-US" altLang="zh-CN" dirty="0" err="1"/>
              <a:t>str</a:t>
            </a:r>
            <a:r>
              <a:rPr lang="en-US" altLang="zh-CN" dirty="0"/>
              <a:t>):</a:t>
            </a:r>
            <a:r>
              <a:rPr lang="zh-CN" altLang="en-US" dirty="0"/>
              <a:t>插入字符串</a:t>
            </a:r>
          </a:p>
          <a:p>
            <a:pPr>
              <a:lnSpc>
                <a:spcPct val="150000"/>
              </a:lnSpc>
            </a:pPr>
            <a:r>
              <a:rPr lang="en-US" altLang="zh-CN" dirty="0"/>
              <a:t>delete(</a:t>
            </a:r>
            <a:r>
              <a:rPr lang="en-US" altLang="zh-CN" dirty="0" err="1"/>
              <a:t>int</a:t>
            </a:r>
            <a:r>
              <a:rPr lang="en-US" altLang="zh-CN" dirty="0"/>
              <a:t> </a:t>
            </a:r>
            <a:r>
              <a:rPr lang="en-US" altLang="zh-CN" dirty="0" err="1"/>
              <a:t>start,int</a:t>
            </a:r>
            <a:r>
              <a:rPr lang="en-US" altLang="zh-CN" dirty="0"/>
              <a:t> </a:t>
            </a:r>
            <a:r>
              <a:rPr lang="en-US" altLang="zh-CN" dirty="0" err="1"/>
              <a:t>num</a:t>
            </a:r>
            <a:r>
              <a:rPr lang="en-US" altLang="zh-CN" dirty="0"/>
              <a:t>):</a:t>
            </a:r>
            <a:r>
              <a:rPr lang="zh-CN" altLang="en-US" dirty="0"/>
              <a:t>删除字符串</a:t>
            </a:r>
          </a:p>
        </p:txBody>
      </p:sp>
    </p:spTree>
    <p:extLst>
      <p:ext uri="{BB962C8B-B14F-4D97-AF65-F5344CB8AC3E}">
        <p14:creationId xmlns:p14="http://schemas.microsoft.com/office/powerpoint/2010/main" val="346777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3011">
                                            <p:txEl>
                                              <p:pRg st="4" end="4"/>
                                            </p:txEl>
                                          </p:spTgt>
                                        </p:tgtEl>
                                        <p:attrNameLst>
                                          <p:attrName>style.visibility</p:attrName>
                                        </p:attrNameLst>
                                      </p:cBhvr>
                                      <p:to>
                                        <p:strVal val="visible"/>
                                      </p:to>
                                    </p:set>
                                    <p:anim calcmode="lin" valueType="num">
                                      <p:cBhvr additive="base">
                                        <p:cTn id="31"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0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3011">
                                            <p:txEl>
                                              <p:pRg st="5" end="5"/>
                                            </p:txEl>
                                          </p:spTgt>
                                        </p:tgtEl>
                                        <p:attrNameLst>
                                          <p:attrName>style.visibility</p:attrName>
                                        </p:attrNameLst>
                                      </p:cBhvr>
                                      <p:to>
                                        <p:strVal val="visible"/>
                                      </p:to>
                                    </p:set>
                                    <p:anim calcmode="lin" valueType="num">
                                      <p:cBhvr additive="base">
                                        <p:cTn id="37"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0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703512" y="260649"/>
            <a:ext cx="6477000" cy="868363"/>
          </a:xfrm>
        </p:spPr>
        <p:txBody>
          <a:bodyPr/>
          <a:lstStyle/>
          <a:p>
            <a:r>
              <a:rPr lang="en-US" altLang="zh-CN" dirty="0" err="1">
                <a:solidFill>
                  <a:srgbClr val="000000"/>
                </a:solidFill>
              </a:rPr>
              <a:t>StringBuffer</a:t>
            </a:r>
            <a:r>
              <a:rPr lang="zh-CN" altLang="en-US" dirty="0">
                <a:solidFill>
                  <a:srgbClr val="000000"/>
                </a:solidFill>
              </a:rPr>
              <a:t>举例</a:t>
            </a:r>
          </a:p>
        </p:txBody>
      </p:sp>
      <p:pic>
        <p:nvPicPr>
          <p:cNvPr id="3" name="图片 2">
            <a:extLst>
              <a:ext uri="{FF2B5EF4-FFF2-40B4-BE49-F238E27FC236}">
                <a16:creationId xmlns:a16="http://schemas.microsoft.com/office/drawing/2014/main" id="{B287064D-5FA7-41B2-8266-9948A062D487}"/>
              </a:ext>
            </a:extLst>
          </p:cNvPr>
          <p:cNvPicPr>
            <a:picLocks noChangeAspect="1"/>
          </p:cNvPicPr>
          <p:nvPr/>
        </p:nvPicPr>
        <p:blipFill>
          <a:blip r:embed="rId2"/>
          <a:stretch>
            <a:fillRect/>
          </a:stretch>
        </p:blipFill>
        <p:spPr>
          <a:xfrm>
            <a:off x="1415481" y="1757389"/>
            <a:ext cx="9096375" cy="5133975"/>
          </a:xfrm>
          <a:prstGeom prst="rect">
            <a:avLst/>
          </a:prstGeom>
        </p:spPr>
      </p:pic>
      <p:pic>
        <p:nvPicPr>
          <p:cNvPr id="5" name="图片 4">
            <a:extLst>
              <a:ext uri="{FF2B5EF4-FFF2-40B4-BE49-F238E27FC236}">
                <a16:creationId xmlns:a16="http://schemas.microsoft.com/office/drawing/2014/main" id="{00E676D7-15C3-453A-9136-B49B3C0859AE}"/>
              </a:ext>
            </a:extLst>
          </p:cNvPr>
          <p:cNvPicPr>
            <a:picLocks noChangeAspect="1"/>
          </p:cNvPicPr>
          <p:nvPr/>
        </p:nvPicPr>
        <p:blipFill>
          <a:blip r:embed="rId3"/>
          <a:stretch>
            <a:fillRect/>
          </a:stretch>
        </p:blipFill>
        <p:spPr>
          <a:xfrm>
            <a:off x="1549418" y="1"/>
            <a:ext cx="4210050" cy="2771775"/>
          </a:xfrm>
          <a:prstGeom prst="rect">
            <a:avLst/>
          </a:prstGeom>
        </p:spPr>
      </p:pic>
    </p:spTree>
    <p:extLst>
      <p:ext uri="{BB962C8B-B14F-4D97-AF65-F5344CB8AC3E}">
        <p14:creationId xmlns:p14="http://schemas.microsoft.com/office/powerpoint/2010/main" val="1980500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600" dirty="0">
                <a:solidFill>
                  <a:srgbClr val="000000"/>
                </a:solidFill>
              </a:rPr>
              <a:t>String</a:t>
            </a:r>
            <a:r>
              <a:rPr lang="zh-CN" altLang="en-US" sz="3600" dirty="0">
                <a:solidFill>
                  <a:srgbClr val="000000"/>
                </a:solidFill>
              </a:rPr>
              <a:t>和</a:t>
            </a:r>
            <a:r>
              <a:rPr lang="en-US" altLang="zh-CN" sz="3600" dirty="0">
                <a:solidFill>
                  <a:srgbClr val="000000"/>
                </a:solidFill>
              </a:rPr>
              <a:t>StringBuffer</a:t>
            </a:r>
            <a:r>
              <a:rPr lang="zh-CN" altLang="en-US" sz="3600" dirty="0">
                <a:solidFill>
                  <a:srgbClr val="000000"/>
                </a:solidFill>
              </a:rPr>
              <a:t>的区别</a:t>
            </a:r>
          </a:p>
        </p:txBody>
      </p:sp>
      <p:sp>
        <p:nvSpPr>
          <p:cNvPr id="45059" name="内容占位符 2"/>
          <p:cNvSpPr>
            <a:spLocks noGrp="1"/>
          </p:cNvSpPr>
          <p:nvPr>
            <p:ph idx="1"/>
          </p:nvPr>
        </p:nvSpPr>
        <p:spPr>
          <a:xfrm>
            <a:off x="2024064" y="1772816"/>
            <a:ext cx="8643937" cy="4525962"/>
          </a:xfrm>
        </p:spPr>
        <p:txBody>
          <a:bodyPr/>
          <a:lstStyle/>
          <a:p>
            <a:pPr>
              <a:lnSpc>
                <a:spcPct val="150000"/>
              </a:lnSpc>
              <a:buFont typeface="Wingdings" panose="05000000000000000000" pitchFamily="2" charset="2"/>
              <a:buChar char="Ø"/>
            </a:pPr>
            <a:r>
              <a:rPr lang="en-US" altLang="zh-CN" dirty="0"/>
              <a:t>String</a:t>
            </a:r>
            <a:r>
              <a:rPr lang="zh-CN" altLang="en-US" dirty="0"/>
              <a:t>类提供了</a:t>
            </a:r>
            <a:r>
              <a:rPr lang="zh-CN" altLang="en-US" dirty="0">
                <a:solidFill>
                  <a:srgbClr val="FF0000"/>
                </a:solidFill>
              </a:rPr>
              <a:t>数值不可改变</a:t>
            </a:r>
            <a:r>
              <a:rPr lang="zh-CN" altLang="en-US" dirty="0"/>
              <a:t>的字符串</a:t>
            </a:r>
            <a:endParaRPr lang="en-US" altLang="zh-CN" dirty="0"/>
          </a:p>
          <a:p>
            <a:pPr>
              <a:lnSpc>
                <a:spcPct val="150000"/>
              </a:lnSpc>
              <a:buFont typeface="Wingdings" panose="05000000000000000000" pitchFamily="2" charset="2"/>
              <a:buChar char="Ø"/>
            </a:pPr>
            <a:r>
              <a:rPr lang="en-US" altLang="zh-CN" dirty="0"/>
              <a:t>StringBuffer</a:t>
            </a:r>
            <a:r>
              <a:rPr lang="zh-CN" altLang="en-US" dirty="0"/>
              <a:t>类提供的字符串可以</a:t>
            </a:r>
            <a:r>
              <a:rPr lang="zh-CN" altLang="en-US" dirty="0">
                <a:solidFill>
                  <a:srgbClr val="FF0000"/>
                </a:solidFill>
              </a:rPr>
              <a:t>进行修改</a:t>
            </a:r>
            <a:r>
              <a:rPr lang="zh-CN" altLang="en-US" dirty="0"/>
              <a:t>。</a:t>
            </a:r>
          </a:p>
        </p:txBody>
      </p:sp>
    </p:spTree>
    <p:extLst>
      <p:ext uri="{BB962C8B-B14F-4D97-AF65-F5344CB8AC3E}">
        <p14:creationId xmlns:p14="http://schemas.microsoft.com/office/powerpoint/2010/main" val="183550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z="3600" dirty="0">
                <a:solidFill>
                  <a:srgbClr val="000000"/>
                </a:solidFill>
              </a:rPr>
              <a:t>方法的综合应用</a:t>
            </a:r>
          </a:p>
        </p:txBody>
      </p:sp>
      <p:sp>
        <p:nvSpPr>
          <p:cNvPr id="45059" name="内容占位符 2"/>
          <p:cNvSpPr>
            <a:spLocks noGrp="1"/>
          </p:cNvSpPr>
          <p:nvPr>
            <p:ph idx="1"/>
          </p:nvPr>
        </p:nvSpPr>
        <p:spPr>
          <a:xfrm>
            <a:off x="1775521" y="1340768"/>
            <a:ext cx="8643937" cy="4525962"/>
          </a:xfrm>
        </p:spPr>
        <p:txBody>
          <a:bodyPr/>
          <a:lstStyle/>
          <a:p>
            <a:pPr marL="0" indent="0">
              <a:lnSpc>
                <a:spcPct val="150000"/>
              </a:lnSpc>
              <a:buNone/>
            </a:pPr>
            <a:r>
              <a:rPr lang="zh-CN" altLang="en-US" sz="2400" dirty="0">
                <a:solidFill>
                  <a:srgbClr val="FF0000"/>
                </a:solidFill>
              </a:rPr>
              <a:t>“消费”</a:t>
            </a:r>
            <a:r>
              <a:rPr lang="zh-CN" altLang="en-US" sz="2400" dirty="0"/>
              <a:t>在</a:t>
            </a:r>
            <a:r>
              <a:rPr lang="zh-CN" altLang="en-US" sz="2800" dirty="0"/>
              <a:t>“</a:t>
            </a:r>
            <a:r>
              <a:rPr lang="zh-CN" altLang="en-US" sz="2400" dirty="0"/>
              <a:t>在</a:t>
            </a:r>
            <a:r>
              <a:rPr lang="zh-CN" altLang="en-US" sz="2400" dirty="0">
                <a:solidFill>
                  <a:schemeClr val="tx2">
                    <a:lumMod val="60000"/>
                    <a:lumOff val="40000"/>
                  </a:schemeClr>
                </a:solidFill>
              </a:rPr>
              <a:t>消费</a:t>
            </a:r>
            <a:r>
              <a:rPr lang="zh-CN" altLang="en-US" sz="2400" dirty="0"/>
              <a:t>方面，今年以来，促</a:t>
            </a:r>
            <a:r>
              <a:rPr lang="zh-CN" altLang="en-US" sz="2400" dirty="0">
                <a:solidFill>
                  <a:schemeClr val="tx2">
                    <a:lumMod val="60000"/>
                    <a:lumOff val="40000"/>
                  </a:schemeClr>
                </a:solidFill>
              </a:rPr>
              <a:t>消费</a:t>
            </a:r>
            <a:r>
              <a:rPr lang="zh-CN" altLang="en-US" sz="2400" dirty="0"/>
              <a:t>政策组合拳有力撬动庞大内需潜能，</a:t>
            </a:r>
            <a:r>
              <a:rPr lang="zh-CN" altLang="en-US" sz="2400" dirty="0">
                <a:solidFill>
                  <a:schemeClr val="tx2">
                    <a:lumMod val="60000"/>
                    <a:lumOff val="40000"/>
                  </a:schemeClr>
                </a:solidFill>
              </a:rPr>
              <a:t>消费</a:t>
            </a:r>
            <a:r>
              <a:rPr lang="zh-CN" altLang="en-US" sz="2400" dirty="0"/>
              <a:t>多领域热点频出，展现出蓬勃向上的发展态势。中出现的次数。国家信息中心编制的线下</a:t>
            </a:r>
            <a:r>
              <a:rPr lang="zh-CN" altLang="en-US" sz="2400" dirty="0">
                <a:solidFill>
                  <a:schemeClr val="tx2">
                    <a:lumMod val="60000"/>
                    <a:lumOff val="40000"/>
                  </a:schemeClr>
                </a:solidFill>
              </a:rPr>
              <a:t>消费</a:t>
            </a:r>
            <a:r>
              <a:rPr lang="zh-CN" altLang="en-US" sz="2400" dirty="0"/>
              <a:t>热度指数显示，</a:t>
            </a:r>
            <a:r>
              <a:rPr lang="en-US" altLang="zh-CN" sz="2400" dirty="0"/>
              <a:t>1-2</a:t>
            </a:r>
            <a:r>
              <a:rPr lang="zh-CN" altLang="en-US" sz="2400" dirty="0"/>
              <a:t>月同比增长</a:t>
            </a:r>
            <a:r>
              <a:rPr lang="en-US" altLang="zh-CN" sz="2400" dirty="0"/>
              <a:t>13.6%</a:t>
            </a:r>
            <a:r>
              <a:rPr lang="zh-CN" altLang="en-US" sz="2400" dirty="0"/>
              <a:t>，较去年</a:t>
            </a:r>
            <a:r>
              <a:rPr lang="en-US" altLang="zh-CN" sz="2400" dirty="0"/>
              <a:t>12</a:t>
            </a:r>
            <a:r>
              <a:rPr lang="zh-CN" altLang="en-US" sz="2400" dirty="0"/>
              <a:t>月提升</a:t>
            </a:r>
            <a:r>
              <a:rPr lang="en-US" altLang="zh-CN" sz="2400" dirty="0"/>
              <a:t>7.2</a:t>
            </a:r>
            <a:r>
              <a:rPr lang="zh-CN" altLang="en-US" sz="2400" dirty="0"/>
              <a:t>个百分点，线下</a:t>
            </a:r>
            <a:r>
              <a:rPr lang="zh-CN" altLang="en-US" sz="2400" dirty="0">
                <a:solidFill>
                  <a:schemeClr val="tx2">
                    <a:lumMod val="60000"/>
                    <a:lumOff val="40000"/>
                  </a:schemeClr>
                </a:solidFill>
              </a:rPr>
              <a:t>消费</a:t>
            </a:r>
            <a:r>
              <a:rPr lang="zh-CN" altLang="en-US" sz="2400" dirty="0"/>
              <a:t>热度持续攀升。特别是今年以旧换新政策扩大了补贴的品类范围，家电从“</a:t>
            </a:r>
            <a:r>
              <a:rPr lang="en-US" altLang="zh-CN" sz="2400" dirty="0"/>
              <a:t>8+N”</a:t>
            </a:r>
            <a:r>
              <a:rPr lang="zh-CN" altLang="en-US" sz="2400" dirty="0"/>
              <a:t>类增加到“</a:t>
            </a:r>
            <a:r>
              <a:rPr lang="en-US" altLang="zh-CN" sz="2400" dirty="0"/>
              <a:t>12+N”</a:t>
            </a:r>
            <a:r>
              <a:rPr lang="zh-CN" altLang="en-US" sz="2400" dirty="0"/>
              <a:t>类，成了</a:t>
            </a:r>
            <a:r>
              <a:rPr lang="zh-CN" altLang="en-US" sz="2400" dirty="0">
                <a:solidFill>
                  <a:schemeClr val="tx2">
                    <a:lumMod val="60000"/>
                    <a:lumOff val="40000"/>
                  </a:schemeClr>
                </a:solidFill>
              </a:rPr>
              <a:t>消费</a:t>
            </a:r>
            <a:r>
              <a:rPr lang="zh-CN" altLang="en-US" sz="2400" dirty="0"/>
              <a:t>者关注的焦点。”</a:t>
            </a:r>
            <a:r>
              <a:rPr lang="zh-CN" altLang="en-US" sz="2400" dirty="0">
                <a:solidFill>
                  <a:srgbClr val="FF0000"/>
                </a:solidFill>
              </a:rPr>
              <a:t>中出现的次数。</a:t>
            </a:r>
            <a:endParaRPr lang="zh-CN" altLang="en-US" sz="2800" dirty="0">
              <a:solidFill>
                <a:srgbClr val="FF0000"/>
              </a:solidFill>
            </a:endParaRPr>
          </a:p>
        </p:txBody>
      </p:sp>
    </p:spTree>
    <p:extLst>
      <p:ext uri="{BB962C8B-B14F-4D97-AF65-F5344CB8AC3E}">
        <p14:creationId xmlns:p14="http://schemas.microsoft.com/office/powerpoint/2010/main" val="165724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z="3600" dirty="0">
                <a:solidFill>
                  <a:srgbClr val="000000"/>
                </a:solidFill>
              </a:rPr>
              <a:t>方法的综合应用</a:t>
            </a:r>
            <a:r>
              <a:rPr lang="en-US" altLang="zh-CN" sz="3600" dirty="0">
                <a:solidFill>
                  <a:srgbClr val="000000"/>
                </a:solidFill>
              </a:rPr>
              <a:t>-</a:t>
            </a:r>
            <a:r>
              <a:rPr lang="zh-CN" altLang="en-US" sz="3600" dirty="0">
                <a:solidFill>
                  <a:srgbClr val="000000"/>
                </a:solidFill>
              </a:rPr>
              <a:t>流程分析</a:t>
            </a:r>
          </a:p>
        </p:txBody>
      </p:sp>
      <p:sp>
        <p:nvSpPr>
          <p:cNvPr id="45059" name="内容占位符 2"/>
          <p:cNvSpPr>
            <a:spLocks noGrp="1"/>
          </p:cNvSpPr>
          <p:nvPr>
            <p:ph idx="1"/>
          </p:nvPr>
        </p:nvSpPr>
        <p:spPr>
          <a:xfrm>
            <a:off x="1775520" y="1196752"/>
            <a:ext cx="8892480" cy="5040560"/>
          </a:xfrm>
        </p:spPr>
        <p:txBody>
          <a:bodyPr/>
          <a:lstStyle/>
          <a:p>
            <a:pPr marL="0" indent="0">
              <a:lnSpc>
                <a:spcPct val="150000"/>
              </a:lnSpc>
              <a:buNone/>
            </a:pPr>
            <a:r>
              <a:rPr lang="zh-CN" altLang="en-US" sz="2800" dirty="0"/>
              <a:t>原串：</a:t>
            </a:r>
            <a:r>
              <a:rPr lang="en-US" altLang="zh-CN" sz="2800" dirty="0"/>
              <a:t>String   </a:t>
            </a:r>
            <a:r>
              <a:rPr lang="en-US" altLang="zh-CN" sz="2800" dirty="0" err="1"/>
              <a:t>src</a:t>
            </a:r>
            <a:endParaRPr lang="en-US" altLang="zh-CN" sz="2800" dirty="0"/>
          </a:p>
          <a:p>
            <a:pPr marL="0" indent="0">
              <a:lnSpc>
                <a:spcPct val="150000"/>
              </a:lnSpc>
              <a:buNone/>
            </a:pPr>
            <a:r>
              <a:rPr lang="zh-CN" altLang="en-US" sz="2800" dirty="0"/>
              <a:t>查找串：</a:t>
            </a:r>
            <a:r>
              <a:rPr lang="en-US" altLang="zh-CN" sz="2800" dirty="0"/>
              <a:t>String  </a:t>
            </a:r>
            <a:r>
              <a:rPr lang="en-US" altLang="zh-CN" sz="2800" dirty="0" err="1"/>
              <a:t>dst</a:t>
            </a:r>
            <a:endParaRPr lang="en-US" altLang="zh-CN" sz="2800" dirty="0"/>
          </a:p>
          <a:p>
            <a:pPr marL="0" indent="0">
              <a:lnSpc>
                <a:spcPct val="150000"/>
              </a:lnSpc>
              <a:buNone/>
            </a:pPr>
            <a:r>
              <a:rPr lang="zh-CN" altLang="en-US" sz="2800" dirty="0"/>
              <a:t>查找过程：</a:t>
            </a:r>
            <a:endParaRPr lang="en-US" altLang="zh-CN" sz="2800" dirty="0"/>
          </a:p>
          <a:p>
            <a:pPr marL="0" indent="0">
              <a:lnSpc>
                <a:spcPct val="150000"/>
              </a:lnSpc>
              <a:buNone/>
            </a:pPr>
            <a:r>
              <a:rPr lang="en-US" altLang="zh-CN" sz="2800" dirty="0">
                <a:latin typeface="Calibri" panose="020F0502020204030204" pitchFamily="34" charset="0"/>
                <a:cs typeface="Calibri" panose="020F0502020204030204" pitchFamily="34" charset="0"/>
              </a:rPr>
              <a:t>①</a:t>
            </a:r>
            <a:r>
              <a:rPr lang="zh-CN" altLang="en-US" sz="2800" dirty="0">
                <a:latin typeface="Calibri" panose="020F0502020204030204" pitchFamily="34" charset="0"/>
                <a:cs typeface="Calibri" panose="020F0502020204030204" pitchFamily="34" charset="0"/>
              </a:rPr>
              <a:t>首先通过</a:t>
            </a:r>
            <a:r>
              <a:rPr lang="en-US" altLang="zh-CN" sz="2800" dirty="0" err="1"/>
              <a:t>indexof</a:t>
            </a:r>
            <a:r>
              <a:rPr lang="en-US" altLang="zh-CN" sz="2800" dirty="0"/>
              <a:t>(String str)</a:t>
            </a:r>
            <a:r>
              <a:rPr lang="zh-CN" altLang="en-US" sz="2800" dirty="0"/>
              <a:t>找到第一个所在位置</a:t>
            </a:r>
            <a:endParaRPr lang="en-US" altLang="zh-CN" sz="2800" dirty="0"/>
          </a:p>
          <a:p>
            <a:pPr marL="0" indent="0">
              <a:lnSpc>
                <a:spcPct val="150000"/>
              </a:lnSpc>
              <a:buNone/>
            </a:pPr>
            <a:r>
              <a:rPr lang="zh-CN" altLang="zh-CN" sz="2800" dirty="0">
                <a:latin typeface="Calibri" panose="020F0502020204030204" pitchFamily="34" charset="0"/>
                <a:cs typeface="Calibri" panose="020F0502020204030204" pitchFamily="34" charset="0"/>
              </a:rPr>
              <a:t>②</a:t>
            </a:r>
            <a:r>
              <a:rPr lang="zh-CN" altLang="en-US" sz="2800" dirty="0">
                <a:latin typeface="Calibri" panose="020F0502020204030204" pitchFamily="34" charset="0"/>
                <a:cs typeface="Calibri" panose="020F0502020204030204" pitchFamily="34" charset="0"/>
              </a:rPr>
              <a:t>然后再以后面的字符串为原串，</a:t>
            </a:r>
            <a:r>
              <a:rPr lang="zh-CN" altLang="en-US" sz="2800" dirty="0"/>
              <a:t>找到第一个所在位置</a:t>
            </a:r>
            <a:endParaRPr lang="en-US" altLang="zh-CN" sz="2800" dirty="0"/>
          </a:p>
          <a:p>
            <a:pPr marL="0" indent="0">
              <a:lnSpc>
                <a:spcPct val="150000"/>
              </a:lnSpc>
              <a:buNone/>
            </a:pPr>
            <a:r>
              <a:rPr lang="zh-CN" altLang="zh-CN" sz="2800" dirty="0">
                <a:latin typeface="Calibri" panose="020F0502020204030204" pitchFamily="34" charset="0"/>
                <a:cs typeface="Calibri" panose="020F0502020204030204" pitchFamily="34" charset="0"/>
              </a:rPr>
              <a:t>③</a:t>
            </a:r>
            <a:r>
              <a:rPr lang="en-US" altLang="zh-CN" sz="2800" dirty="0">
                <a:latin typeface="Calibri" panose="020F0502020204030204" pitchFamily="34" charset="0"/>
                <a:cs typeface="Calibri" panose="020F0502020204030204" pitchFamily="34" charset="0"/>
              </a:rPr>
              <a:t> </a:t>
            </a:r>
            <a:r>
              <a:rPr lang="zh-CN" altLang="en-US" sz="2800" dirty="0">
                <a:latin typeface="Calibri" panose="020F0502020204030204" pitchFamily="34" charset="0"/>
                <a:cs typeface="Calibri" panose="020F0502020204030204" pitchFamily="34" charset="0"/>
              </a:rPr>
              <a:t>反复执行①和②</a:t>
            </a:r>
            <a:endParaRPr lang="en-US" altLang="zh-CN" sz="2800" dirty="0">
              <a:latin typeface="Calibri" panose="020F0502020204030204" pitchFamily="34" charset="0"/>
              <a:cs typeface="Calibri" panose="020F0502020204030204" pitchFamily="34" charset="0"/>
            </a:endParaRPr>
          </a:p>
          <a:p>
            <a:pPr marL="0" indent="0">
              <a:lnSpc>
                <a:spcPct val="150000"/>
              </a:lnSpc>
              <a:buNone/>
            </a:pPr>
            <a:r>
              <a:rPr lang="zh-CN" altLang="zh-CN" sz="2800" dirty="0">
                <a:latin typeface="Calibri" panose="020F0502020204030204" pitchFamily="34" charset="0"/>
                <a:cs typeface="Calibri" panose="020F0502020204030204" pitchFamily="34" charset="0"/>
              </a:rPr>
              <a:t>④</a:t>
            </a:r>
            <a:r>
              <a:rPr lang="en-US" altLang="zh-CN" sz="2800" dirty="0">
                <a:latin typeface="Calibri" panose="020F0502020204030204" pitchFamily="34" charset="0"/>
                <a:cs typeface="Calibri" panose="020F0502020204030204" pitchFamily="34" charset="0"/>
              </a:rPr>
              <a:t>  </a:t>
            </a:r>
            <a:r>
              <a:rPr lang="zh-CN" altLang="en-US" sz="2800" dirty="0">
                <a:latin typeface="Calibri" panose="020F0502020204030204" pitchFamily="34" charset="0"/>
                <a:cs typeface="Calibri" panose="020F0502020204030204" pitchFamily="34" charset="0"/>
              </a:rPr>
              <a:t>当</a:t>
            </a:r>
            <a:r>
              <a:rPr lang="en-US" altLang="zh-CN" sz="2800" dirty="0" err="1"/>
              <a:t>indexof</a:t>
            </a:r>
            <a:r>
              <a:rPr lang="en-US" altLang="zh-CN" sz="2800" dirty="0"/>
              <a:t>(String str)=-1</a:t>
            </a:r>
            <a:r>
              <a:rPr lang="zh-CN" altLang="en-US" sz="2800" dirty="0"/>
              <a:t>时，循环结束</a:t>
            </a:r>
            <a:endParaRPr lang="en-US" altLang="zh-CN" sz="2800" dirty="0"/>
          </a:p>
          <a:p>
            <a:pPr marL="0" indent="0">
              <a:lnSpc>
                <a:spcPct val="150000"/>
              </a:lnSpc>
              <a:buNone/>
            </a:pPr>
            <a:endParaRPr lang="en-US" altLang="zh-CN" sz="2800" dirty="0">
              <a:solidFill>
                <a:srgbClr val="FF0000"/>
              </a:solidFill>
            </a:endParaRPr>
          </a:p>
          <a:p>
            <a:pPr marL="0" indent="0">
              <a:lnSpc>
                <a:spcPct val="150000"/>
              </a:lnSpc>
              <a:buNone/>
            </a:pPr>
            <a:r>
              <a:rPr lang="en-US" altLang="zh-CN" sz="2800" dirty="0" err="1">
                <a:solidFill>
                  <a:srgbClr val="FF0000"/>
                </a:solidFill>
              </a:rPr>
              <a:t>lastindex</a:t>
            </a:r>
            <a:r>
              <a:rPr lang="en-US" altLang="zh-CN" sz="2800" dirty="0">
                <a:solidFill>
                  <a:srgbClr val="FF0000"/>
                </a:solidFill>
              </a:rPr>
              <a:t>(String str)</a:t>
            </a:r>
          </a:p>
        </p:txBody>
      </p:sp>
    </p:spTree>
    <p:extLst>
      <p:ext uri="{BB962C8B-B14F-4D97-AF65-F5344CB8AC3E}">
        <p14:creationId xmlns:p14="http://schemas.microsoft.com/office/powerpoint/2010/main" val="129338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059">
                                            <p:txEl>
                                              <p:pRg st="3" end="3"/>
                                            </p:txEl>
                                          </p:spTgt>
                                        </p:tgtEl>
                                        <p:attrNameLst>
                                          <p:attrName>style.visibility</p:attrName>
                                        </p:attrNameLst>
                                      </p:cBhvr>
                                      <p:to>
                                        <p:strVal val="visible"/>
                                      </p:to>
                                    </p:set>
                                    <p:anim calcmode="lin" valueType="num">
                                      <p:cBhvr additive="base">
                                        <p:cTn id="25" dur="500" fill="hold"/>
                                        <p:tgtEl>
                                          <p:spTgt spid="450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0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 calcmode="lin" valueType="num">
                                      <p:cBhvr additive="base">
                                        <p:cTn id="31" dur="500" fill="hold"/>
                                        <p:tgtEl>
                                          <p:spTgt spid="450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0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5059">
                                            <p:txEl>
                                              <p:pRg st="5" end="5"/>
                                            </p:txEl>
                                          </p:spTgt>
                                        </p:tgtEl>
                                        <p:attrNameLst>
                                          <p:attrName>style.visibility</p:attrName>
                                        </p:attrNameLst>
                                      </p:cBhvr>
                                      <p:to>
                                        <p:strVal val="visible"/>
                                      </p:to>
                                    </p:set>
                                    <p:anim calcmode="lin" valueType="num">
                                      <p:cBhvr additive="base">
                                        <p:cTn id="37" dur="500" fill="hold"/>
                                        <p:tgtEl>
                                          <p:spTgt spid="450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50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5059">
                                            <p:txEl>
                                              <p:pRg st="6" end="6"/>
                                            </p:txEl>
                                          </p:spTgt>
                                        </p:tgtEl>
                                        <p:attrNameLst>
                                          <p:attrName>style.visibility</p:attrName>
                                        </p:attrNameLst>
                                      </p:cBhvr>
                                      <p:to>
                                        <p:strVal val="visible"/>
                                      </p:to>
                                    </p:set>
                                    <p:anim calcmode="lin" valueType="num">
                                      <p:cBhvr additive="base">
                                        <p:cTn id="43"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50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5059">
                                            <p:txEl>
                                              <p:pRg st="8" end="8"/>
                                            </p:txEl>
                                          </p:spTgt>
                                        </p:tgtEl>
                                        <p:attrNameLst>
                                          <p:attrName>style.visibility</p:attrName>
                                        </p:attrNameLst>
                                      </p:cBhvr>
                                      <p:to>
                                        <p:strVal val="visible"/>
                                      </p:to>
                                    </p:set>
                                    <p:anim calcmode="lin" valueType="num">
                                      <p:cBhvr additive="base">
                                        <p:cTn id="49" dur="500" fill="hold"/>
                                        <p:tgtEl>
                                          <p:spTgt spid="45059">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50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z="3600" dirty="0">
                <a:solidFill>
                  <a:srgbClr val="000000"/>
                </a:solidFill>
              </a:rPr>
              <a:t>方法的综合应用</a:t>
            </a:r>
            <a:r>
              <a:rPr lang="en-US" altLang="zh-CN" sz="3600" dirty="0">
                <a:solidFill>
                  <a:srgbClr val="000000"/>
                </a:solidFill>
              </a:rPr>
              <a:t>-</a:t>
            </a:r>
            <a:r>
              <a:rPr lang="zh-CN" altLang="en-US" sz="3600" dirty="0">
                <a:solidFill>
                  <a:srgbClr val="000000"/>
                </a:solidFill>
              </a:rPr>
              <a:t>实现</a:t>
            </a:r>
          </a:p>
        </p:txBody>
      </p:sp>
      <p:pic>
        <p:nvPicPr>
          <p:cNvPr id="5" name="图片 4">
            <a:extLst>
              <a:ext uri="{FF2B5EF4-FFF2-40B4-BE49-F238E27FC236}">
                <a16:creationId xmlns:a16="http://schemas.microsoft.com/office/drawing/2014/main" id="{3A3F0159-0D53-4C3B-B203-8C2ABAB563EE}"/>
              </a:ext>
            </a:extLst>
          </p:cNvPr>
          <p:cNvPicPr>
            <a:picLocks noChangeAspect="1"/>
          </p:cNvPicPr>
          <p:nvPr/>
        </p:nvPicPr>
        <p:blipFill>
          <a:blip r:embed="rId2"/>
          <a:stretch>
            <a:fillRect/>
          </a:stretch>
        </p:blipFill>
        <p:spPr>
          <a:xfrm>
            <a:off x="1549703" y="5085184"/>
            <a:ext cx="4032448" cy="1143000"/>
          </a:xfrm>
          <a:prstGeom prst="rect">
            <a:avLst/>
          </a:prstGeom>
        </p:spPr>
      </p:pic>
      <p:pic>
        <p:nvPicPr>
          <p:cNvPr id="4" name="图片 3">
            <a:extLst>
              <a:ext uri="{FF2B5EF4-FFF2-40B4-BE49-F238E27FC236}">
                <a16:creationId xmlns:a16="http://schemas.microsoft.com/office/drawing/2014/main" id="{AFC26107-0756-4BCD-8AC1-1EC443BFA707}"/>
              </a:ext>
            </a:extLst>
          </p:cNvPr>
          <p:cNvPicPr>
            <a:picLocks noChangeAspect="1"/>
          </p:cNvPicPr>
          <p:nvPr/>
        </p:nvPicPr>
        <p:blipFill>
          <a:blip r:embed="rId3"/>
          <a:stretch>
            <a:fillRect/>
          </a:stretch>
        </p:blipFill>
        <p:spPr>
          <a:xfrm>
            <a:off x="1524000" y="1196752"/>
            <a:ext cx="9144000" cy="3816424"/>
          </a:xfrm>
          <a:prstGeom prst="rect">
            <a:avLst/>
          </a:prstGeom>
        </p:spPr>
      </p:pic>
    </p:spTree>
    <p:extLst>
      <p:ext uri="{BB962C8B-B14F-4D97-AF65-F5344CB8AC3E}">
        <p14:creationId xmlns:p14="http://schemas.microsoft.com/office/powerpoint/2010/main" val="207641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4733925"/>
          </a:xfrm>
        </p:spPr>
        <p:txBody>
          <a:bodyPr/>
          <a:lstStyle/>
          <a:p>
            <a:r>
              <a:rPr lang="zh-CN" altLang="en-US" dirty="0"/>
              <a:t>掌握</a:t>
            </a:r>
            <a:r>
              <a:rPr lang="en-US" altLang="zh-CN" dirty="0"/>
              <a:t>String</a:t>
            </a:r>
            <a:r>
              <a:rPr lang="zh-CN" altLang="en-US" dirty="0"/>
              <a:t>类的常用相等、比较、搜索、提取和分割方法</a:t>
            </a:r>
            <a:endParaRPr lang="en-US" altLang="zh-CN" dirty="0"/>
          </a:p>
          <a:p>
            <a:pPr marL="0" indent="0">
              <a:buNone/>
            </a:pPr>
            <a:r>
              <a:rPr lang="en-US" altLang="zh-CN" dirty="0"/>
              <a:t> </a:t>
            </a:r>
          </a:p>
          <a:p>
            <a:r>
              <a:rPr lang="zh-CN" altLang="en-US" dirty="0"/>
              <a:t>掌握</a:t>
            </a:r>
            <a:r>
              <a:rPr lang="en-US" altLang="zh-CN" dirty="0" err="1"/>
              <a:t>StringBuffer</a:t>
            </a:r>
            <a:r>
              <a:rPr lang="zh-CN" altLang="en-US" dirty="0"/>
              <a:t>类的添加、删除，反转方法</a:t>
            </a:r>
            <a:endParaRPr lang="en-US" altLang="zh-CN" dirty="0"/>
          </a:p>
          <a:p>
            <a:pPr marL="0" indent="0">
              <a:buNone/>
            </a:pPr>
            <a:endParaRPr lang="en-US" altLang="zh-CN" dirty="0"/>
          </a:p>
          <a:p>
            <a:r>
              <a:rPr lang="zh-CN" altLang="en-US" dirty="0"/>
              <a:t>了解</a:t>
            </a:r>
            <a:r>
              <a:rPr lang="en-US" altLang="zh-CN" dirty="0"/>
              <a:t>String</a:t>
            </a:r>
            <a:r>
              <a:rPr lang="zh-CN" altLang="en-US" dirty="0"/>
              <a:t>类和</a:t>
            </a:r>
            <a:r>
              <a:rPr lang="en-US" altLang="zh-CN" dirty="0" err="1"/>
              <a:t>StringBuffer</a:t>
            </a:r>
            <a:r>
              <a:rPr lang="zh-CN" altLang="en-US" dirty="0"/>
              <a:t>类的区别</a:t>
            </a:r>
          </a:p>
        </p:txBody>
      </p:sp>
    </p:spTree>
    <p:extLst>
      <p:ext uri="{BB962C8B-B14F-4D97-AF65-F5344CB8AC3E}">
        <p14:creationId xmlns:p14="http://schemas.microsoft.com/office/powerpoint/2010/main" val="57030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填空题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4733925"/>
          </a:xfrm>
        </p:spPr>
        <p:txBody>
          <a:bodyPr/>
          <a:lstStyle/>
          <a:p>
            <a:pPr marL="0" indent="0">
              <a:buNone/>
            </a:pPr>
            <a:r>
              <a:rPr lang="en-US" altLang="zh-CN" dirty="0"/>
              <a:t>1.</a:t>
            </a:r>
            <a:r>
              <a:rPr lang="zh-CN" altLang="en-US" dirty="0"/>
              <a:t>在</a:t>
            </a:r>
            <a:r>
              <a:rPr lang="en-US" altLang="zh-CN" dirty="0"/>
              <a:t>Java</a:t>
            </a:r>
            <a:r>
              <a:rPr lang="zh-CN" altLang="en-US" dirty="0"/>
              <a:t>中定义了</a:t>
            </a:r>
            <a:r>
              <a:rPr lang="en-US" altLang="zh-CN" dirty="0"/>
              <a:t>2</a:t>
            </a:r>
            <a:r>
              <a:rPr lang="zh-CN" altLang="en-US" dirty="0"/>
              <a:t>个类</a:t>
            </a:r>
            <a:r>
              <a:rPr lang="en-US" altLang="zh-CN" dirty="0"/>
              <a:t>,</a:t>
            </a:r>
            <a:r>
              <a:rPr lang="zh-CN" altLang="en-US" dirty="0"/>
              <a:t>用来封装对字符串的操作</a:t>
            </a:r>
            <a:r>
              <a:rPr lang="en-US" altLang="zh-CN" dirty="0"/>
              <a:t>,</a:t>
            </a:r>
            <a:r>
              <a:rPr lang="zh-CN" altLang="en-US" dirty="0"/>
              <a:t>分别是</a:t>
            </a:r>
            <a:r>
              <a:rPr lang="en-US" altLang="zh-CN" dirty="0"/>
              <a:t>_____</a:t>
            </a:r>
            <a:r>
              <a:rPr lang="zh-CN" altLang="en-US" dirty="0"/>
              <a:t>和</a:t>
            </a:r>
            <a:r>
              <a:rPr lang="en-US" altLang="zh-CN" dirty="0"/>
              <a:t>__________</a:t>
            </a:r>
            <a:r>
              <a:rPr lang="zh-CN" altLang="en-US" dirty="0"/>
              <a:t>。</a:t>
            </a:r>
          </a:p>
          <a:p>
            <a:pPr marL="0" indent="0">
              <a:buNone/>
            </a:pPr>
            <a:r>
              <a:rPr lang="en-US" altLang="zh-CN" dirty="0"/>
              <a:t>2.Java</a:t>
            </a:r>
            <a:r>
              <a:rPr lang="zh-CN" altLang="en-US" dirty="0"/>
              <a:t>中用于获取</a:t>
            </a:r>
            <a:r>
              <a:rPr lang="en-US" altLang="zh-CN" dirty="0"/>
              <a:t>String</a:t>
            </a:r>
            <a:r>
              <a:rPr lang="zh-CN" altLang="en-US" dirty="0"/>
              <a:t>字符串长度的方法是</a:t>
            </a:r>
            <a:r>
              <a:rPr lang="en-US" altLang="zh-CN" dirty="0"/>
              <a:t>_____</a:t>
            </a:r>
            <a:r>
              <a:rPr lang="zh-CN" altLang="en-US" dirty="0"/>
              <a:t>。</a:t>
            </a:r>
          </a:p>
          <a:p>
            <a:pPr marL="0" indent="0">
              <a:buNone/>
            </a:pPr>
            <a:r>
              <a:rPr lang="en-US" altLang="zh-CN" dirty="0"/>
              <a:t> 3. </a:t>
            </a:r>
            <a:r>
              <a:rPr lang="zh-CN" altLang="en-US" dirty="0"/>
              <a:t>已知 </a:t>
            </a:r>
            <a:r>
              <a:rPr lang="en-US" altLang="zh-CN" dirty="0"/>
              <a:t>sb</a:t>
            </a:r>
            <a:r>
              <a:rPr lang="zh-CN" altLang="en-US" dirty="0"/>
              <a:t>为 </a:t>
            </a:r>
            <a:r>
              <a:rPr lang="en-US" altLang="zh-CN" dirty="0" err="1"/>
              <a:t>StringBuffer</a:t>
            </a:r>
            <a:r>
              <a:rPr lang="en-US" altLang="zh-CN" dirty="0"/>
              <a:t> </a:t>
            </a:r>
            <a:r>
              <a:rPr lang="zh-CN" altLang="en-US" dirty="0"/>
              <a:t>的一个实例</a:t>
            </a:r>
            <a:r>
              <a:rPr lang="en-US" altLang="zh-CN" dirty="0"/>
              <a:t>,</a:t>
            </a:r>
            <a:r>
              <a:rPr lang="zh-CN" altLang="en-US" dirty="0"/>
              <a:t>且 </a:t>
            </a:r>
            <a:r>
              <a:rPr lang="en-US" altLang="zh-CN" dirty="0" err="1"/>
              <a:t>sb.toString</a:t>
            </a:r>
            <a:r>
              <a:rPr lang="en-US" altLang="zh-CN" dirty="0"/>
              <a:t>()</a:t>
            </a:r>
            <a:r>
              <a:rPr lang="zh-CN" altLang="en-US" dirty="0"/>
              <a:t>的值为</a:t>
            </a:r>
            <a:r>
              <a:rPr lang="en-US" altLang="zh-CN" dirty="0"/>
              <a:t>"</a:t>
            </a:r>
            <a:r>
              <a:rPr lang="en-US" altLang="zh-CN" dirty="0" err="1"/>
              <a:t>abcde</a:t>
            </a:r>
            <a:r>
              <a:rPr lang="en-US" altLang="zh-CN" dirty="0"/>
              <a:t> ",</a:t>
            </a:r>
            <a:r>
              <a:rPr lang="zh-CN" altLang="en-US" dirty="0"/>
              <a:t>则执行</a:t>
            </a:r>
            <a:r>
              <a:rPr lang="en-US" altLang="zh-CN" dirty="0" err="1"/>
              <a:t>sb.reverse</a:t>
            </a:r>
            <a:r>
              <a:rPr lang="en-US" altLang="zh-CN" dirty="0"/>
              <a:t>()</a:t>
            </a:r>
            <a:r>
              <a:rPr lang="zh-CN" altLang="en-US" dirty="0"/>
              <a:t>后</a:t>
            </a:r>
            <a:r>
              <a:rPr lang="en-US" altLang="zh-CN" dirty="0"/>
              <a:t>,</a:t>
            </a:r>
            <a:r>
              <a:rPr lang="en-US" altLang="zh-CN" dirty="0" err="1"/>
              <a:t>sb.toString</a:t>
            </a:r>
            <a:r>
              <a:rPr lang="en-US" altLang="zh-CN" dirty="0"/>
              <a:t>()</a:t>
            </a:r>
            <a:r>
              <a:rPr lang="zh-CN" altLang="en-US" dirty="0"/>
              <a:t>的值为</a:t>
            </a:r>
            <a:r>
              <a:rPr lang="en-US" altLang="zh-CN" dirty="0"/>
              <a:t>_____</a:t>
            </a:r>
            <a:r>
              <a:rPr lang="zh-CN" altLang="en-US" dirty="0"/>
              <a:t>。</a:t>
            </a:r>
          </a:p>
          <a:p>
            <a:pPr marL="0" indent="0">
              <a:buNone/>
            </a:pPr>
            <a:endParaRPr lang="en-US" altLang="zh-CN" dirty="0"/>
          </a:p>
        </p:txBody>
      </p:sp>
    </p:spTree>
    <p:extLst>
      <p:ext uri="{BB962C8B-B14F-4D97-AF65-F5344CB8AC3E}">
        <p14:creationId xmlns:p14="http://schemas.microsoft.com/office/powerpoint/2010/main" val="3080975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判断题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4733925"/>
          </a:xfrm>
        </p:spPr>
        <p:txBody>
          <a:bodyPr/>
          <a:lstStyle/>
          <a:p>
            <a:pPr marL="0" indent="0">
              <a:buNone/>
            </a:pPr>
            <a:r>
              <a:rPr lang="en-US" altLang="zh-CN" dirty="0"/>
              <a:t>4. String </a:t>
            </a:r>
            <a:r>
              <a:rPr lang="zh-CN" altLang="en-US" dirty="0"/>
              <a:t>对象和</a:t>
            </a:r>
            <a:r>
              <a:rPr lang="en-US" altLang="zh-CN" dirty="0" err="1"/>
              <a:t>StringBuffer</a:t>
            </a:r>
            <a:r>
              <a:rPr lang="zh-CN" altLang="en-US" dirty="0"/>
              <a:t>对象都是字符串变量</a:t>
            </a:r>
            <a:r>
              <a:rPr lang="en-US" altLang="zh-CN" dirty="0"/>
              <a:t>,</a:t>
            </a:r>
            <a:r>
              <a:rPr lang="zh-CN" altLang="en-US" dirty="0"/>
              <a:t>创建后都可以修改。（）</a:t>
            </a:r>
          </a:p>
          <a:p>
            <a:pPr marL="0" indent="0">
              <a:buNone/>
            </a:pPr>
            <a:r>
              <a:rPr lang="en-US" altLang="zh-CN" dirty="0"/>
              <a:t>5. String</a:t>
            </a:r>
            <a:r>
              <a:rPr lang="zh-CN" altLang="en-US" dirty="0"/>
              <a:t>类的</a:t>
            </a:r>
            <a:r>
              <a:rPr lang="en-US" altLang="zh-CN" dirty="0"/>
              <a:t>equals()</a:t>
            </a:r>
            <a:r>
              <a:rPr lang="zh-CN" altLang="en-US" dirty="0"/>
              <a:t>方法和</a:t>
            </a:r>
            <a:r>
              <a:rPr lang="en-US" altLang="zh-CN" dirty="0"/>
              <a:t>= =</a:t>
            </a:r>
            <a:r>
              <a:rPr lang="zh-CN" altLang="en-US" dirty="0"/>
              <a:t>的作用是一样的。（）</a:t>
            </a:r>
          </a:p>
          <a:p>
            <a:pPr marL="0" indent="0">
              <a:buNone/>
            </a:pPr>
            <a:r>
              <a:rPr lang="en-US" altLang="zh-CN" dirty="0"/>
              <a:t> </a:t>
            </a:r>
          </a:p>
        </p:txBody>
      </p:sp>
    </p:spTree>
    <p:extLst>
      <p:ext uri="{BB962C8B-B14F-4D97-AF65-F5344CB8AC3E}">
        <p14:creationId xmlns:p14="http://schemas.microsoft.com/office/powerpoint/2010/main" val="214985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选择题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5015061"/>
          </a:xfrm>
        </p:spPr>
        <p:txBody>
          <a:bodyPr/>
          <a:lstStyle/>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6.</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以下</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String</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类的方法中</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会返回指定字符</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ch</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在字符串中最后一次出现位置的索引。</a:t>
            </a: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 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indexOf</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ch</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B. 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lastIndexOf</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ch</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C. 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indexOf</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(String str)</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D. int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lastIndexOf</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(String str)</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7.String s="</a:t>
            </a: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itcast</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则</a:t>
            </a: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s.substring</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(3,4)</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返回的字符串是</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a:t>
            </a: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 ca</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B.c</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C. a</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D. as</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buNone/>
            </a:pPr>
            <a:r>
              <a:rPr lang="en-US" altLang="zh-CN" dirty="0"/>
              <a:t> </a:t>
            </a:r>
          </a:p>
        </p:txBody>
      </p:sp>
    </p:spTree>
    <p:extLst>
      <p:ext uri="{BB962C8B-B14F-4D97-AF65-F5344CB8AC3E}">
        <p14:creationId xmlns:p14="http://schemas.microsoft.com/office/powerpoint/2010/main" val="3936262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选择题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5015061"/>
          </a:xfrm>
        </p:spPr>
        <p:txBody>
          <a:bodyPr/>
          <a:lstStyle/>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8.</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下列选项中</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可以正确实现</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String</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初始化的是</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a:t>
            </a: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 String str = "</a:t>
            </a: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abc</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B. String str = '</a:t>
            </a: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abc</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C. String str = </a:t>
            </a:r>
            <a:r>
              <a:rPr lang="en-US" altLang="zh-CN" sz="2800" kern="100" dirty="0" err="1">
                <a:latin typeface="Calibri" panose="020F0502020204030204" pitchFamily="34" charset="0"/>
                <a:ea typeface="宋体" panose="02010600030101010101" pitchFamily="2" charset="-122"/>
                <a:cs typeface="Times New Roman" panose="02020603050405020304" pitchFamily="18" charset="0"/>
              </a:rPr>
              <a:t>abc</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D. String str =0;</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buNone/>
            </a:pPr>
            <a:r>
              <a:rPr lang="en-US" altLang="zh-CN" dirty="0"/>
              <a:t> </a:t>
            </a:r>
          </a:p>
        </p:txBody>
      </p:sp>
    </p:spTree>
    <p:extLst>
      <p:ext uri="{BB962C8B-B14F-4D97-AF65-F5344CB8AC3E}">
        <p14:creationId xmlns:p14="http://schemas.microsoft.com/office/powerpoint/2010/main" val="852405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选择题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5015061"/>
          </a:xfrm>
        </p:spPr>
        <p:txBody>
          <a:bodyPr/>
          <a:lstStyle/>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9.</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阅读下面的程序片段</a:t>
            </a: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String str1= new String("java");</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String str2=new String("java");</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StringBuffer</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str3=new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stringBuffer</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("java");</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对于上面定义的变量</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以下表达式的值为</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true</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的是</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a:t>
            </a:r>
          </a:p>
          <a:p>
            <a:pPr marL="0" indent="0" algn="just">
              <a:buNone/>
            </a:pP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A.strl</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==str2;</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B.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strl.equals</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(str2);</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C.strl</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==str3;</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D.</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以上都不对</a:t>
            </a:r>
          </a:p>
          <a:p>
            <a:pPr marL="0" indent="0">
              <a:buNone/>
            </a:pPr>
            <a:r>
              <a:rPr lang="en-US" altLang="zh-CN" dirty="0"/>
              <a:t> </a:t>
            </a:r>
          </a:p>
        </p:txBody>
      </p:sp>
    </p:spTree>
    <p:extLst>
      <p:ext uri="{BB962C8B-B14F-4D97-AF65-F5344CB8AC3E}">
        <p14:creationId xmlns:p14="http://schemas.microsoft.com/office/powerpoint/2010/main" val="2472172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3B8D-2520-44B2-9984-846C90694EB6}"/>
              </a:ext>
            </a:extLst>
          </p:cNvPr>
          <p:cNvSpPr>
            <a:spLocks noGrp="1"/>
          </p:cNvSpPr>
          <p:nvPr>
            <p:ph type="title"/>
          </p:nvPr>
        </p:nvSpPr>
        <p:spPr/>
        <p:txBody>
          <a:bodyPr/>
          <a:lstStyle/>
          <a:p>
            <a:r>
              <a:rPr lang="zh-CN" altLang="en-US" dirty="0"/>
              <a:t>课堂测试</a:t>
            </a:r>
            <a:r>
              <a:rPr lang="en-US" altLang="zh-CN" dirty="0"/>
              <a:t>-</a:t>
            </a:r>
            <a:r>
              <a:rPr lang="zh-CN" altLang="en-US" dirty="0"/>
              <a:t>选择题</a:t>
            </a:r>
          </a:p>
        </p:txBody>
      </p:sp>
      <p:sp>
        <p:nvSpPr>
          <p:cNvPr id="3" name="内容占位符 2">
            <a:extLst>
              <a:ext uri="{FF2B5EF4-FFF2-40B4-BE49-F238E27FC236}">
                <a16:creationId xmlns:a16="http://schemas.microsoft.com/office/drawing/2014/main" id="{99FF4BEF-E36B-4475-828E-7531D7B66C4C}"/>
              </a:ext>
            </a:extLst>
          </p:cNvPr>
          <p:cNvSpPr>
            <a:spLocks noGrp="1"/>
          </p:cNvSpPr>
          <p:nvPr>
            <p:ph idx="1"/>
          </p:nvPr>
        </p:nvSpPr>
        <p:spPr>
          <a:xfrm>
            <a:off x="1981200" y="1438276"/>
            <a:ext cx="8686800" cy="5015061"/>
          </a:xfrm>
        </p:spPr>
        <p:txBody>
          <a:bodyPr/>
          <a:lstStyle/>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10.</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下列选项中</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是程序正确的输出结果。</a:t>
            </a: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class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StringDemo</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public static void main(</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Stringl</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args</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26670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String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sl</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a";String</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s2 = "b";</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26670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show(sl,s2);</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266700" indent="0" algn="just">
              <a:buNone/>
            </a:pP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System.out.println</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(sl+s2);}</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public static void show(String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sl,String</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s2){</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s1= s1 +"q";</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s2=s2 + s1;</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buNone/>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 ab    B.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aqb</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C.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aqbaq</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D. </a:t>
            </a:r>
            <a:r>
              <a:rPr lang="en-US" altLang="zh-CN" sz="2400" kern="100" dirty="0" err="1">
                <a:latin typeface="Calibri" panose="020F0502020204030204" pitchFamily="34" charset="0"/>
                <a:ea typeface="宋体" panose="02010600030101010101" pitchFamily="2" charset="-122"/>
                <a:cs typeface="Times New Roman" panose="02020603050405020304" pitchFamily="18" charset="0"/>
              </a:rPr>
              <a:t>Aqaqb</a:t>
            </a:r>
            <a:endParaRPr lang="zh-CN" altLang="zh-CN" sz="2400" kern="100" dirty="0">
              <a:latin typeface="Calibri" panose="020F0502020204030204" pitchFamily="34" charset="0"/>
              <a:ea typeface="宋体" panose="02010600030101010101" pitchFamily="2" charset="-122"/>
              <a:cs typeface="Times New Roman" panose="02020603050405020304" pitchFamily="18" charset="0"/>
            </a:endParaRPr>
          </a:p>
          <a:p>
            <a:pPr marL="0" indent="0">
              <a:buNone/>
            </a:pPr>
            <a:r>
              <a:rPr lang="en-US" altLang="zh-CN" dirty="0"/>
              <a:t> </a:t>
            </a:r>
          </a:p>
        </p:txBody>
      </p:sp>
    </p:spTree>
    <p:extLst>
      <p:ext uri="{BB962C8B-B14F-4D97-AF65-F5344CB8AC3E}">
        <p14:creationId xmlns:p14="http://schemas.microsoft.com/office/powerpoint/2010/main" val="37570061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TITLE" val="String类和StringBuffer类"/>
  <p:tag name="GENSWF_ADVANCE_TIME" val="0.00"/>
  <p:tag name="ISPRING_SLIDE_INDENT_LEVEL" val="0"/>
  <p:tag name="ISPRING_CUSTOM_TIMING_USED" val="0"/>
</p:tagLst>
</file>

<file path=ppt/tags/tag2.xml><?xml version="1.0" encoding="utf-8"?>
<p:tagLst xmlns:a="http://schemas.openxmlformats.org/drawingml/2006/main" xmlns:r="http://schemas.openxmlformats.org/officeDocument/2006/relationships" xmlns:p="http://schemas.openxmlformats.org/presentationml/2006/main">
  <p:tag name="GENSWF_SLIDE_TITLE" val="String类和StringBuffer类"/>
  <p:tag name="GENSWF_ADVANCE_TIME" val="0.00"/>
  <p:tag name="ISPRING_SLIDE_INDENT_LEVEL" val="0"/>
  <p:tag name="ISPRING_CUSTOM_TIMING_USED" val="0"/>
</p:tagLst>
</file>

<file path=ppt/tags/tag3.xml><?xml version="1.0" encoding="utf-8"?>
<p:tagLst xmlns:a="http://schemas.openxmlformats.org/drawingml/2006/main" xmlns:r="http://schemas.openxmlformats.org/officeDocument/2006/relationships" xmlns:p="http://schemas.openxmlformats.org/presentationml/2006/main">
  <p:tag name="GENSWF_SLIDE_TITLE" val="String类和StringBuffer类"/>
  <p:tag name="GENSWF_ADVANCE_TIME" val="0.00"/>
  <p:tag name="ISPRING_SLIDE_INDENT_LEVEL" val="0"/>
  <p:tag name="ISPRING_CUSTOM_TIMING_USED" val="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专业ppt模板之natural_light（20多页的精美模板）">
  <a:themeElements>
    <a:clrScheme name="Default Design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stretch>
            <a:fillRect/>
          </a:stretch>
        </a:blip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stretch>
            <a:fillRect/>
          </a:stretch>
        </a:blip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808080"/>
        </a:dk1>
        <a:lt1>
          <a:srgbClr val="EADCC0"/>
        </a:lt1>
        <a:dk2>
          <a:srgbClr val="F97407"/>
        </a:dk2>
        <a:lt2>
          <a:srgbClr val="E65D00"/>
        </a:lt2>
        <a:accent1>
          <a:srgbClr val="FBCF2D"/>
        </a:accent1>
        <a:accent2>
          <a:srgbClr val="5C8CDA"/>
        </a:accent2>
        <a:accent3>
          <a:srgbClr val="FBBCAA"/>
        </a:accent3>
        <a:accent4>
          <a:srgbClr val="C8BCA4"/>
        </a:accent4>
        <a:accent5>
          <a:srgbClr val="FDE4AD"/>
        </a:accent5>
        <a:accent6>
          <a:srgbClr val="537EC5"/>
        </a:accent6>
        <a:hlink>
          <a:srgbClr val="87D242"/>
        </a:hlink>
        <a:folHlink>
          <a:srgbClr val="DA6478"/>
        </a:folHlink>
      </a:clrScheme>
      <a:clrMap bg1="dk2" tx1="lt1" bg2="dk1" tx2="lt2" accent1="accent1" accent2="accent2" accent3="accent3" accent4="accent4" accent5="accent5" accent6="accent6" hlink="hlink" folHlink="folHlink"/>
    </a:extraClrScheme>
    <a:extraClrScheme>
      <a:clrScheme name="Default Design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clrMap bg1="dk2" tx1="lt1" bg2="dk1" tx2="lt2" accent1="accent1" accent2="accent2" accent3="accent3" accent4="accent4" accent5="accent5" accent6="accent6" hlink="hlink" folHlink="folHlink"/>
    </a:extraClrScheme>
    <a:extraClrScheme>
      <a:clrScheme name="Default Design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1626</Words>
  <Application>Microsoft Office PowerPoint</Application>
  <PresentationFormat>宽屏</PresentationFormat>
  <Paragraphs>231</Paragraphs>
  <Slides>40</Slides>
  <Notes>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40</vt:i4>
      </vt:variant>
    </vt:vector>
  </HeadingPairs>
  <TitlesOfParts>
    <vt:vector size="56" baseType="lpstr">
      <vt:lpstr>Adobe 仿宋 Std R</vt:lpstr>
      <vt:lpstr>Adobe 黑体 Std R</vt:lpstr>
      <vt:lpstr>Adobe 宋体 Std L</vt:lpstr>
      <vt:lpstr>Gulim</vt:lpstr>
      <vt:lpstr>等线</vt:lpstr>
      <vt:lpstr>黑体</vt:lpstr>
      <vt:lpstr>宋体</vt:lpstr>
      <vt:lpstr>微软雅黑</vt:lpstr>
      <vt:lpstr>Arial</vt:lpstr>
      <vt:lpstr>Arial Black</vt:lpstr>
      <vt:lpstr>Calibri</vt:lpstr>
      <vt:lpstr>Consolas</vt:lpstr>
      <vt:lpstr>Courier New</vt:lpstr>
      <vt:lpstr>Times New Roman</vt:lpstr>
      <vt:lpstr>Wingdings</vt:lpstr>
      <vt:lpstr>专业ppt模板之natural_light（20多页的精美模板）</vt:lpstr>
      <vt:lpstr>PowerPoint 演示文稿</vt:lpstr>
      <vt:lpstr>PowerPoint 演示文稿</vt:lpstr>
      <vt:lpstr>PowerPoint 演示文稿</vt:lpstr>
      <vt:lpstr>PowerPoint 演示文稿</vt:lpstr>
      <vt:lpstr>PowerPoint 演示文稿</vt:lpstr>
      <vt:lpstr>字符串长度方法</vt:lpstr>
      <vt:lpstr>字符串长度举例</vt:lpstr>
      <vt:lpstr>判断字符串相等</vt:lpstr>
      <vt:lpstr>==运算符</vt:lpstr>
      <vt:lpstr>==运算符举例-1</vt:lpstr>
      <vt:lpstr>==运算符举例-2</vt:lpstr>
      <vt:lpstr>equals方法</vt:lpstr>
      <vt:lpstr>字符串比较</vt:lpstr>
      <vt:lpstr>字符串比较举例-1</vt:lpstr>
      <vt:lpstr>字符串比较举例</vt:lpstr>
      <vt:lpstr>判断字符串前导字符串</vt:lpstr>
      <vt:lpstr>课堂练习</vt:lpstr>
      <vt:lpstr>课堂练习-2</vt:lpstr>
      <vt:lpstr>判断字符串结尾字符串</vt:lpstr>
      <vt:lpstr>判断字符串结尾字符串举例</vt:lpstr>
      <vt:lpstr>搜索字符串</vt:lpstr>
      <vt:lpstr>提取字符串方法</vt:lpstr>
      <vt:lpstr>提取字符串方法举例</vt:lpstr>
      <vt:lpstr>分割字符串</vt:lpstr>
      <vt:lpstr>分割字符串-举例</vt:lpstr>
      <vt:lpstr>                                                  StringBuffer 类</vt:lpstr>
      <vt:lpstr>创建StringBuffer类的对象</vt:lpstr>
      <vt:lpstr>StringBuffer类中常用的方法</vt:lpstr>
      <vt:lpstr>StringBuffer举例</vt:lpstr>
      <vt:lpstr>String和StringBuffer的区别</vt:lpstr>
      <vt:lpstr>方法的综合应用</vt:lpstr>
      <vt:lpstr>方法的综合应用-流程分析</vt:lpstr>
      <vt:lpstr>方法的综合应用-实现</vt:lpstr>
      <vt:lpstr>小结</vt:lpstr>
      <vt:lpstr>课堂测试-填空题</vt:lpstr>
      <vt:lpstr>课堂测试-判断题</vt:lpstr>
      <vt:lpstr>课堂测试-选择题</vt:lpstr>
      <vt:lpstr>课堂测试-选择题</vt:lpstr>
      <vt:lpstr>课堂测试-选择题</vt:lpstr>
      <vt:lpstr>课堂测试-选择题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2</cp:revision>
  <dcterms:created xsi:type="dcterms:W3CDTF">2026-03-22T08:11:09Z</dcterms:created>
  <dcterms:modified xsi:type="dcterms:W3CDTF">2026-03-23T00:48:55Z</dcterms:modified>
</cp:coreProperties>
</file>